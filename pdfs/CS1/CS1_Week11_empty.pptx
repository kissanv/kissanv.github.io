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7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6"/>
  </p:notesMasterIdLst>
  <p:handoutMasterIdLst>
    <p:handoutMasterId r:id="rId37"/>
  </p:handoutMasterIdLst>
  <p:sldIdLst>
    <p:sldId id="256" r:id="rId2"/>
    <p:sldId id="1052" r:id="rId3"/>
    <p:sldId id="1256" r:id="rId4"/>
    <p:sldId id="1320" r:id="rId5"/>
    <p:sldId id="1258" r:id="rId6"/>
    <p:sldId id="1070" r:id="rId7"/>
    <p:sldId id="257" r:id="rId8"/>
    <p:sldId id="1097" r:id="rId9"/>
    <p:sldId id="1313" r:id="rId10"/>
    <p:sldId id="1314" r:id="rId11"/>
    <p:sldId id="1255" r:id="rId12"/>
    <p:sldId id="1324" r:id="rId13"/>
    <p:sldId id="1318" r:id="rId14"/>
    <p:sldId id="1322" r:id="rId15"/>
    <p:sldId id="1323" r:id="rId16"/>
    <p:sldId id="1325" r:id="rId17"/>
    <p:sldId id="1326" r:id="rId18"/>
    <p:sldId id="1328" r:id="rId19"/>
    <p:sldId id="1329" r:id="rId20"/>
    <p:sldId id="1340" r:id="rId21"/>
    <p:sldId id="1316" r:id="rId22"/>
    <p:sldId id="1330" r:id="rId23"/>
    <p:sldId id="1331" r:id="rId24"/>
    <p:sldId id="1332" r:id="rId25"/>
    <p:sldId id="1333" r:id="rId26"/>
    <p:sldId id="1335" r:id="rId27"/>
    <p:sldId id="1336" r:id="rId28"/>
    <p:sldId id="1337" r:id="rId29"/>
    <p:sldId id="1338" r:id="rId30"/>
    <p:sldId id="1339" r:id="rId31"/>
    <p:sldId id="1327" r:id="rId32"/>
    <p:sldId id="1171" r:id="rId33"/>
    <p:sldId id="1118" r:id="rId34"/>
    <p:sldId id="1067" r:id="rId3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Quattrocento Sans" panose="020B0502050000020003" pitchFamily="34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Segoe UI Black" panose="020B0A02040204020203" pitchFamily="34" charset="0"/>
      <p:bold r:id="rId47"/>
      <p:italic r:id="rId48"/>
      <p:boldItalic r:id="rId49"/>
    </p:embeddedFont>
    <p:embeddedFont>
      <p:font typeface="Segoe UI Light" panose="020B0502040204020203" pitchFamily="34" charset="0"/>
      <p:regular r:id="rId50"/>
      <p:italic r:id="rId51"/>
    </p:embeddedFont>
    <p:embeddedFont>
      <p:font typeface="Segoe UI Semibold" panose="020B0702040204020203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052"/>
            <p14:sldId id="1256"/>
            <p14:sldId id="1320"/>
            <p14:sldId id="1258"/>
            <p14:sldId id="1070"/>
            <p14:sldId id="257"/>
          </p14:sldIdLst>
        </p14:section>
        <p14:section name="margins" id="{1FBDD870-616A-2043-9AB2-93A2A117B0C5}">
          <p14:sldIdLst>
            <p14:sldId id="1097"/>
            <p14:sldId id="1313"/>
            <p14:sldId id="1314"/>
          </p14:sldIdLst>
        </p14:section>
        <p14:section name="Frequency-Domain Specifications" id="{99F6F273-773A-6046-92C4-2E3701EFB2E9}">
          <p14:sldIdLst>
            <p14:sldId id="1255"/>
            <p14:sldId id="1324"/>
            <p14:sldId id="1318"/>
            <p14:sldId id="1322"/>
            <p14:sldId id="1323"/>
            <p14:sldId id="1325"/>
            <p14:sldId id="1326"/>
            <p14:sldId id="1328"/>
            <p14:sldId id="1329"/>
            <p14:sldId id="1340"/>
          </p14:sldIdLst>
        </p14:section>
        <p14:section name="Loop Shaping" id="{AB066B52-7B3D-FD40-BEC1-580AB52DEF13}">
          <p14:sldIdLst>
            <p14:sldId id="1316"/>
            <p14:sldId id="1330"/>
            <p14:sldId id="1331"/>
            <p14:sldId id="1332"/>
            <p14:sldId id="1333"/>
            <p14:sldId id="1335"/>
            <p14:sldId id="1336"/>
            <p14:sldId id="1337"/>
            <p14:sldId id="1338"/>
            <p14:sldId id="1339"/>
            <p14:sldId id="1327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55"/>
    <a:srgbClr val="E7E7E8"/>
    <a:srgbClr val="CCCCCC"/>
    <a:srgbClr val="0708F5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68"/>
  </p:normalViewPr>
  <p:slideViewPr>
    <p:cSldViewPr snapToGrid="0">
      <p:cViewPr varScale="1">
        <p:scale>
          <a:sx n="187" d="100"/>
          <a:sy n="187" d="100"/>
        </p:scale>
        <p:origin x="5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3:17:51.3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2464 1640 12296,'-24'24'-984,"1"3"972,18-17 995,0 3 0,25-54-537,1 9-517,21-47 106,-11 27-178,3 0-30,-3 0 132,0 12-380,-9 13 55,-6 20 242,-23 46-53,1-10-6,-23 52 162,6-21 341,-11 18-189,3-1-145,-4-6-22,1-2 32,7-8 3,5-17-129,14-18-117,8-22 139,20-48 32,4-6 11,15-31 139,-1 8-69,2-1 10,-1 4-55,0 1 9,-8 12 11,-9 17 41,-6 15-178,-11 21 154,-24 47 98,-2-1 284,-22 34-270,12-19 30,-2-1-48,9-8 18,-5-5-110,15-12 113,1-14-405,10-9 171,33-46 32,-14 16-4,36-42 50,-24 23-2,14-11 14,-6 0-21,3 4 49,-12 8-34,-6 11 34,-13 15 47,-38 49 9,17-13 158,-38 43-191,32-30-10,-11 5 11,4-2 8,0-3-28,7-8-10,3-6-141,11-12 138,21-52 13,4 9 32,18-41 1,-7 22-18,7-2 6,-10 5 43,6 3 5,-12 16 192,-9 14-230,-5 13-18,-35 40-4,13-16 65,-31 36-2,22-28-47,-11 10-15,7-3-52,-3-4 64,4-1-290,0-4 212,4-8-21,9-5-201,1-9 198,30-39-18,-13 19 22,27-37 45,-14 26-6,5-3-13,2 4 27,-7 4 12,3 9 627,-7 4-369,-13 40-179,-11-11 33,-12 33-32,-4-22-4,-4 0-75,-1-1-48,-8-4-145,4 0 142,0-8-110,5-1 0,8-16-30,9-6 70,5-16-26,19-10-37,4-13 14,11-4 160,4 4-10,-3-2 249,3 10-189,-12 5 299,-2 10-48,-11 12-226,-40 44-131,7 1 102,-5 1 0,-1 3-19,-14 25 9,0 8-22,-3 2-34,6 3 48,2-4 50,4-1 0,8-15 108,13-18-321,7-20 47,45-70 117,-6 5-12,-1 2 1,1-2 85,7-16 182,-5 5 110,-12 16-193,-2 10 428,-15 21-352,-21 60-2,-5 5-163,6-5 1,0 4 0,-10 36 205,5-5-2,7-10-360,1 3 178,6-6-377,-2 21 83,3-14-193,4-11 215,1-17-197,4-21-280,4-19 360,16-59 51,-3-4 276,-1 4 0,0-3-54,-1-29 298,5 1-163,-10 4 152,-2 16-151,-4 11 16,-8 25 318,-4 10-452,-10 47 118,4 1-32,-2 40-6,7-10 20,0 12-129,4 4-13,2 5 57,3 1 2,0-6-249,0-28 100,3-16-458,6-26 235,12-54 94,-1-16 106,-6 9 1,1-2 182,-6 1 1,0 0-125,0 0 0,-1 1 118,5-44-97,-5 11 206,-3 17-79,-1 33 357,-4 13-82,-15 77-281,7-13 226,-12 51-229,7-22-3,4 4-9,-4 5 8,4 3-62,1 1-15,3-19-349,1-13 213,4-29-127,8-25 88,5-43-4,2 1 107,5-53 0,-8 22-13,3-18 0,-3 10 64,-3 19 0,-3 1-1,0-1 1,-2-1 373,2-1-235,2 5 101,-3-17-83,7 15-59,-2-1 29,2 26 107,-7 27-132,-5 52 1,-7 14-26,-5 29 118,0-18 46,0 9-74,-2-1-55,4-25 1,-1 0 5,-7 45-9,1-3-62,4-15-195,8-17-298,1-23 33,4-23 293,16-70-29,-9 20 113,5-14 1,1-5-83,0-22 159,4-22 36,5 1 164,-4 5-144,-1 17 245,-4 25-75,-8 16 354,-1 25-541,-16 62-3,9-25 87,-16 68-29,9-34-96,-7 19 1,0 5 67,3-6-29,1-9-65,5 7-167,-5-2 108,7 14-31,-1-13-131,7-17 6,0-18 31,0-20 240,7-77 58,-5 18 21,6-42 120,-8 49 439,0 19-285,-4 64-78,-1-23-150,3 18 1,0 2-57,-2 4 13,4 15-237,4-6 177,0-7-94,1-1 43,3-4-37,-7-4-24,7 0-240,-7-5 195,2-3-225,-3-10-9,4-4-641,-3-13 72,11 0 1091,-6 3-48,2-5 135,-4 13-99,0-2 144,-3-3-78,3 5-534,7-72 236,-8 34-16,5-65-29,-13 35-26,-4-21 86,1-10 1,3-3 35,1 12 21,4 6 228,0 13-77,0 11-61,0-2-85,0 11 14,0-2-28,0 6-20,0 2-483,0 12 505,0 59 190,4-20-123,-3 62 257,3-42-268,-4 11 25,4-5 1,-3-12-12,2-5-397,1-13-87,-3-13 416,-5-59 13,-1 6 18,-8-48 55,4 23-65,1-4-6,3-9-13,1-9 11,4-5 28,0 1 1,4 0-43,1 12-5,3 2-242,1 19 162,4 7-14,-4 20-458,0 14 520,-1 63 3,-7-17 222,-1 56 174,-5-36-36,-4 4-18,0 2-187,5-18 57,-4-4 413,7-19-773,-3-60-24,8-3 30,1-48-51,7 15 141,-2 3-8,2-11 3,1 3-10,-3-5 49,2 5-5,1 13-133,0 21 106,1 15 7,-6 25-150,-4 5 199,-8 51 14,0-21 31,-5 39-7,0-27 10,1 14 3,-1 1 14,-4 14 22,0 3 21,-1 12-70,2-3 3,7-5-127,1-26 116,8-19-6,1-25-87,11-33-18,-1 2-65,6-38-31,-4 14 251,1-18-121,-1 7 402,-4 5-84,0 13-88,-8 17 29,-1 11-142,-12 77-38,6-30-31,-3 22 1,-2 6 20,-1 9 0,-2 25 94,-1-5 19,1-9-55,-3 4 16,4-2-61,-8 18-2,8-8-119,0-13 158,1-5-444,7-13 123,-3 0 111,8-7 136,-3-10 14,3-5 17,-4-8 256,0-8 177,0-1-200,-8-5-141,7 2 9,-3 11 19,8 6 22,5 12-131,0 1 24,0 7 8,-1-6-21,1 2-123,0-11 86,-5-3-15,4-10 84,-3-2 11,4-4-126,3 0-3,-2 1-106,2-5 158,-3 4-47,0-8 50,-5 8 1,4-4-3,-3 5-35,0-5 6,3 3 26,-4-2 79,5-1-5,4 4-88,-4-8 6,4 8-37,-5-4-119,1 1 174,4-2-149,-15-49 3,4 18-4,-19-45-26,8 28 145,-8-7-56,4-1 236,-1 9-181,2 1 14,7 20 93,1 2 251,12 51 109,-3-11-202,12 31 124,-7-20-354,6-4-3,-3-5 31,1 0-56,2-8 5,-2 0-312,3-5 187,-3-3-2,2-2 168,-6 1-49,2 0 7,-3 1-82,0 6 1,-5-10 57,4 11 52,-7-8-61,7 1-25,-3 2-26,3-6-10,1 6 21,0-2 43,-5-1-9,4 3 66,-3-2 6,0 3 5,2-3 73,-2 2 72,4-6-137,4 2 32,0-3-28,1 0-33,2 3-26,-6-6-5,2 9 29,1-9 7,-8 11 0,11-4 2,-14 1 3,9 2-4,-6-2 0,4-1 0,-1 3-57,1-6 27,0 6 28,0-2 205,-1-1-299,-3 4 52,3-4-261,-3 1 305,3 2 123,1-6 65,-4 6-164,-1 2-778,-4-4 702,0 6 3,0-6 445,0 3-116,-4 0-536,-20-30 187,6 7-66,-22-46 0,10 5 67,-8-20 0,4 4-4,2 5 0,3-1 5,-3-5 0,4 2-44,-1-5 100,6 8-97,-10-20 14,1 7 26,-7-18-7,0 14 83,5 12 9,7 20 20,5 18 386,14 18-266,15 51 329,0-12-361,21 58 51,-9-26 48,15 24-11,-7 0-301,7-1 151,-7-3-208,-1-1 121,-5-11-40,-7-14 0,-6-19-24,-4-17 67,-4-16-210,-19-40 197,10 6-344,-26-49 209,11 12 1,-9-22 33,1-1 1,2 7 84,4 12 1,-3 2-25,0-7 1,-1-1-27,1-2 81,6 8 80,-13-14-177,8 16 244,-11-6-172,4 30 267,12 19-43,3 25 120,19 37-125,2-2 41,15 47 49,3-6-128,-3-23 1,1 2 0,-2-4 0,-1 0-26,15 44 0,-1-12 50,-10-20-228,1 3 122,6 19-279,2 0 187,4 2-260,-5-13 22,-9-26 132,-8-22-58,-5-18 47,-12-52 34,-6-5 1,-7-43-16,-2 11 1,2 1 24,4 16 1,-1-1-15,1 2 0,-1-7 162,1-5 0,-1-7-116,-2 1 0,1 3 138,-1 12-152,2 5 45,-7-7 88,5 25 27,-5 2 227,12 32-91,4 48 1,12 14-64,6 31 0,2-8 181,1-15 1,1 5-96,5 3 0,2 4 24,0 5 1,4 0-115,-1-3 1,0-3 267,0-5-174,0 1-325,7 1-135,-3-10 96,3 0-394,-8-19 61,-1-10-161,-8-12 293,-4-10 107,-17-59 7,-2 20-95,-19-63 137,2 15 97,8 33 1,-1-1 0,3-5-1,0 1 0,-18-35 21,4 10-39,-3 5 189,3 11-101,0 3 348,13 27-42,11 30-37,10 38-53,2-2-41,8 37 190,4-6-223,9 16 1,0 14 14,0-10 1,-4-9-92,-4-20 1,3-5-169,5 23 145,5-8-348,-4-1 141,-2-17 77,-12-24 172,0-13-89,-4-5 1,-5 11 16,0 2-5,0 17 34,-3-3-28,3-4 94,-4-1-93,8-12 0,-3-6 21,16-8 6,-3-11-110,12-7 46,1-8-47,0-8 15,-1 3-11,-4-3 68,-4 8-6,-5 5 152,-8 8-146,-36 40 9,11-19 3,-32 32-2,21-31-10,-4 5 79,-2-1 6,6 0-10,1-3 25,4 2-165,13-6 69,1 2-11,43-15 13,-11-6-20,34-13 9,-23-8 15,8 3-264,-8-11 186,4 10-22,-8-2 75,-1 9 0,-12 11 272,-5 3-167,-33 45-63,3-13-7,-25 29-7,12-20-16,-5-3 79,0 0-6,0 2-14,8-9 25,2 1 3,12-8-155,4-3 110,44-29-12,-18 9-84,39-33 1,-29 16-216,8-12 210,-4 0-13,-1 1 52,-8 7-25,-9 5 435,-5 14-273,-47 31-83,22-9-13,-39 31-2,25-22 6,-8 10-15,-8 2 4,2 1 38,-6 6 68,11-2 247,5 3-306,10-3-146,15-9 8,3-10-137,10-9 198,25-18-22,-9-1-6,21-22 7,-10-2 287,2-5-258,10-6 195,-6 2-125,2-3-5,-7 7 40,-1 3-5,-11 10 139,-7 6 541,-8 8-1041,-39 17 279,23-1-277,-28 9 191,28-7-54,2 3-18,-3 2-222,9-1 334,42-27-73,-12 1 55,40-25 16,-31 12 52,4 4-13,-8 0-8,-1 5 12,-12 4 57,-5 0-250,-6 1 132,-40 41-6,20-29 68,-35 39 14,26-34-2,-4 4 20,0-1-11,3-3 0,2 3 624,8-7-511,0 10-250,1-5 88,-10 3-24,-5-5 68,-7-8-35,-9-1-26,3-4 4,-7-3 20,3-6 19,1 0 44,7-3-13,6 7 6,13 6 41,4 4-21,-3 8-29,2-7-174,-4-2 99,6-20-11,3 5 25,-4-25-9,0 5 17,-4-25-6,-5-9 32,-4-9 8,-1-11 11,-3 1-23,17 43 1,0 1 76,-2 1 1,1 0 53,-10-43 20,-1 4-113,12 5 16,0 12-83,9-3 86,-4 12-104,7-4 25,-3 0-23,0 0-32,-1-1-19,0 2 69,-2-1-6,2 3 37,-4-2 4,1-1 157,-1 0-101,4-1 23,1 2-22,4 11-5,0 1 10,0 13 7,4 0 11,-3 1-28,3 6-104,-4-6 44,0 8-5,4-5 9,-3-4-13,3 0 9,-1-5-4,-2 5 4,7-7 3,-3 9 7,4-5 62,3 3 8,-2 3-57,2 2 5,-3 0-4,-4 7 0,3 1-15,-7 1 16,6 6-11,-6-2 1,7 4-10,-3-4 37,3 2 8,1-10-19,0 10 2,3-10-70,-2 3-5,6-1 30,-6 1 18,6 1-6,-6 7 2,3-7 1,-1 6 6,-2-6 4,2 7 29,-3-3-29,0 7-1,-1-2-9,1 2 0,0 1-3,-1-3-2,5 2 8,-4-3-2,8-1-79,-8 1 71,8 0-139,-7-1 83,6 5-10,-6-4-21,2 8-4,1-4 57,-4 1 2,4 2 50,-1-6 19,-2 10 39,2-10 26,1 11-79,-3-12-20,2 8-224,-3-4 135,3 1 53,2 6-90,-1-6 44,4 11 56,-4-3-16,5 1 5,-1 2-20,-4-3 19,4 4-75,-4 0 246,5 4 397,-5 4-492,-50-17-2,25 12 5,-39-18-4,42 15 93,1-4-124,-13-4-10,10-2-55,-6 1 112,6-2 220,5 5-257,-6-11-14,-1 4-31,7 3 160,-9-5-73,9 5-50,-10 1-85,6-7 38,-3 10-223,5-10 213,-1 3 286,4-1-123,1-6-124,-7 13-42,0-5-54,-10 16 108,4 5 0,7-3 10,-5 9 3,5-5 4,-4 3-28,2 0-2,3-4 11,1 3 2,-1 2 5,0-1 1,1 3 2,-1-2-10,-4 7 2,4-2 0,-4 9 3,1-1-3,2 8 2,-6 0 9,2 0-12,1 3 10,-4 2-21,8-1 0,-4-4-34,1 2-7,2-9 15,-3 10 20,5-3 32,-1 0-11,0 4 10,-3 0-11,2 0 5,-2 1 15,-1 2-1,0-6-22,-1 2 8,-2 1-62,6-4 54,-2 4 12,-1-4-5,-1-1 1,1 5 1,-3 4 4,6 2-1,-6 2-4,2 0 11,1-6 25,0 9-1,1-10 48,2 8 13,-3-1-22,1 5 19,2 1-47,-2 3 7,3 0 11,0-3 32,1 3-6,3 0-4,-3-3 5,7 6-50,-3-6 5,4 7 61,0-7-41,0 3-5,0-8 1,0 3-7,4-6-58,-3 2-6,7-4-2,-3 1-11,3-1-36,1 0 70,0 5-44,-1-8 43,1 10 8,0-9 13,-1 6 6,1-4-3,0 5 7,-1-4 5,1-1-19,0 4-26,-1-11 0,1 11-8,0-8 4,-1 1-7,5-2 0,-3-7-3,2 3 4,1-7-4,-4 7 64,4-4 44,-4 1 13,-1 3-96,1-7 0,0 3-18,-1-8-2,1 3-32,-4-7 46,2 4-10,-2-5-37,8 4-11,-4-3 37,4 8 2,-4-4-3,-1 0 0,1-1 61,-4-4-53,3 1-32,-4-1 49,5 0 2,-4 5 26,3-4 6,-4 3-3,5 0 11,-4-2-55,3 2-2,-4 0-1,1-3 12,3 4-7,-3-9-21,0 4 15,2-4 4,-2 1 52,4 2-46,-4-3 157,2 5-152,-2-1-1,0 1-12,3-5-1,-7 3 12,6-2-40,-2-1 23,4 4 0,-4-4-2,2 1-9,-2 2 26,4-6 2,-4 6-47,2-2 297,-2-1-187,8 4 102,-7-8-785,5 8 536,-6-4 126,7-3-7,2 1-219,-1-6 279,4 0-142,-11-32-3,-3 15-6,-7-39 12,-9 16-17,0-22 44,-9-17-1,0-12 13,-4-11-14,13 48 1,0-2-13,2-3 1,0 1-19,-14-40 23,16 43 1,0 1-32,-16-45-17,6 5 53,7 40 1,-1 0-8,-9-47 90,0 4-14,1 1 204,7 9-120,2 16 24,3-6-48,4 14 8,-3-6-47,7-1-8,-6-4-61,2-2-27,-4-6-106,1 3 95,-1 0-4,-4-3 32,4 3-15,-4-1-22,4 6 10,1 0 32,-1 12 8,4 1 5,-2 8-10,6 5 4,-3 0-4,4-5 0,0 0-3,0 0 0,4-3-3,-3 3-21,6 0-3,-2 0 24,4 9-2,-1 8 24,-3 6 1,3 11 963,-7 2 0,18 42 0,-11-18 0,12 40-306,-11-29-550,0 11-310,-1 1 107,1 8 80,-4 5 164,2 12-3,-6 2 257,-1 7-498,-4-7-334,-9-2 571,0-12 92,-9-1-75,4-3 197,-3-5-144,7-8 24,-2-10-33,6-12-134,-6-1-201,2-4 62,-3 9-502,4 4 334,-4 9-166,8 9 260,-4 8-37,4 2 55,5 2-165,0-7 11,4 2 23,0-6-8,7 10-12,3-2-292,7 8 184,1 4-40,-1 1 388,0 8-156,-3 0 326,2 1-277,-10-2 75,2-7 79,-4-5 3,-3-4-122,2-5 37,1-3-174,-3 2 176,3-3-7,0 5 33,1-5 35,0 4-14,2-8 10,-6 0-51,7-5 15,-7-4-123,3-4 53,0 3-23,-3-3 72,3 5 7,-1 2-14,-2-2 1,3 3-3,-4-4 8,0 0 47,4-4 9,-3 4 2,3-8-73,-4 7 5,0-7 25,0 7 1,4-6-118,-3 6 108,3-7 35,-4 7-39,0-7-3,0 0-4,0-2 12,0-2 20,0 3-2,0 0 66,0 1-45,0-1-3,0 0-71,0 1 0,0-1 37,0 0-3,0 1 25,0-1-11,3-3 79,-2 2-35,3-2-66,0 3 61,-3 0-4,3-3-16,0 2-25,-3-2 11,6 3 87,-6 0-44,7-3-32,-7 2-39,7-2 35,-3 3 13,-1-3 7,4 2 27,-7-3 1,3 5-6,0-1-134,-3-3 108,7 2 57,-8-2 58,4 3-111,0 0 2,-3-3 108,7 2-45,-7-2 34,3 3-104,-8 0 22,-1-3-91,0 2 57,-3-2 54,4-1-227,-9 4 157,7-8 38,-5 8 164,6-4-402,0 1 92,-10-2 76,0-19-7,-7 1 42,5-19-14,-4-1 41,7-9 64,-11-5 23,7-7-70,-7-1 16,6 0-19,2 4 6,1 2 30,6 6-32,-3 2 50,1-4-58,2 6 2,-6-6 16,6-1 6,-2 3-29,3-2-5,-4 3-24,4-4 37,-8 0-31,8-8 18,-8 2 0,8-2 2,-4 4-2,4-1 17,1 1 2,-1 0 99,0-1-100,1 1 76,-1-4-76,-3-2 0,2-3 15,-6-4-3,6 0 5,-6-5-7,2-4 36,1 7-38,0-1-14,4 7-5,1 3-6,3 2-1,-7 4-6,6-4 2,-6-2-4,3-3-2,1 0 12,-1 0 0,0 4 10,4-3 0,-2 3-8,2-1 1,-4-2-2,1 3 0,3-8-3,-3 3 5,3-10-11,-3 9 9,-1-6-2,4 4 4,-3 3 2,7-3 80,-3 4 12,1 0-94,2 4 22,-3-3-45,4 2 51,0 1-65,0 1 33,0 7-13,0-2-52,4 6 5,-3 2 31,6 4-5,-6 4 52,7-4-42,-3-1 53,0-4-24,2 4 5,-6-2-7,7 6 7,-3-3-3,0 8-5,2 0 0,-2 1-3,0 3-1,3-3-34,-3 3-5,3-3-29,1-1-10,0-4 92,-1-4-23,1 3-6,0-3 37,-1 4 11,1-4-20,0 7 13,-1-10-12,1 10 3,0-7-58,3 0 47,-2 0-87,6-5 39,-6 4-9,6-3-9,-2 3-11,-1 1 70,4 0-3,-8 7 52,4 2-72,-1 4 4,-2 0-28,3-5-22,-1 0 37,-2-4-11,6 4-24,-6 1-8,2 3 71,-3 1-46,3 0 2,-2-1 49,3 5 11,-1-4 0,-2 4 3,2-4-15,1-1 4,0 1 33,1 0-34,2-5 22,-2 4-15,-1-7-3,0 7-2,-1 0 167,-6 6-125,10 3 39,-11-3 8,8-2-81,-4 1 2,3-8-19,5 3-3,2-8-78,2 0 102,-8 8-109,0 1 1080,-8 9-709,-21 45-784,8-26 69,-13 40 247,14-38 161,2 9-35,-4 4 155,1 8-76,-5 6 12,3 3-6,-6 4 3,2-2-47,1 2-3,-3 0 10,2 1-7,-3 8 29,-4 5-20,-2 9-51,-3 8 67,-4 12 1,15-42 1,0 1 33,-1 2 1,1 2 99,-2-1 0,0 0-7,-6 33 26,-2-9-103,7-16-33,5 0 9,-3 6-69,6 11-20,-3-2 19,5 7-34,-5-4 58,4-7-7,-4-7 252,4-12-224,1-16 295,-1-7-332,4-19-52,17-57-28,-5 18-132,21-63 172,-9 29-22,7-20 44,4-11 1,0 2-7,1 3 1,-4 10-138,-4 19-15,-3 5-3,9-24-18,-6 10 77,3-17 74,-5 20 10,-11 10 24,-3 25 433,-10 15-337,-22 58 30,4 4 64,2 1 0,1 4-78,-8 33 0,1 7 3,1-7 1,6-6-48,4-8 0,-4-2-3,-2 7 0,0 1 67,2 5 1,1-5 76,0-1-43,-1-12 16,1 17-83,0-12-67,7 6-7,-2-6-46,12-19-333,-4 2 322,4-12-235,0 0 235,0-8-14,0-1 190,0-8-38,-4-1 315,-1-7-216,-4-2-172,-3-57-180,6 1 78,2-4 1,0-5 63,4-42 1,6-4 25,0 3 0,6 15-62,-3 23-17,2 4 26,5-21-1,-2 18-29,8-3 7,-13 34 331,-1 26-184,-16 46 231,3-5-136,-12 49 325,0-14-379,8-25 1,0 2 0,-12 44 199,7-7-85,1-16 7,5 2-319,3-12 31,1 9-228,4-21 76,4-21-428,4-14 586,14-64 47,-7 16 0,-2-16 1,-3-6 7,2-19 0,-1-8-42,-2 13 1,3-2 48,-1-3 0,1-6 21,-4-6 0,0 1 8,-2-1 1,5 4 3,-3-1 1,3 1-58,-3 5 1,1 1-6,0 10 1,2 3-9,1 3 20,0 1 162,0-16-142,-2 2 3,6-7 14,-6 12 6,6 6 6,-6 8 8,2 8 43,-3 2 6,4 7-78,-4 8 2,4-2-1,-5 7-13,1 0-2,0-3-68,3 6-19,-2-2-3,6 4 2,-6-1 51,2 5 29,-3 0 105,0 1-64,-1-2 10,1-3-16,4-4 4,-4-1 0,4-1 71,-4-2 1,-5 3-17,4 0 8,-7 5-23,7 0 38,-7 4-75,6-5-11,-6 1 16,3 4-27,0-4-144,1 4-373,4-1 457,3 2 52,5 18 15,-2-7-244,1 17 74,-3-11 122,0 0 14,5 2-120,-1-6-52,-3 7 917,2-7-737,-37-32 33,14 18 1,-26-26-11,21 30 58,3 1 23,8-13-20,-10 10-3,6-9 11,-13 15-67,5-3-9,-4 3-31,8-3-9,-8-1-1,8-4 31,-4 4-6,1-4 110,2 4-44,-6 1-18,2-1 32,1 0-91,-4 5 27,4-4 8,-1 3 12,-2-4 44,2 5-78,-3 0-5,0 4-58,3 0 16,-2 4 86,2 4-36,1-2-52,0 9 18,1-9 46,6 11-1,-9-4-7,13 1 5,-14 6 36,10-2-48,-10 8 52,6 0-2,-6 4 2,2-3-1,-3 7-1,4-7-17,-4 3 0,4-4-1,-1-4 7,-2 3-24,6-3 34,-6 4 1,6-4-14,-6 7 2,6-6 5,-6 7 0,6 0 37,-6 1 4,6 4-47,-2 3 16,-1-2-62,3 6 30,-2-6-4,3 7 15,1-8-8,-1 8 28,0-12 4,0 7-41,5-7 22,-4 0-14,3 2-2,-4-2-3,1 4 1,-1 4-7,0 0 119,1 4-103,-1 1 67,0-5-65,1-4 3,-1-5 3,0-4 3,5 0-16,-4 0-15,3 4-18,-4 1 25,5 3 10,-4 1 8,7 0 2,-7 3 29,3 2 6,0 0-36,-2-2 3,2 1 8,-4-4-15,1 8-51,3-8 41,-3 4-4,3-4 64,0 3 5,-2-2-59,6 2 7,-3 1 0,4-3 12,0 2-27,0 1 20,4 0-7,-3 9 41,6-4 1,-6 11-31,7-2 8,-7 4 103,7-1-95,-3-4-18,-1-4 11,4-1-3,-7-3 22,3-1 0,0 0-5,-3 1 4,6-1-31,-2-3 19,0-2-123,3-3 68,-3 0-14,3-1 55,1 1-14,-4 0 85,3 3 21,-7-6-43,6 6-34,-6-4-55,7 2 67,-3 3-12,3-1 18,1 2 1,0 3-29,-1-3 0,1 2-18,-4-6-6,3 2-42,0-3 39,2 4-13,2-4 3,-7 4 0,3-5 5,-3 1 3,4 0 2,-5-4 1,4 2 0,-3-2-42,4 0-4,-1 3 25,5-7-7,-4 3 25,4 0-3,-4-3 4,-1 6-14,1-6 36,0-1-24,-1-1 7,-3-6-42,3-2-3,-7 0-14,7-4-12,-8 4 49,8 1-4,-3 3 36,4-3-44,-5 7 62,4-2-38,-3-1 9,0 3-7,3-3 0,-4 0 12,5 3-10,0-7 8,-1 4-49,1-1-4,0-3 20,-4 3-3,2-3 21,-2-1-2,0 0 32,3 1-39,-7-1-54,6-3-69,-6 2 125,11-2-8,-10-1 24,9 3 4,-6-2 2,4-1 19,-4 4-14,2-4 1,-2 5-4,0-5-14,3 4-8,-3-4-44,3 1-30,-3 2 61,3-3 24,-3 1-1,3 2 147,1-2-21,3-5 38,2-1-121,3-4 19,-3 1-103,2 0 33,-2-5 7,3-5 3,0 0-1,-3-3 148,2 7-157,-2-6-128,-1 2 24,0-8 74,-1 8 62,2-7-49,-1 7-40,4-4-5,-8 1-80,8-1 160,-4 0-47,1 5-37,2-4 6,-2 3 183,-1-4-7,4 5 8,-43 34 88,26-21-155,-42 34 16,31-42-49,-6 11 2,1-7-211,6 4 139,-6-1 45,2 1-28,1 0 57,-4-1 115,4-3-68,-1 3-55,-2-3-32,2-1-29,1 4 37,-3-3 2,2 0 114,1 2-68,-4-2 8,4 4-25,-1-4-3,-2 6-14,6-5-33,-2 11 31,3-4 0,0 1 12,1 2 132,-1-6-86,0 6-34,1-3 19,-5-3-53,3 5 26,-6-9 86,6 7-333,-2-1 277,-1-6-317,7 13 408,-9-12-81,9 10-65,-14-43 5,13 14-5,-16-40 11,13 12-2,-16-13-2,4-15 6,-4 1 0,0-6-4,4 8-1,5 4 5,4 9 1,1 1 3,2 10-3,-3-5 1,1 3 0,-2-6-1,-3-7 1,-4-4-1,3-6 0,-7-7 0,6 10 0,2 0 0,4 10 0,5 9 0,-1-2 0,-4 6 0,4-3 0,-8 0 0,8-9 0,-8 3 0,4-7 5,-4-3 0,3 1-5,-2-7 1,6 8-1,-3 5 1,5 5-3,-1 4 4,0-1-4,-3 1 2,2-8 0,-2 5-1,3-8 1,-3 1 7,6 4 0,-6-9 59,3 8-60,0-2-7,-4 5 1,5-4 1,3 6 15,-3-10-1,3 6 58,-3-3 8,3 4-23,1-7 9,0 10-60,3-6-21,-3 4-5,4 2 14,0-2-16,0 4 22,0 3-17,0 2 1,0-1 5,0 7 14,4-5-3,-3 6 2,3-4-2,0 4-1,-3-3 1,6 7-1,-6-2-5,7-1-1,-7 3-27,7 1 32,-7 1-2,6 2-81,-6-3-5,7-3 142,-3-2 4,0 0-72,3-3-2,-8 3 2,8 0 129,-7-2 25,3 6-82,0-7 16,-3 7-87,7-3-15,-7 0 6,6 3-17,-6-3-248,7 0 314,-3 3-4,3-6-42,-3 6 3,3-3 21,-7 4 13,3 4-24,0 0 11,-3 5 16,2 4-73,-3-4-7,0 4-5,4-5 29,-3 1-9,7 0-125,-7-5 118,7 0 19,-4-4 30,5 0 7,-4 4-1,3-3 19,-7 7 25,2-4 13,1 5-38,-3 0-5,7-1-12,-7 1-2,7 0-4,-3-1 15,3-3-2,-3 3-12,3 0-1,-3 2 4,3 2 0,1-3-2,0 0-26,-1-1-5,5 1 19,0-4-6,1-1 14,-2-4 0,1 3 31,-4 2-26,0 8 65,-1-4-44,-3 4-8,0-4 0,2 3 0,-2-2-3,0 2-28,3-3 27,-4 3 8,5-2 15,0 2 4,-1 1-1,1-3 5,0 6 38,-1-6-70,1 2 29,0-3-14,-1 3-29,1-2 0,0 6-3,0-6-2,-1 2 38,-3 1 91,7-4 107,-7 8-191,8-4-87,-4-3 64,-1 5-32,1-5 7,0 3 4,-1 4-4,1-8-154,0 4 6,-1-1 93,5-2-63,-7 6 36,9-2 123,-5 3-30,3 0-8,4 1 24,-8-1 6,8 0-19,-4 1-2,1 3-121,2-3 102,-3 3 9,1-3-58,2 3 31,-2 1-42,3 0 1062,-3-1-927,-17-19 37,0 12 2,-13-12 15,7 15 46,0 0-2,-3-3-138,-2 2-41,1 1 208,-4 2-94,8 2 13,-8-4-40,4 0-64,-1 5 18,-2-4 173,2 3-90,1-4-95,-4 1-8,8-1-39,-8 4 40,4-2-61,-1 2-165,-2-4 117,6 0 183,-6 5-270,3-4-547,-5 7 627,1 5-12,7 5-3,-1 13 33,6 0 94,-4 0 31,4 3-57,-6-3 79,5 4 149,-7-4-179,5 0 8,-1-9-10,-3 3-4,2-2-6,-3-1-2,1 0-8,2-4 6,-6-1 0,6 5 0,-2-4 0,3 8 0,0-4 0,4 1 12,-6 2 1,5-6 3,-6 6 2,3-2-17,-4 3 3,4 0-12,-4 1-53,5-1-6,-1-3 37,0 2-11,0-2 3,1 7-6,-1 1 38,0 0 1,1 3 40,-1-3-34,0 4 9,-3-3-2,2 2 6,-6-7-13,6 3 4,-2-3-3,-1 3-1,4-3-23,-8 7 9,7-3-3,-6 4 15,3 4-1,-5 1 1,5 0 2,-4 6-4,4-9 2,-4 10-154,-1-3 144,5 0 14,-4 8-3,4 0 3,-5 2 39,5 6 13,-3-7-22,6 3 11,-3 0-27,5-2-13,-1 6-4,0-3-1,1 8-7,3-3 3,-3 3-8,-1-4 17,0 4 0,-8-3 10,8 7-11,-4-7 2,5-1-3,-1-5 0,4-7-2,1-2-1,0-3 0,3 3-2,-6 6 68,2 4-1,-4 8 8,4-3-54,-2 7 9,6-7-17,-3 3 1,4-4 62,0-4-9,0 3 22,0-7-51,0 7 45,0-2-42,0 7 6,0-3 3,0 6-5,4-2 12,-3 4-5,3 0-49,-1-1 1,-2-3-7,3 3 51,0-11 3,-3 6-52,7-7-2,-3 1 11,3-2-3,1 0-6,0 1 1,-5 0-3,4 4 2,-3-12-9,4 6 10,-5-10 1,4 3 1,-3-1 0,4 2 1,-1 7 0,1-3 0,0 11 0,-1-6 0,5 7 0,-3-4 0,2-3-18,-3-2-1,-1 0 16,5-3-48,-3 4-10,2-1 59,1-3 0,-4 0-27,8-2-2,-4-3-12,5 5 3,-1-1 48,0 1-32,1-1-3,-1 0 0,0 1 3,1 3-66,-1-3-6,0 0 2,1-6-14,-1 1-20,0 0 107,1 9 9,-1 4-3,4 5 14,-2-1 31,2 0 16,-4-15-24,-7-11 32,1-14-56,-10-65-1,3 32 2,-8-55-27,-4 41-4,-6-16-10,-3-10 0,-3-14-5,-1-4 0,0 2 39,1 7 1,1-5-5,-5-7 0,1-5 9,-3-7 1,4 5 1,2-2 1,2 3 18,0 1 0,1-3-29,0 2 0,2 6 29,1 3 0,3 3-18,-1 3 1,3 0 3,0-1 1,0 5-3,1 1 1,-1 2-2,0 1 0,1 4-8,-1-1-2,0 4-177,1-21 159,-1-5 18,4 30 0,1-1-21,2-1 1,0 0-4,-3 0 0,2 0-4,2-44-9,-3 5-40,4 9 3,0 16-13,4 6 77,-3 9 8,7 10 6,-8 3 18,8 4-53,-3 3 2,0-4 74,6-7 26,-5 1-161,7-2-77,-1 1 104,-2 2-92,6 5-6,-6 1 5,-1 15 385,-2 7-194,-17 50 31,7-19-37,-14 41-7,9-33-24,-1 15-24,-3 6 25,2 9 10,-3 11 215,1 7-161,2 11 9,-2 10 38,3 0 21,0 4-58,1-1 10,3-3-97,3-44 0,0-1 19,0 0 1,0-1-20,1 46 14,-3 2-11,8 2 18,1-7 1,4 6-12,-1-18-1,-3-14 10,3 11 1,0-8 46,3 16-6,-3-16 6,3 0-23,-1-2 3,7 15-19,-3-9-2,2-6-106,2-11 115,0-1-52,7-4 34,-3 0-44,4 0 47,0 0 0,-4 0 3,0 0 6,-9-3 0,4 2 9,-4-7-10,4 3 1,1-3-2,-5-5 47,4 0 6,-8-5 0,8 1 9,-8 4-45,4 0 7,-5 1 100,1 2-62,0-6 9,0 2-42,-1-7-4,1-5-31,0-5-5,-1-7-227,5 2 247,0-2-111,8 3 83,-2 4 3,-2 2 9,0-1 10,-8 3-15,4-7 11,-5 3 37,1-3-6,-4-1 131,3-3-158,-4 2 5,5-6-8,-4 6-5,6-3-5,-9 1-110,10 2 120,0-10 8,3 2-6,6-8-5,-7 0-10,2 0-120,-2-8 418,-1 2-531,0-10 181,-51 37 23,31-22 285,-35 28-247,88-62 2,-23 23 0,38-31 5,-35 33-2,0-3-13,-4 1-18,3 2 43,-10-2-20,5 3 5,-7-4-1,1 4 2,2-4-2,2 5-2,0-5-62,3 0-10,0-5-201,-2 1 232,-2 3-25,-1-2 55,-6 3 8,3-5 5,-5 1 14,1 3-41,0-2 17,3 6-15,-2-2 20,6-1-23,-6 7-7,6-9-8,-2 9 15,-1-6-1,4-1 5,-8 4 25,8-8-21,-8 7 22,4-2 3,-4-1 11,3 8-10,2-7 3,3 11-146,-4-7 33,4 0 86,-8-2-8,4-2 19,-4-1 45,3 3 108,-2-2-133,6 3-1,-6 0-55,6 5 11,-2-8-9,-1 2-134,0-3 161,-5-3 10,1 6 245,0-6-213,3 6 419,2 1-295,-47 32 229,26-12-207,-59 36-60,45-30 28,-17 15-161,8-13-6,-1 2-265,0-4 208,-2 1-104,6-5 118,-3 0 59,4-1 23,0-2-6,0 2 65,4 1 246,-4-3-83,8 2-155,-7-3-127,11-1 1,-7 1-29,8 0 48,-5 3-28,5-2-8,-3 6-2,6-6 11,-6 2 8,6-3 31,-6-4-19,2 3 74,-3 0-36,-1 2 1,5 6-2,-4-2 11,8 3-2,0-3-11,1 2 12,7-2 20,-6 3 5,2-4 4,-4 0-36,1 0-59,-5-4 35,0 4 13,-1-8 24,-2 2 8,2-2-26,1 4 9,-4-4-1,4 2-40,-1-2-10,-2 4 21,6-1-26,-6 1 36,6 4 2,-2-4-118,3 8 121,4-4 5,-2 1-23,2 2 56,0-2-7,-3-1-27,-4 0 0,1-5 0,-9 1 0,6 0 0,1-5 74,-4 4-14,8 5 168,0-3-271,1 11-82,4-12-89,-13 0 183,3-25 9,0 8 8,-1-20 4,9 10 9,-10-4 13,6-8-15,-6 3 11,2-6 8,-3 2-1,-4-4 99,-2 0-53,1 1 10,-3-1-60,7-4 1,-7 4 43,6-4-1,-6 1 7,7 2-58,-3-3-6,3 5-6,1-1-2,0 0 9,-1-3-6,-3-2 102,3-3 2,-3-4 70,3-5-121,1-2 11,0-1-27,-1 3 13,5 3-32,-4 2-12,8 11 79,-4 3-18,5 7-13,-1-4-14,0 3-42,-3-7 28,2 3 5,-3-7 26,1-2-9,-2-3-30,1-5-9,-3 0-35,6 0 33,-3 5-4,1 4 12,2 12-3,-2 2 20,3 4 1,0-1-2,4-8 7,-2-5-14,6-1-11,-3-10-5,0 6 2,3-8-3,-3 9 0,4-4-2,0 12-4,0-7 3,0 11 69,0-3-6,0 4 8,-4 0-17,3 4 13,-6-3-54,6-1 1,-3-1-5,0-7-16,3 3 24,-3-3-45,4-1-11,0-4 59,0 0-3,0-5 3,0 5 5,-4 4 29,3 5 6,-2 8-47,-1 5 13,3 0 10,-7 4-110,7-8-244,-3 6 304,4-17-18,0 8 20,0-14-6,0-1 69,0 7-45,0-5 16,0 6-51,0 0 27,0 1 116,0 0 10,0-1-94,0 1 8,0 0 30,0 4-129,0-4-15,0-1 198,0 0 5,0 1-99,0 4-5,0 4-149,-4-3-5,3 3 193,-2-8 42,3 3 5,0 1-116,0 1 0,0 6-95,-4-6-221,3 3 336,-3 0-12,4-3-32,0 7-56,-4 0-8,3 2 21,-3 2 3,4-3-140,0 0-2,4-1 218,-3-3-30,7 3 208,-3-3-261,-1 3 260,0 1-178,0 3 33,-3-2 79,3 3 34,-4-5-210,4 1-30,-3 3 131,3-2-25,-4 2-22,0-7 50,0 3 3,3-7-136,-2 7-4,3-11 152,0 5-16,-3-5-6,7 3-32,-7 0 1,6 3-140,-2 2-7,0 0 232,3-1 4,-3-4-99,3 0 7,-3 4 48,3-4-40,-3 8 8,3-7-73,1 7-9,0-7 145,-1 3-31,-3-1-32,3-2 11,-7 7-18,7-3-1,-4 0 6,5 2-6,0-6-11,-1 3-5,-3 0-4,3-3-15,-3 3-6,3-1 83,-3-2-1,3 7 7,-7 1-159,3 0-4,0 0 156,0-5-4,5 0-43,0-3-1,0 6 2,-1-6-10,1 7-143,0-7 201,-1 6 0,1-2-60,-4 4-8,2 3 20,-6-2 6,11 3 8,-10-1-39,9-2-1,-6 2 12,4-7-19,3 3 20,-2 0 4,-1 2 6,-1 2 2,-4-3-6,1 4 3,3-4 20,-3 4-15,3-5 1,-3 5-2,3-4-1,-3 4-1,3-4 0,-3 3-268,3-2 253,-3 2-6,3-3 82,1-1-2,0 1-52,-1 0 9,-3 3 4,3-2-15,-3 2-23,3 1-24,1-3-6,0 6 5,0-7 19,-1 4-5,1-1-60,0-2 55,-1 6-54,1-6 60,3 3 28,-2-1 3,3-2-19,-5 6 11,1-6 47,0 2-54,-5 1 43,8-4-27,-10 4-2,10-1-2,-8-2 0,5 2 0,-4 1 0,3-3 5,-4 2 0,5 1-5,0-4 1,-1 7-1,1-6-36,-4 3-4,3-1 20,-4-2 4,5 2-85,-4 1-27,3-4 82,-4 4 5,5-1-6,0-2-27,-1 6 10,1-6 22,0 2-38,0 1 73,3-3 61,-2 6-7,2-3-35,-3 1-43,0 2-1,-1-6 14,1 2 24,0 1-6,-1-4 2,1 8-2,3-8 13,-2 8-18,3-4-142,-5 1 146,1 2 26,0-6 39,3 6-2,-2-3-156,2 1-149,-3 2 86,0-6 1,-1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49.8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 7987,'-3'6'-196,"0"1"196,-1-1 0,1 0 507,0 1 1,3 2-244,-2 2 0,0-1-432,0 0 0,1 2 112,-1 3 0,1-2-129,1 2 0,0-1-541,0-1 0,0-3 726,0 1 0,6 8 0,1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0.1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7987,'0'6'0,"-3"1"288,-1-1 1,1 3-33,1-1 1,-1 3-39,1-2 0,-1 2-203,3 0 1,0 1-292,0 1 0,0 0-83,0 2 1,0-1 99,0 1 259,0-2 0,6 17 0,1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0.5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0 7987,'-2'12'-114,"0"-1"1,-2 1 101,1-4 1,1 4 62,2-2 0,0 2-51,0 1 0,3 6 0,1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0.9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 7974,'-3'11'-440,"-1"-1"1,-1 1 620,1 2 0,-1 2 449,3 0 0,-1 2-792,3-2 0,0 2 61,0-2 0,0 2-528,0-2 0,3 2 629,-1-2 0,3 14 0,-2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1.2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0 7958,'-3'7'0,"0"-1"343,-4 0 0,4 1 12,1-1 1,-1 3-496,1 2 1,-1 1 180,3 1 1,0 0-1491,0 0 1449,0 2 0,9 25 0,2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1.6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 7955,'-4'6'0,"-1"1"0,4 0 237,-1 1 0,1-1-116,1 2 1,0 1-382,0 1 1,0 1-107,0 1 0,1-3 366,1 1 0,4 11 0,4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1.9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7938,'-4'7'-363,"-1"-1"1,3 0 175,-2-2 1,3 2-310,-2-2 496,3 2 0,3 0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2.2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7982,'-7'4'76,"4"2"1,-2-3-140,3 4 0,-1-3-146,3 0 0,0 0 10,0 3 1,1-3-424,1 0 622,-1 1 0,10 7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2.5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1 7921,'-6'6'0,"-1"0"585,1-2 0,2 4-158,2-2 0,-1 4-169,1-1 1,0 2-293,2 0 0,0-1-310,0 1 0,1-3-614,1 3 1,-1-2 957,4 1 0,2-2 0,3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52.8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 1 7921,'0'16'0,"0"0"0,-2-3 0,1 0 356,-1-1 1,1-1-226,1 0 1,0-1-504,0 0 0,0 0 168,0-4 204,0 3 0,3-2 0,0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6:49.2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26 7987,'0'-4'-365,"0"0"1,0 2 867,0-3-171,0 4 122,0-5 110,0 5 295,3-1-401,-2 2 0,2 0-159,-3 2 0,0 3 88,0 3 1,2 0-95,0 3 1,0 0-224,-2 1 0,0 3 99,0 0 0,0 2-257,0-2 0,-2 3-407,0-1 1,0 2-587,2 0 1,0 0 1080,0 1 0,-3 10 0,-1 4 0</inkml:trace>
  <inkml:trace contextRef="#ctx0" brushRef="#br0" timeOffset="292">13 424 7987,'-1'6'-107,"-1"1"1,1-1-35,-4 1 0,4-1 371,-1 0 1,1 2 22,1 0 1,0 0-202,0 3 0,0-1 115,0 0 1,0 2-615,0-1 0,2-1 42,0 1 0,1-3 405,-1 3 0,2 11 0,2 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7:19.6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40 7891,'0'-7'745,"0"1"0,-2 2-50,0-1-480,0 4 1,0-1-22,-1 4 0,-1 2 22,2 2 0,-2 0-32,2 1 0,-1 1 58,1 1 1,0 2-231,-2 0 1,3-1-76,-2 1 1,3-1-92,0 0 1,0 0-45,0-4 1,0 0-158,0 1 0,0-1-69,3-2 0,0 1 159,4-3 0,-1 0-3,0-2 0,3-3 69,-1-1 1,1-2 42,-3 0 1,1-1 30,-1-2 0,1 2 73,-1-2 1,-2 2 32,1 1 1,-4 0 182,1-1 0,0 4 576,0 0-346,-2 3-34,3 0 1,-3 3-97,0 1 0,0 2 25,0 0 0,3 2-24,1 1 0,0 0-56,0-3 0,1 0-237,1-2 0,0 1 119,1-3 0,1 0-229,1-2 1,0 0 57,0-3 0,-2 0-96,1-4 1,0 0 57,-2-1 0,0-2-179,1-3 1,-2 2 3,0 1 0,-2-1-106,-3-2 1,0 0-15,0 0 1,0 3 75,0 2 1,0 1 336,0 0 0,-6 7 0,-1 0 0</inkml:trace>
  <inkml:trace contextRef="#ctx0" brushRef="#br0" timeOffset="791">392 123 7891,'-3'-6'-7,"0"1"194,-1 1 1,-2 1 121,2-2 0,-2 0-94,0 3 1,-1-1 39,1 1 0,0 2-39,-1-3 0,1 3 105,-1 3 0,1-1-43,0 3 0,2 0-190,2 0 1,-1 2-58,1 2 0,0 0-120,2-3 0,0 0-280,0 1 0,3-3 73,1 0 102,2 1 0,2-2 72,1-1 1,-1-1-227,-1-1 0,-1 0 69,0 0 0,3-2-65,0 0 1,-1-3 99,-1 1 1,-3-1 80,0 0 0,0 0 261,0 0-127,2 2 392,-6-2-142,3 4-108,-3-2 0,0 6 115,0 1 1,0 3 134,0 1 0,-2 0 32,0 3 0,0-1-76,2 3 1,0 0-199,0 0 0,0-1 53,0-1 1,0 1-232,0-1 0,0 1 58,0 1 1,-2-1-100,-1-2 1,1 0 2,0-4 0,0 2 73,-2-2 1,2 1 25,-3-4 1,1-1-3,-2-2 1,-1 0 55,1 0 1,-3-3-47,1-1 1,-1-2-289,3-1 1,-1 0 106,1-1 1,0 1-573,-1-2 1,1 0-20,2 0 760,1-2 0,9-2 0,1-3 0</inkml:trace>
  <inkml:trace contextRef="#ctx0" brushRef="#br0" timeOffset="1109">584 123 7891,'-2'-3'1212,"0"-2"-768,-2 2 1,2 1 569,0 0-636,-1 1 1,1-4-57,-2 3 1,2 0 108,-2 2-131,-1 0 0,0 2-30,0 3 1,0 0 70,0 2 0,2-1-88,-2 1 0,4 2-24,-1 2 0,-1-1-198,1 0 1,0-2 86,2 1 1,2 0-574,0-1 0,4 1 295,0-3 0,1 0-381,4-2 0,-2 0-281,4-2 0,-1-1-1647,2 1 2469,0-1 0,16-21 0,4-5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0:57:16.3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160 315 7854,'4'-3'83,"-1"2"156,-3-3 0,2 1 177,0-1 1,0 2 252,-2-2-132,0 2-325,0-3 0,0 3 545,0-2-460,0 3 1,-3-4-126,-1 2 0,1 1-182,-2-1 1,-1 2 114,-3-3 1,-1 2-224,1 0 1,-2 1 92,0 1 1,-1 0-109,-1 0 1,0 3 47,0 2 0,3 0 110,-1 2 1,3 2 44,0 2 1,1-1 10,3 0 0,1 0-194,3 1 1,0-2 102,0-2 0,4 0-223,2 0 0,1 0 83,4-5 1,0 0-202,1-2 1,3-3 110,0-1 1,1-2-177,-1 0 0,-2-3 57,2-2 1,-1-3 12,-1-1 0,0-3 76,-1 1 1,-1-2 30,0 0 1,-3-2 139,0-1 1,-3 1-76,0 2 0,-4 0 179,1-1 0,-1 2-30,-1 1 0,0 2 118,0 4 1,0 4-60,0 3 1,-2 3 318,0 1 1,-3 3 7,3 6 0,-2 2 138,2 4 0,-3 1-78,0 3 0,2 1-122,-1-1 1,1 0 264,-1 0 1,1 2-177,-2-2 1,2 2-336,3-4 1,0-1 45,0 1 0,0-2-1020,0 0 0,4-5 921,2-1 0,18-19 0,7-5 0</inkml:trace>
  <inkml:trace contextRef="#ctx0" brushRef="#br0" timeOffset="400">327 277 8212,'0'3'1212,"1"0"-908,1-3 0,-1 0-242,4 0 0,-1 0-263,2 0 1,1 0 102,-1 0 0,3-1-304,-1-1 1,1-1 187,-3-4 0,3 1-113,-1-1 0,0 1 124,-3 0 1,0 1 187,-3 1 1,0 0-71,-2-3 1,0 1 193,0 0 1,-3 0-8,-1 2 0,-4-1-102,-1 2 1,-2 1 269,0 2 1,1 0-80,0 0 0,-1 3 324,-2 1 0,2 3-183,1 1 0,2 0 120,-1 3 0,4 0-183,1 1 0,3 3-91,-2 0 0,3 0-194,0-2 1,3-1-408,1-1 0,4 0-137,3-2 1,2-3 142,2-1 417,1-4 0,26-15 0,6-8 0</inkml:trace>
  <inkml:trace contextRef="#ctx0" brushRef="#br0" timeOffset="775">641 193 7854,'-7'0'560,"-1"0"0,-1 0-161,-2 0 0,-1 2-34,4 1 0,-3-1-88,3-2 0,-4 2-189,2 0 0,0 2 91,-1-2 0,3 3-40,-1-3 0,3 3-82,2-1 1,1 0-374,3 0 59,0 0 1,0 3 175,0-1 0,3 0-76,1 1 0,2-1 37,0-2 0,3 2 11,-1-2 0,2 1 67,-2-1 0,-1 2-182,2-2 0,0 0 33,0 0 1,-1-2 20,-1 2 0,-2-2-52,0 3 1,0-3 69,0 2 0,-3-2 208,1 3 1,-3-3-141,0 2 1,0-2 259,-3 2 1,-1-2-88,-4 3 0,-2-4 68,-3 1 1,0 1-89,0-1 1,0 0-68,0-2 1,1 0-19,-1 0 1,1 0-333,1 0-731,2 0 1079,5-2 0,24-16 0,9-6 0</inkml:trace>
  <inkml:trace contextRef="#ctx0" brushRef="#br0" timeOffset="966">731 238 7854,'0'7'415,"0"-1"-311,-3 0 0,3 1 277,-2-1 0,1 1-194,1-1 1,0 0-372,0 1 0,0-1-31,0 1 1,0 1-325,0 1 1,2-1-593,0-1 1131,0-4 0,7-5 0,2-6 0</inkml:trace>
  <inkml:trace contextRef="#ctx0" brushRef="#br0" timeOffset="1123">770 52 7850,'-4'1'63,"2"1"1,-1-1 171,1 4 0,-2-3-504,2 2 0,0 0 269,2 3 0,8 11 0,3 2 0</inkml:trace>
  <inkml:trace contextRef="#ctx0" brushRef="#br0" timeOffset="1392">866 328 8376,'-4'-1'538,"2"-1"1,-1 1-413,1-4 0,0 1 85,2-2 1,0-3-33,0 1 0,0-3 33,0 2 0,0-1-187,0 1 1,0 1 28,0 1 1,1-1-66,1-1 1,-1 3-18,1 1 0,1 3-83,2-2 1,0 3-256,2-2 0,-1 2 196,1-1 1,0 1-360,1-1 1,0 1 217,3 1 0,-1 1-474,1 1 785,1-1 0,12 16 0,6 1 0</inkml:trace>
  <inkml:trace contextRef="#ctx0" brushRef="#br0" timeOffset="1734">1046 251 7837,'-6'4'1359,"2"1"-486,-2-4 0,5 3 191,-1-2-813,1-2-205,1 3 1,3-3-203,1 0 1,2 0 100,1 0 0,0 0-148,1 0 0,2 0-435,0 0 1,2-3 322,-4-1 1,1 1-75,0-2 1,-2 1 68,2-2 1,-2 1 154,-1 1 1,-2 0-189,-2-3 401,1 1-76,-2 0 1,-1 0 122,-4 2 1,-3 1 41,-1 3 1,-2 0-65,-3 0 1,0 3 408,0 1 1,3 2-187,-1 3 0,3-2 358,0 1 0,1 2-258,0-2 1,1 4-164,2-2 0,1 2-211,3-2 0,1 2-333,1-4 1,5 3-953,3-2 0,3-3 1263,2-2 0,33-22 0,10-4 0</inkml:trace>
  <inkml:trace contextRef="#ctx0" brushRef="#br0" timeOffset="2126">1315 213 7813,'-13'2'460,"0"0"0,0 2 649,1-2 1,2 3-340,1-1 1,2 2-319,1 1 1,1 1-290,1 1 0,3 0 45,-2 0 0,3-2-263,3 1 1,-2-1-177,3-3 0,1 1-237,1-3 0,3 0 312,-1-2 1,3-1-150,0-1 1,-1-2-530,1-5 0,0 2 316,1-4 0,1 0-144,0-4 0,0 0 259,0-2 0,-3 1 73,1-1 0,-2-3 171,1 1 0,-2 0 159,1-2 0,-5-1 30,-2 0 1,0 3-49,0 2 1,-2 5 239,3 2 1,-6 5-143,-1 3 0,1 1 789,-2 1 0,2 6-386,-2 2 0,0 6 757,3 3 1,-2 4-588,2 1 0,-1 1 522,1-2 0,1 4-405,-1-2 0,1 1-182,-2 0 1,3 0-1191,-2-2 0,2-1 452,2-2 1,-1 0-1351,3-2 1500,4-4 0,19-38 0,7-12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3:11.955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327 20 6278,'20'19'0</inkml:trace>
  <inkml:trace contextRef="#ctx0" brushRef="#br0" timeOffset="721">0 26 8232,'0'-3'174,"0"-3"1,3 5-98,1-1 0,3 2 121,1 0 0,0-3-149,3 1 0,0 0-68,4 2 0,0 0 139,2 0 1,0 0-342,2 0 0,0 0-10,0 0 0,0 2 6,-2 0 0,3 3 225,-3 0 0,9 9 0,-3 3 0</inkml:trace>
  <inkml:trace contextRef="#ctx0" brushRef="#br0" timeOffset="997">436 14 8197,'0'-4'-125,"1"1"-33,1 3-187,2 0 1,4 0 188,1 0 1,0 0-47,0 0 0,1 0 87,3 0 1,0 0 94,2 0 20,1 0 0,24-3 0,4 0 0</inkml:trace>
  <inkml:trace contextRef="#ctx0" brushRef="#br0" timeOffset="1239">738 26 8232,'0'-3'0,"0"-1"-42,0 2 154,0 1-85,0-1 0,3 2-276,1 0 1,2 0-90,0 0 1,1 0 162,2 0 1,1 2-43,3 0 0,-1 2-61,1-2 278,0 0 0,26 4 0,6 1 0</inkml:trace>
  <inkml:trace contextRef="#ctx0" brushRef="#br0" timeOffset="1527">1065 14 8203,'6'0'-165,"1"0"1,-1-1-515,1-1 0,1 1 440,1-1 1,2 2 174,0 2 0,1-1 64,1 4 0,0-3 0,-1 2 0,16 3 0,2 3 0</inkml:trace>
  <inkml:trace contextRef="#ctx0" brushRef="#br0" timeOffset="1751">1392 33 8191,'4'0'-404,"1"-3"1,-1 2 307,2-1 1,2 1 41,0 1 0,2 0-109,3 0 1,0 0 127,2 0 1,1 0 34,1 0 0,16 9 0,1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3:15.605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39 109 8182,'-4'-4'256,"-1"0"0,3 2 427,-2-3 1,2 4-72,-2-1 0,1 1 361,-1 1-684,3 0 1,-2 1 61,3 1 0,-2 2 135,0 5 1,-1 1-126,3 3 0,0 2 111,0 0 1,1 2-317,1-2 0,2 2-171,2-2 0,1 0-181,-1-3 1,1 1-365,2 0 0,1-1-791,3-4 0,0 1 245,2-5 1,2-1 1105,2-1 0,23-27 0,6-7 0</inkml:trace>
  <inkml:trace contextRef="#ctx0" brushRef="#br0" timeOffset="689">321 308 7986,'0'10'-78,"-2"0"0,0-2 244,0 1 1,2 2 482,0 0 1,0 1-307,0 1 0,0 1-273,0-1 0,0 1 28,0-3 0,0 0-199,0 0 0,0-2-151,3-3 345,-3 1 329,3-4-322,-3 0 0,0-6-29,0-1 1,0-2-81,0-3 0,0-1-122,0-3 0,0 0-94,0-2 1,0-2-324,0-2 0,0-2 210,0-1 1,0 1 76,0 2 1,0 0 332,0 2 1,0-3-63,0 3 0,2 0 40,0 4 1,3 0 20,0 1 0,0 2 266,2 1 0,-1 5-108,1 2 0,0 1 72,1 1 0,-1 0-299,2 0 1,0 3 64,0 1 1,-1 2-175,-1 3 0,-1-2 58,1 2 0,-2-2-54,0 2 1,0-2 76,-3 2 0,0 0-1,-2 0 1,0-1 60,0-2 1,-2 1-10,0-1 0,-3 1 37,0-1 0,-1 0 155,-3-2 0,2 0-33,-4-2 0,3-1-137,-1 1 1,2-2-197,-2 0 0,2-2-94,-2 0 0,4-1-449,1 1 1,3-1 242,-1-4 0,1 1 449,1-1 0,20-28 0,5-7 0</inkml:trace>
  <inkml:trace contextRef="#ctx0" brushRef="#br0" timeOffset="1101">501 0 10006,'0'7'800,"0"0"-520,0 1 1,0 1 10,0 4 1,0-1-15,0 5 1,0 0-116,0 2 1,0 1-116,0 2 1,0-4 9,0 1 0,0-4-127,0 0 0,0-4-647,0 0 155,0-3 195,0-2 1,0-3 146,3-3 0,-3-1-35,2-1 1,2-2 34,0-2 1,0 0-161,0-1 1,0 0 192,0-1 0,2 0-24,-2 0 1,2 1 274,0 0 0,0 3 127,1 0 1,-1 2 154,-2-3 0,2 4-14,-2-1 0,2 1 164,0 1 0,-2 1-201,1 1 0,-3 2 83,2 5 1,-3-1-268,2 2 1,-3 1 112,0 2 0,0 0-1008,0-1 0,2 1 192,0 0 592,1 0 0,8 5 0,3 2 0</inkml:trace>
  <inkml:trace contextRef="#ctx0" brushRef="#br0" timeOffset="1492">745 148 7942,'-13'0'276,"0"0"1,3 1 441,1 1 1,0-1-305,1 3 1,-1 1-194,3 1 0,-1 1 588,1-1 0,2 2-267,2 1 1,1 2-741,1-3 0,0 1 76,0-3 1,3 0 29,1-2 0,2 1-92,1-3 1,0 0-340,1-2 0,1 0 101,2-2 0,1 0-308,-1-2 1,-1-1 180,1-4 1,-3 2 124,3-1 1,-3 1 519,3 0 0,-4 1 105,0-1 1,-1 3 496,-2 0-311,-1 0-140,3 0 0,-6 1 128,0 3 0,-3 4 251,-3 2 1,1 1-253,1 4 1,0 0 18,-3 1 0,3 1-858,0-3 1,2 2-162,0-1 1,2 1-512,0 1 0,0-1 1137,2-1 0,19-5 0,7-3 0</inkml:trace>
  <inkml:trace contextRef="#ctx0" brushRef="#br0" timeOffset="1868">918 129 7919,'-10'-4'-101,"0"1"1,4 2 377,0-1 0,-1 2 456,1-2 0,-1 1-242,1 1 1,0 2-43,-1 0 1,3 3-309,0-1 1,2 3 44,0 1 1,1-1-169,1 2 0,0-2-81,0 0 0,1 0-235,1 1 0,2-1 63,2 2 0,1-3-235,-1-1 0,3 0 170,2 0 0,-1 0-105,1 2 0,-1-3 272,0 0 0,0-2-47,-1 3 1,-2-3 331,1 2 0,0-2 8,-2 2 0,-2-1 21,1 1 0,-4-2 36,1 2 1,-2-2 265,-2 3 1,1-4-146,-4 1 1,0 1-4,-3-1 1,1 1-229,-2-1 1,0-1 34,0 1 1,-1-1-385,1-1 1,-2 0-101,3 0 1,-3 0-308,3 0 1,-1 0 303,3 0 0,1-2-637,1 0 982,3-3 0,6-2 0,6-3 0</inkml:trace>
  <inkml:trace contextRef="#ctx0" brushRef="#br0" timeOffset="2234">1007 186 7910,'-6'0'1915,"3"0"-1480,-3 0-847,5 0 216,1 0 0,4 0 119,2 0 1,3 0-603,-1-3 1,1 3 133,-3-2 0,3-1 109,-1 1 0,1-1 436,-3 1 0,-2 0 0,1-2 0,-4 2 0,1-2 0,-1 1 0,-1-1 313,0 3 0,-3-4-167,-1 3 1,-4-1 409,0 3 1,-3 0 168,2 0 0,-1 1 336,1 1 0,0 0-436,0 5 1,2-2 114,-1 3 1,0 2-271,2-2 1,0 3-35,2-3 0,1 3-686,3-2 0,0 1 198,0-1 1,5 1-907,2-4 1,4 2 275,2-4 1,0 1 681,4 0 0,35-17 0,10-6 0</inkml:trace>
  <inkml:trace contextRef="#ctx0" brushRef="#br0" timeOffset="3657">1495 141 8544,'1'4'1049,"1"-2"0,1-1-852,4-1 0,1 1-190,1 1 0,2-2-342,0 3 0,2-3-174,2 0 1,-2 0 508,2 0 0,19-5 0,4-3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3:36.713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84 84 8003,'-3'0'207,"-3"0"153,2 0 0,0 0 426,0 0 410,-1 0-216,-1 0-377,0 0 1,1 0-12,1 0-140,3 0-351,-2 0 0,4-1-43,1-1 1,-1 1-126,3-4 0,0 1 148,0-2 1,2-1-221,-2 1 0,2-3 101,0 1 1,1 0 78,-1 4 0,0-2 28,-2 2 0,2 0 106,-2 0 0,0 2 163,0 0 1,-2 2 25,2 0 0,-2 0 38,3 2 0,-3 2-173,2 2 0,-2 1-178,3-1 0,-2 1 172,1-1 0,2 0 39,-2 1 0,0-1-1059,0 1 0,1-2-3283,1 0 4080,0 0 0,9-10 0,2 1 0</inkml:trace>
  <inkml:trace contextRef="#ctx0" brushRef="#br0" timeOffset="556">52 167 8003,'-6'0'-120,"-1"0"205,1 0 0,-1 0 200,1 0 0,2 0 681,-1 0 0,3-2 339,-2 0-766,3 0 1,-2 1-311,3-1 1,0 1-74,0-4 1,0 3 19,3-2 1,0 0-128,4-3 0,-1 1 95,0-1 0,3 1-137,-1 0 0,2 1 18,-2 1 0,-1 0 170,2 0 1,-2-1 134,0 3 0,-1 0 56,0 2 1,-1 0 270,-1 0 1,-2 2-80,2 0 0,-2 4 70,3 0 1,-3 1-337,2 1 1,-2-1-122,0 0 0,1 1-841,-1 1 0,2-1 476,-2-1 0,3-1-640,-1-2 0,2 2 179,1-2 635,-1-1 0,15-12 0,3-5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3:38.612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39 275 8080,'-4'3'211,"-4"0"70,2 1 0,0 1 42,2-2 0,2 1 647,-2-2-412,2 3-88,-1-2-249,3 1 1,1-1-113,1-3 0,0 0-6,5 0 0,-2-1-31,3-1 0,2-2-210,1-5 0,0 1-60,0-2 1,1 0-188,-1-1 1,2-1 99,0 1 1,2-1-2,-5-1 1,2 0-3,-2 1 1,2-1 55,-4 0 1,1 3 178,-3 1 0,0 2-102,-2 1 54,-1 2 90,-3 1 0,-3 6 183,-1 2 0,-2 2-76,0 2 0,2 2 135,-1 0 0,1 1-74,-2 1 0,0 0-110,2 0 0,-2-1-213,2-2 0,0 3-232,0-3 0,2 2-302,0 1 0,1-2 700,1 0 0,15-4 0,3 3 0</inkml:trace>
  <inkml:trace contextRef="#ctx0" brushRef="#br0" timeOffset="540">360 115 8088,'0'-6'0,"-3"1"294,-2 1 135,0 3 1,-2-4 112,1 3 0,2-1-148,-1 3 1,3 0-518,-2 0 0,2 1 1,-2 1 0,-1 3-8,-1 3 0,0-1 130,2 2 0,-2-1-114,2 0 0,1-1 129,1 2 1,1-2-180,1-1 0,0 1 93,0-1-49,0 1 0,3-2-119,1 0 0,4-3 139,1-2 0,1 0 23,-1 0 0,2-2-158,0-3 0,1 0-223,1-2 1,-3 1 91,-1-1 0,-2 3 18,-1 0 0,-2 0 437,1-3 1,-4 3-152,1 0 395,-1 2 1,-2-1-104,-1 3 0,-2 0 16,-2 0 1,0 2 31,-1 1 1,1 2 114,-1 2 0,1-1-64,0 3 1,2 0 38,2-1 1,-1 4-218,1-1 0,0-1 50,2 0 1,0 1-216,3 2 1,-3-1-100,2-1 1,1 0-95,-1-2 0,1 1 172,-3-1 1,0 1-86,0-1 0,0 0 13,0-3 1,-3 0-124,-2 1 0,-2-1-31,-2-2 0,-2-1 112,3-3 0,-1 0-238,3 0 1,-1-1-99,1-1 1,0-2 484,-1-2 0,6-23 0,2-6 0</inkml:trace>
  <inkml:trace contextRef="#ctx0" brushRef="#br0" timeOffset="943">469 166 8088,'-13'4'215,"-2"2"195,0 1 0,1 1-59,3 3 0,0 1 187,5-1 0,-1-1-275,5 0 1,-1 0-161,3 1 0,0 1 32,0-4 0,3 1-173,2 0 1,1-4-339,2 1 1,2-4 71,3 1 1,2-3-236,0 0 0,2-3 199,-2-1 0,2-2-149,-2 0 1,2-3 113,-2-2 1,3 1 100,-3-1 1,-1 1 75,-4 0 1,2-2 107,-4 1 1,0 0 219,-3 0 0,-3-1-158,-2 4 1,-5-1 232,-1 3 1,-5 0 32,1 2 1,-5-1 15,0 3 1,-2 0-183,2 2 0,0 0-74,3 0 0,2 0 2,1 0 1,2 0-126,0 0 1,4 0 124,1 3 0,24-3 0,6 3 0</inkml:trace>
  <inkml:trace contextRef="#ctx0" brushRef="#br0" timeOffset="1333">744 25 8088,'-9'4'280,"2"2"1,-4-5 186,2 3 0,3 0-124,1 0 0,2 2-275,-1-2 0,1 2 65,3 0 1,0 3-97,3-1 0,0 0-44,4-4 0,0 2-270,1-2 1,0-1 176,3-1 1,-1-1-143,3-1 1,-2-1-87,0-1 1,-3 1 46,3-3 0,-3-1 131,0-1 0,-1-1 109,0 1 0,-3 0 123,0-1 0,-2-1-106,0-1 0,-2 0 164,-2 0 1,-2 2-55,-2-1 1,-1 0 217,-2 2 0,-2 2 42,-4 2 1,1 2-83,-3 2 1,3 2-113,-1 2 1,2 1-153,2-1 0,11 9 0,4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 7987,'-3'6'-196,"0"1"196,-1-1 0,1 0 507,0 1 1,3 2-244,-2 2 0,0-1-432,0 0 0,1 2 112,-1 3 0,1-2-129,1 2 0,0-1-541,0-1 0,0-3 726,0 1 0,6 8 0,1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7987,'0'6'0,"-3"1"288,-1-1 1,1 3-33,1-1 1,-1 3-39,1-2 0,-1 2-203,3 0 1,0 1-292,0 1 0,0 0-83,0 2 1,0-1 99,0 1 259,0-2 0,6 17 0,1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0 7987,'-2'12'-114,"0"-1"1,-2 1 101,1-4 1,1 4 62,2-2 0,0 2-51,0 1 0,3 6 0,1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 7974,'-3'11'-440,"-1"-1"1,-1 1 620,1 2 0,-1 2 449,3 0 0,-1 2-792,3-2 0,0 2 61,0-2 0,0 2-528,0-2 0,3 2 629,-1-2 0,3 14 0,-2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0 7958,'-3'7'0,"0"-1"343,-4 0 0,4 1 12,1-1 1,-1 3-496,1 2 1,-1 1 180,3 1 1,0 0-1491,0 0 1449,0 2 0,9 25 0,2 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 7955,'-4'6'0,"-1"1"0,4 0 237,-1 1 0,1-1-116,1 2 1,0 1-382,0 1 1,0 1-107,0 1 0,1-3 366,1 1 0,4 11 0,4 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 1 7921,'0'16'0,"0"0"0,-2-3 0,1 0 356,-1-1 1,1-1-226,1 0 1,0-1-504,0 0 0,0 0 168,0-4 204,0 3 0,3-2 0,0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26 7987,'0'-4'-365,"0"0"1,0 2 867,0-3-171,0 4 122,0-5 110,0 5 295,3-1-401,-2 2 0,2 0-159,-3 2 0,0 3 88,0 3 1,2 0-95,0 3 1,0 0-224,-2 1 0,0 3 99,0 0 0,0 2-257,0-2 0,-2 3-407,0-1 1,0 2-587,2 0 1,0 0 1080,0 1 0,-3 10 0,-1 4 0</inkml:trace>
  <inkml:trace contextRef="#ctx0" brushRef="#br0" timeOffset="1">13 424 7987,'-1'6'-107,"-1"1"1,1-1-35,-4 1 0,4-1 371,-1 0 1,1 2 22,1 0 1,0 0-202,0 3 0,0-1 115,0 0 1,0 2-615,0-1 0,2-1 42,0 1 0,1-3 405,-1 3 0,2 11 0,2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40 7891,'0'-7'745,"0"1"0,-2 2-50,0-1-480,0 4 1,0-1-22,-1 4 0,-1 2 22,2 2 0,-2 0-32,2 1 0,-1 1 58,1 1 1,0 2-231,-2 0 1,3-1-76,-2 1 1,3-1-92,0 0 1,0 0-45,0-4 1,0 0-158,0 1 0,0-1-69,3-2 0,0 1 159,4-3 0,-1 0-3,0-2 0,3-3 69,-1-1 1,1-2 42,-3 0 1,1-1 30,-1-2 0,1 2 73,-1-2 1,-2 2 32,1 1 1,-4 0 182,1-1 0,0 4 576,0 0-346,-2 3-34,3 0 1,-3 3-97,0 1 0,0 2 25,0 0 0,3 2-24,1 1 0,0 0-56,0-3 0,1 0-237,1-2 0,0 1 119,1-3 0,1 0-229,1-2 1,0 0 57,0-3 0,-2 0-96,1-4 1,0 0 57,-2-1 0,0-2-179,1-3 1,-2 2 3,0 1 0,-2-1-106,-3-2 1,0 0-15,0 0 1,0 3 75,0 2 1,0 1 336,0 0 0,-6 7 0,-1 0 0</inkml:trace>
  <inkml:trace contextRef="#ctx0" brushRef="#br0" timeOffset="1">392 123 7891,'-3'-6'-7,"0"1"194,-1 1 1,-2 1 121,2-2 0,-2 0-94,0 3 1,-1-1 39,1 1 0,0 2-39,-1-3 0,1 3 105,-1 3 0,1-1-43,0 3 0,2 0-190,2 0 1,-1 2-58,1 2 0,0 0-120,2-3 0,0 0-280,0 1 0,3-3 73,1 0 102,2 1 0,2-2 72,1-1 1,-1-1-227,-1-1 0,-1 0 69,0 0 0,3-2-65,0 0 1,-1-3 99,-1 1 1,-3-1 80,0 0 0,0 0 261,0 0-127,2 2 392,-6-2-142,3 4-108,-3-2 0,0 6 115,0 1 1,0 3 134,0 1 0,-2 0 32,0 3 0,0-1-76,2 3 1,0 0-199,0 0 0,0-1 53,0-1 1,0 1-232,0-1 0,0 1 58,0 1 1,-2-1-100,-1-2 1,1 0 2,0-4 0,0 2 73,-2-2 1,2 1 25,-3-4 1,1-1-3,-2-2 1,-1 0 55,1 0 1,-3-3-47,1-1 1,-1-2-289,3-1 1,-1 0 106,1-1 1,0 1-573,-1-2 1,1 0-20,2 0 760,1-2 0,9-2 0,1-3 0</inkml:trace>
  <inkml:trace contextRef="#ctx0" brushRef="#br0" timeOffset="2">584 123 7891,'-2'-3'1212,"0"-2"-768,-2 2 1,2 1 569,0 0-636,-1 1 1,1-4-57,-2 3 1,2 0 108,-2 2-131,-1 0 0,0 2-30,0 3 1,0 0 70,0 2 0,2-1-88,-2 1 0,4 2-24,-1 2 0,-1-1-198,1 0 1,0-2 86,2 1 1,2 0-574,0-1 0,4 1 295,0-3 0,1 0-381,4-2 0,-2 0-281,4-2 0,-1-1-1647,2 1 2469,0-1 0,16-21 0,4-5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160 315 7854,'4'-3'83,"-1"2"156,-3-3 0,2 1 177,0-1 1,0 2 252,-2-2-132,0 2-325,0-3 0,0 3 545,0-2-460,0 3 1,-3-4-126,-1 2 0,1 1-182,-2-1 1,-1 2 114,-3-3 1,-1 2-224,1 0 1,-2 1 92,0 1 1,-1 0-109,-1 0 1,0 3 47,0 2 0,3 0 110,-1 2 1,3 2 44,0 2 1,1-1 10,3 0 0,1 0-194,3 1 1,0-2 102,0-2 0,4 0-223,2 0 0,1 0 83,4-5 1,0 0-202,1-2 1,3-3 110,0-1 1,1-2-177,-1 0 0,-2-3 57,2-2 1,-1-3 12,-1-1 0,0-3 76,-1 1 1,-1-2 30,0 0 1,-3-2 139,0-1 1,-3 1-76,0 2 0,-4 0 179,1-1 0,-1 2-30,-1 1 0,0 2 118,0 4 1,0 4-60,0 3 1,-2 3 318,0 1 1,-3 3 7,3 6 0,-2 2 138,2 4 0,-3 1-78,0 3 0,2 1-122,-1-1 1,1 0 264,-1 0 1,1 2-177,-2-2 1,2 2-336,3-4 1,0-1 45,0 1 0,0-2-1020,0 0 0,4-5 921,2-1 0,18-19 0,7-5 0</inkml:trace>
  <inkml:trace contextRef="#ctx0" brushRef="#br0" timeOffset="1">327 277 8212,'0'3'1212,"1"0"-908,1-3 0,-1 0-242,4 0 0,-1 0-263,2 0 1,1 0 102,-1 0 0,3-1-304,-1-1 1,1-1 187,-3-4 0,3 1-113,-1-1 0,0 1 124,-3 0 1,0 1 187,-3 1 1,0 0-71,-2-3 1,0 1 193,0 0 1,-3 0-8,-1 2 0,-4-1-102,-1 2 1,-2 1 269,0 2 1,1 0-80,0 0 0,-1 3 324,-2 1 0,2 3-183,1 1 0,2 0 120,-1 3 0,4 0-183,1 1 0,3 3-91,-2 0 0,3 0-194,0-2 1,3-1-408,1-1 0,4 0-137,3-2 1,2-3 142,2-1 417,1-4 0,26-15 0,6-8 0</inkml:trace>
  <inkml:trace contextRef="#ctx0" brushRef="#br0" timeOffset="2">641 193 7854,'-7'0'560,"-1"0"0,-1 0-161,-2 0 0,-1 2-34,4 1 0,-3-1-88,3-2 0,-4 2-189,2 0 0,0 2 91,-1-2 0,3 3-40,-1-3 0,3 3-82,2-1 1,1 0-374,3 0 59,0 0 1,0 3 175,0-1 0,3 0-76,1 1 0,2-1 37,0-2 0,3 2 11,-1-2 0,2 1 67,-2-1 0,-1 2-182,2-2 0,0 0 33,0 0 1,-1-2 20,-1 2 0,-2-2-52,0 3 1,0-3 69,0 2 0,-3-2 208,1 3 1,-3-3-141,0 2 1,0-2 259,-3 2 1,-1-2-88,-4 3 0,-2-4 68,-3 1 1,0 1-89,0-1 1,0 0-68,0-2 1,1 0-19,-1 0 1,1 0-333,1 0-731,2 0 1079,5-2 0,24-16 0,9-6 0</inkml:trace>
  <inkml:trace contextRef="#ctx0" brushRef="#br0" timeOffset="3">731 238 7854,'0'7'415,"0"-1"-311,-3 0 0,3 1 277,-2-1 0,1 1-194,1-1 1,0 0-372,0 1 0,0-1-31,0 1 1,0 1-325,0 1 1,2-1-593,0-1 1131,0-4 0,7-5 0,2-6 0</inkml:trace>
  <inkml:trace contextRef="#ctx0" brushRef="#br0" timeOffset="4">770 52 7850,'-4'1'63,"2"1"1,-1-1 171,1 4 0,-2-3-504,2 2 0,0 0 269,2 3 0,8 11 0,3 2 0</inkml:trace>
  <inkml:trace contextRef="#ctx0" brushRef="#br0" timeOffset="5">866 328 8376,'-4'-1'538,"2"-1"1,-1 1-413,1-4 0,0 1 85,2-2 1,0-3-33,0 1 0,0-3 33,0 2 0,0-1-187,0 1 1,0 1 28,0 1 1,1-1-66,1-1 1,-1 3-18,1 1 0,1 3-83,2-2 1,0 3-256,2-2 0,-1 2 196,1-1 1,0 1-360,1-1 1,0 1 217,3 1 0,-1 1-474,1 1 785,1-1 0,12 16 0,6 1 0</inkml:trace>
  <inkml:trace contextRef="#ctx0" brushRef="#br0" timeOffset="6">1046 251 7837,'-6'4'1359,"2"1"-486,-2-4 0,5 3 191,-1-2-813,1-2-205,1 3 1,3-3-203,1 0 1,2 0 100,1 0 0,0 0-148,1 0 0,2 0-435,0 0 1,2-3 322,-4-1 1,1 1-75,0-2 1,-2 1 68,2-2 1,-2 1 154,-1 1 1,-2 0-189,-2-3 401,1 1-76,-2 0 1,-1 0 122,-4 2 1,-3 1 41,-1 3 1,-2 0-65,-3 0 1,0 3 408,0 1 1,3 2-187,-1 3 0,3-2 358,0 1 0,1 2-258,0-2 1,1 4-164,2-2 0,1 2-211,3-2 0,1 2-333,1-4 1,5 3-953,3-2 0,3-3 1263,2-2 0,33-22 0,10-4 0</inkml:trace>
  <inkml:trace contextRef="#ctx0" brushRef="#br0" timeOffset="7">1315 213 7813,'-13'2'460,"0"0"0,0 2 649,1-2 1,2 3-340,1-1 1,2 2-319,1 1 1,1 1-290,1 1 0,3 0 45,-2 0 0,3-2-263,3 1 1,-2-1-177,3-3 0,1 1-237,1-3 0,3 0 312,-1-2 1,3-1-150,0-1 1,-1-2-530,1-5 0,0 2 316,1-4 0,1 0-144,0-4 0,0 0 259,0-2 0,-3 1 73,1-1 0,-2-3 171,1 1 0,-2 0 159,1-2 0,-5-1 30,-2 0 1,0 3-49,0 2 1,-2 5 239,3 2 1,-6 5-143,-1 3 0,1 1 789,-2 1 0,2 6-386,-2 2 0,0 6 757,3 3 1,-2 4-588,2 1 0,-1 1 522,1-2 0,1 4-405,-1-2 0,1 1-182,-2 0 1,3 0-1191,-2-2 0,2-1 452,2-2 1,-1 0-1351,3-2 1500,4-4 0,19-38 0,7-12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68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327 20 6278,'20'19'0</inkml:trace>
  <inkml:trace contextRef="#ctx0" brushRef="#br0" timeOffset="1">0 26 8232,'0'-3'174,"0"-3"1,3 5-98,1-1 0,3 2 121,1 0 0,0-3-149,3 1 0,0 0-68,4 2 0,0 0 139,2 0 1,0 0-342,2 0 0,0 0-10,0 0 0,0 2 6,-2 0 0,3 3 225,-3 0 0,9 9 0,-3 3 0</inkml:trace>
  <inkml:trace contextRef="#ctx0" brushRef="#br0" timeOffset="2">436 14 8197,'0'-4'-125,"1"1"-33,1 3-187,2 0 1,4 0 188,1 0 1,0 0-47,0 0 0,1 0 87,3 0 1,0 0 94,2 0 20,1 0 0,24-3 0,4 0 0</inkml:trace>
  <inkml:trace contextRef="#ctx0" brushRef="#br0" timeOffset="3">738 26 8232,'0'-3'0,"0"-1"-42,0 2 154,0 1-85,0-1 0,3 2-276,1 0 1,2 0-90,0 0 1,1 0 162,2 0 1,1 2-43,3 0 0,-1 2-61,1-2 278,0 0 0,26 4 0,6 1 0</inkml:trace>
  <inkml:trace contextRef="#ctx0" brushRef="#br0" timeOffset="4">1065 14 8203,'6'0'-165,"1"0"1,-1-1-515,1-1 0,1 1 440,1-1 1,2 2 174,0 2 0,1-1 64,1 4 0,0-3 0,-1 2 0,16 3 0,2 3 0</inkml:trace>
  <inkml:trace contextRef="#ctx0" brushRef="#br0" timeOffset="5">1392 33 8191,'4'0'-404,"1"-3"1,-1 2 307,2-1 1,2 1 41,0 1 0,2 0-109,3 0 1,0 0 127,2 0 1,1 0 34,1 0 0,16 9 0,1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5.074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39 109 8182,'-4'-4'256,"-1"0"0,3 2 427,-2-3 1,2 4-72,-2-1 0,1 1 361,-1 1-684,3 0 1,-2 1 61,3 1 0,-2 2 135,0 5 1,-1 1-126,3 3 0,0 2 111,0 0 1,1 2-317,1-2 0,2 2-171,2-2 0,1 0-181,-1-3 1,1 1-365,2 0 0,1-1-791,3-4 0,0 1 245,2-5 1,2-1 1105,2-1 0,23-27 0,6-7 0</inkml:trace>
  <inkml:trace contextRef="#ctx0" brushRef="#br0" timeOffset="1">321 308 7986,'0'10'-78,"-2"0"0,0-2 244,0 1 1,2 2 482,0 0 1,0 1-307,0 1 0,0 1-273,0-1 0,0 1 28,0-3 0,0 0-199,0 0 0,0-2-151,3-3 345,-3 1 329,3-4-322,-3 0 0,0-6-29,0-1 1,0-2-81,0-3 0,0-1-122,0-3 0,0 0-94,0-2 1,0-2-324,0-2 0,0-2 210,0-1 1,0 1 76,0 2 1,0 0 332,0 2 1,0-3-63,0 3 0,2 0 40,0 4 1,3 0 20,0 1 0,0 2 266,2 1 0,-1 5-108,1 2 0,0 1 72,1 1 0,-1 0-299,2 0 1,0 3 64,0 1 1,-1 2-175,-1 3 0,-1-2 58,1 2 0,-2-2-54,0 2 1,0-2 76,-3 2 0,0 0-1,-2 0 1,0-1 60,0-2 1,-2 1-10,0-1 0,-3 1 37,0-1 0,-1 0 155,-3-2 0,2 0-33,-4-2 0,3-1-137,-1 1 1,2-2-197,-2 0 0,2-2-94,-2 0 0,4-1-449,1 1 1,3-1 242,-1-4 0,1 1 449,1-1 0,20-28 0,5-7 0</inkml:trace>
  <inkml:trace contextRef="#ctx0" brushRef="#br0" timeOffset="2">501 0 10006,'0'7'800,"0"0"-520,0 1 1,0 1 10,0 4 1,0-1-15,0 5 1,0 0-116,0 2 1,0 1-116,0 2 1,0-4 9,0 1 0,0-4-127,0 0 0,0-4-647,0 0 155,0-3 195,0-2 1,0-3 146,3-3 0,-3-1-35,2-1 1,2-2 34,0-2 1,0 0-161,0-1 1,0 0 192,0-1 0,2 0-24,-2 0 1,2 1 274,0 0 0,0 3 127,1 0 1,-1 2 154,-2-3 0,2 4-14,-2-1 0,2 1 164,0 1 0,-2 1-201,1 1 0,-3 2 83,2 5 1,-3-1-268,2 2 1,-3 1 112,0 2 0,0 0-1008,0-1 0,2 1 192,0 0 592,1 0 0,8 5 0,3 2 0</inkml:trace>
  <inkml:trace contextRef="#ctx0" brushRef="#br0" timeOffset="3">745 148 7942,'-13'0'276,"0"0"1,3 1 441,1 1 1,0-1-305,1 3 1,-1 1-194,3 1 0,-1 1 588,1-1 0,2 2-267,2 1 1,1 2-741,1-3 0,0 1 76,0-3 1,3 0 29,1-2 0,2 1-92,1-3 1,0 0-340,1-2 0,1 0 101,2-2 0,1 0-308,-1-2 1,-1-1 180,1-4 1,-3 2 124,3-1 1,-3 1 519,3 0 0,-4 1 105,0-1 1,-1 3 496,-2 0-311,-1 0-140,3 0 0,-6 1 128,0 3 0,-3 4 251,-3 2 1,1 1-253,1 4 1,0 0 18,-3 1 0,3 1-858,0-3 1,2 2-162,0-1 1,2 1-512,0 1 0,0-1 1137,2-1 0,19-5 0,7-3 0</inkml:trace>
  <inkml:trace contextRef="#ctx0" brushRef="#br0" timeOffset="4">918 129 7919,'-10'-4'-101,"0"1"1,4 2 377,0-1 0,-1 2 456,1-2 0,-1 1-242,1 1 1,0 2-43,-1 0 1,3 3-309,0-1 1,2 3 44,0 1 1,1-1-169,1 2 0,0-2-81,0 0 0,1 0-235,1 1 0,2-1 63,2 2 0,1-3-235,-1-1 0,3 0 170,2 0 0,-1 0-105,1 2 0,-1-3 272,0 0 0,0-2-47,-1 3 1,-2-3 331,1 2 0,0-2 8,-2 2 0,-2-1 21,1 1 0,-4-2 36,1 2 1,-2-2 265,-2 3 1,1-4-146,-4 1 1,0 1-4,-3-1 1,1 1-229,-2-1 1,0-1 34,0 1 1,-1-1-385,1-1 1,-2 0-101,3 0 1,-3 0-308,3 0 1,-1 0 303,3 0 0,1-2-637,1 0 982,3-3 0,6-2 0,6-3 0</inkml:trace>
  <inkml:trace contextRef="#ctx0" brushRef="#br0" timeOffset="5">1007 186 7910,'-6'0'1915,"3"0"-1480,-3 0-847,5 0 216,1 0 0,4 0 119,2 0 1,3 0-603,-1-3 1,1 3 133,-3-2 0,3-1 109,-1 1 0,1-1 436,-3 1 0,-2 0 0,1-2 0,-4 2 0,1-2 0,-1 1 0,-1-1 313,0 3 0,-3-4-167,-1 3 1,-4-1 409,0 3 1,-3 0 168,2 0 0,-1 1 336,1 1 0,0 0-436,0 5 1,2-2 114,-1 3 1,0 2-271,2-2 1,0 3-35,2-3 0,1 3-686,3-2 0,0 1 198,0-1 1,5 1-907,2-4 1,4 2 275,2-4 1,0 1 681,4 0 0,35-17 0,10-6 0</inkml:trace>
  <inkml:trace contextRef="#ctx0" brushRef="#br0" timeOffset="6">1495 141 8544,'1'4'1049,"1"-2"0,1-1-852,4-1 0,1 1-190,1 1 0,2-2-342,0 3 0,2-3-174,2 0 1,-2 0 508,2 0 0,19-5 0,4-3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18.0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 7955,'-4'6'0,"-1"1"0,4 0 237,-1 1 0,1-1-116,1 2 1,0 1-382,0 1 1,0 1-107,0 1 0,1-3 366,1 1 0,4 11 0,4 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4:29.600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39 275 8080,'-4'3'211,"-4"0"70,2 1 0,0 1 42,2-2 0,2 1 647,-2-2-412,2 3-88,-1-2-249,3 1 1,1-1-113,1-3 0,0 0-6,5 0 0,-2-1-31,3-1 0,2-2-210,1-5 0,0 1-60,0-2 1,1 0-188,-1-1 1,2-1 99,0 1 1,2-1-2,-5-1 1,2 0-3,-2 1 1,2-1 55,-4 0 1,1 3 178,-3 1 0,0 2-102,-2 1 54,-1 2 90,-3 1 0,-3 6 183,-1 2 0,-2 2-76,0 2 0,2 2 135,-1 0 0,1 1-74,-2 1 0,0 0-110,2 0 0,-2-1-213,2-2 0,0 3-232,0-3 0,2 2-302,0 1 0,1-2 700,1 0 0,15-4 0,3 3 0</inkml:trace>
  <inkml:trace contextRef="#ctx0" brushRef="#br0" timeOffset="1">360 115 8088,'0'-6'0,"-3"1"294,-2 1 135,0 3 1,-2-4 112,1 3 0,2-1-148,-1 3 1,3 0-518,-2 0 0,2 1 1,-2 1 0,-1 3-8,-1 3 0,0-1 130,2 2 0,-2-1-114,2 0 0,1-1 129,1 2 1,1-2-180,1-1 0,0 1 93,0-1-49,0 1 0,3-2-119,1 0 0,4-3 139,1-2 0,1 0 23,-1 0 0,2-2-158,0-3 0,1 0-223,1-2 1,-3 1 91,-1-1 0,-2 3 18,-1 0 0,-2 0 437,1-3 1,-4 3-152,1 0 395,-1 2 1,-2-1-104,-1 3 0,-2 0 16,-2 0 1,0 2 31,-1 1 1,1 2 114,-1 2 0,1-1-64,0 3 1,2 0 38,2-1 1,-1 4-218,1-1 0,0-1 50,2 0 1,0 1-216,3 2 1,-3-1-100,2-1 1,1 0-95,-1-2 0,1 1 172,-3-1 1,0 1-86,0-1 0,0 0 13,0-3 1,-3 0-124,-2 1 0,-2-1-31,-2-2 0,-2-1 112,3-3 0,-1 0-238,3 0 1,-1-1-99,1-1 1,0-2 484,-1-2 0,6-23 0,2-6 0</inkml:trace>
  <inkml:trace contextRef="#ctx0" brushRef="#br0" timeOffset="2">469 166 8088,'-13'4'215,"-2"2"195,0 1 0,1 1-59,3 3 0,0 1 187,5-1 0,-1-1-275,5 0 1,-1 0-161,3 1 0,0 1 32,0-4 0,3 1-173,2 0 1,1-4-339,2 1 1,2-4 71,3 1 1,2-3-236,0 0 0,2-3 199,-2-1 0,2-2-149,-2 0 1,2-3 113,-2-2 1,3 1 100,-3-1 1,-1 1 75,-4 0 1,2-2 107,-4 1 1,0 0 219,-3 0 0,-3-1-158,-2 4 1,-5-1 232,-1 3 1,-5 0 32,1 2 1,-5-1 15,0 3 1,-2 0-183,2 2 0,0 0-74,3 0 0,2 0 2,1 0 1,2 0-126,0 0 1,4 0 124,1 3 0,24-3 0,6 3 0</inkml:trace>
  <inkml:trace contextRef="#ctx0" brushRef="#br0" timeOffset="3">744 25 8088,'-9'4'280,"2"2"1,-4-5 186,2 3 0,3 0-124,1 0 0,2 2-275,-1-2 0,1 2 65,3 0 1,0 3-97,3-1 0,0 0-44,4-4 0,0 2-270,1-2 1,0-1 176,3-1 1,-1-1-143,3-1 1,-2-1-87,0-1 1,-3 1 46,3-3 0,-3-1 131,0-1 0,-1-1 109,0 1 0,-3 0 123,0-1 0,-2-1-106,0-1 0,-2 0 164,-2 0 1,-2 2-55,-2-1 1,-1 0 217,-2 2 0,-2 2 42,-4 2 1,1 2-83,-3 2 1,3 2-113,-1 2 1,2 1-153,2-1 0,11 9 0,4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45.540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39 142 7930,'-3'3'1681,"-1"0"-682,-2-3 141,0 3-773,-1-2 0,3 2 78,0-3-166,2 0-232,0 0 0,2-3-167,2-1 1,0-3 27,2-1 1,1 0-17,4-3 0,-2 3 59,1-3 1,0 2 29,1-1 1,-2 2 66,1-1 1,0 2 150,1 1 1,-4 0 51,1 2 1,-1 1-92,2 3 0,-3 0 472,0 0 1,-2 1-189,3 1 1,-4 1 142,1 4 1,1-1-255,-1 0 1,2 1-299,-1-1 0,-1 1-19,0-1 0,0 0-317,2-2 1,-2 2-87,3-2 1,-3 0-1288,2 0 871,0-3 1,3 2 293,-1-3 0,0-3-651,-2-1 1,2-2 124,-2 0 1035,2-3 0,3-30 0,1-9 0</inkml:trace>
  <inkml:trace contextRef="#ctx0" brushRef="#br0" timeOffset="540">39 277 7930,'-3'3'0,"0"3"575,-4-2 910,1-1-940,-1 3 1,2-5 226,0 3-489,3-2-220,2 1 0,2-6-213,3 1 0,0-3 56,2 1 0,0-2-130,1-3 1,0 2 166,3-2 0,-2 2-107,1-2 1,-2 2 315,1-2 1,0 4 223,-1 1 1,1 1 109,-3-2 0,1 0 127,-1 3 1,-1 0 325,-1 2 0,0 1-370,2 1 0,-1 1 76,-1 4 0,-2-1-338,2 1 1,-1 0-151,1 1 0,0-1-702,3 2 0,-3-4 428,0-1 0,0 1-1537,3 1 0,1-2 805,1-2 1,0-2 848,0 0 0,12-34 0,6-9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0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67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06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B81A-222F-5347-1220-7648FBF5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6858DF-9114-B170-4EE1-070CF3B89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E02A2DE-9697-8503-8191-AC95AD3C9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173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D490-8E08-8A88-2C73-F8D1A959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0F714B5-8772-3FA6-1AEE-90BEB1880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F6D33A-7A92-CB00-DF62-AA4289A3F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82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11882-1877-483E-97F9-9F733E44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CFCB49C-D7E4-9F60-319C-07A1708C7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C3ACEE-909F-7C04-B634-854D803D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7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28.11.25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90.png"/><Relationship Id="rId4" Type="http://schemas.openxmlformats.org/officeDocument/2006/relationships/image" Target="../media/image1080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7.png"/><Relationship Id="rId7" Type="http://schemas.openxmlformats.org/officeDocument/2006/relationships/image" Target="../media/image5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9" Type="http://schemas.openxmlformats.org/officeDocument/2006/relationships/image" Target="../media/image103.png"/><Relationship Id="rId21" Type="http://schemas.openxmlformats.org/officeDocument/2006/relationships/image" Target="../media/image94.png"/><Relationship Id="rId34" Type="http://schemas.openxmlformats.org/officeDocument/2006/relationships/customXml" Target="../ink/ink15.xml"/><Relationship Id="rId7" Type="http://schemas.openxmlformats.org/officeDocument/2006/relationships/image" Target="../media/image83.png"/><Relationship Id="rId2" Type="http://schemas.openxmlformats.org/officeDocument/2006/relationships/image" Target="../media/image81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98.png"/><Relationship Id="rId41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89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102.png"/><Relationship Id="rId40" Type="http://schemas.openxmlformats.org/officeDocument/2006/relationships/customXml" Target="../ink/ink18.xml"/><Relationship Id="rId5" Type="http://schemas.openxmlformats.org/officeDocument/2006/relationships/image" Target="../media/image77.png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10" Type="http://schemas.openxmlformats.org/officeDocument/2006/relationships/customXml" Target="../ink/ink3.xml"/><Relationship Id="rId19" Type="http://schemas.openxmlformats.org/officeDocument/2006/relationships/image" Target="../media/image93.png"/><Relationship Id="rId31" Type="http://schemas.openxmlformats.org/officeDocument/2006/relationships/image" Target="../media/image99.png"/><Relationship Id="rId4" Type="http://schemas.openxmlformats.org/officeDocument/2006/relationships/image" Target="../media/image71.png"/><Relationship Id="rId9" Type="http://schemas.openxmlformats.org/officeDocument/2006/relationships/image" Target="../media/image88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97.png"/><Relationship Id="rId30" Type="http://schemas.openxmlformats.org/officeDocument/2006/relationships/customXml" Target="../ink/ink13.xml"/><Relationship Id="rId35" Type="http://schemas.openxmlformats.org/officeDocument/2006/relationships/image" Target="../media/image101.png"/><Relationship Id="rId8" Type="http://schemas.openxmlformats.org/officeDocument/2006/relationships/customXml" Target="../ink/ink2.xml"/><Relationship Id="rId3" Type="http://schemas.openxmlformats.org/officeDocument/2006/relationships/image" Target="../media/image9.png"/><Relationship Id="rId12" Type="http://schemas.openxmlformats.org/officeDocument/2006/relationships/customXml" Target="../ink/ink4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customXml" Target="../ink/ink17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.xml"/><Relationship Id="rId18" Type="http://schemas.openxmlformats.org/officeDocument/2006/relationships/image" Target="../media/image91.png"/><Relationship Id="rId26" Type="http://schemas.openxmlformats.org/officeDocument/2006/relationships/image" Target="../media/image98.png"/><Relationship Id="rId39" Type="http://schemas.openxmlformats.org/officeDocument/2006/relationships/image" Target="../media/image108.png"/><Relationship Id="rId21" Type="http://schemas.openxmlformats.org/officeDocument/2006/relationships/customXml" Target="../ink/ink24.xml"/><Relationship Id="rId34" Type="http://schemas.openxmlformats.org/officeDocument/2006/relationships/image" Target="../media/image102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customXml" Target="../ink/ink22.xml"/><Relationship Id="rId25" Type="http://schemas.openxmlformats.org/officeDocument/2006/relationships/customXml" Target="../ink/ink26.xml"/><Relationship Id="rId33" Type="http://schemas.openxmlformats.org/officeDocument/2006/relationships/customXml" Target="../ink/ink30.xml"/><Relationship Id="rId38" Type="http://schemas.openxmlformats.org/officeDocument/2006/relationships/customXml" Target="../ink/ink33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0.png"/><Relationship Id="rId20" Type="http://schemas.openxmlformats.org/officeDocument/2006/relationships/image" Target="../media/image92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19.xml"/><Relationship Id="rId24" Type="http://schemas.openxmlformats.org/officeDocument/2006/relationships/image" Target="../media/image97.png"/><Relationship Id="rId32" Type="http://schemas.openxmlformats.org/officeDocument/2006/relationships/image" Target="../media/image101.png"/><Relationship Id="rId37" Type="http://schemas.openxmlformats.org/officeDocument/2006/relationships/image" Target="../media/image104.png"/><Relationship Id="rId5" Type="http://schemas.openxmlformats.org/officeDocument/2006/relationships/image" Target="../media/image77.png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99.png"/><Relationship Id="rId36" Type="http://schemas.openxmlformats.org/officeDocument/2006/relationships/customXml" Target="../ink/ink32.xml"/><Relationship Id="rId10" Type="http://schemas.openxmlformats.org/officeDocument/2006/relationships/image" Target="../media/image81.png"/><Relationship Id="rId19" Type="http://schemas.openxmlformats.org/officeDocument/2006/relationships/customXml" Target="../ink/ink23.xml"/><Relationship Id="rId31" Type="http://schemas.openxmlformats.org/officeDocument/2006/relationships/customXml" Target="../ink/ink29.xml"/><Relationship Id="rId4" Type="http://schemas.openxmlformats.org/officeDocument/2006/relationships/image" Target="../media/image71.png"/><Relationship Id="rId9" Type="http://schemas.openxmlformats.org/officeDocument/2006/relationships/image" Target="../media/image107.png"/><Relationship Id="rId14" Type="http://schemas.openxmlformats.org/officeDocument/2006/relationships/image" Target="../media/image89.png"/><Relationship Id="rId22" Type="http://schemas.openxmlformats.org/officeDocument/2006/relationships/image" Target="../media/image93.png"/><Relationship Id="rId27" Type="http://schemas.openxmlformats.org/officeDocument/2006/relationships/customXml" Target="../ink/ink27.xml"/><Relationship Id="rId30" Type="http://schemas.openxmlformats.org/officeDocument/2006/relationships/image" Target="../media/image100.png"/><Relationship Id="rId35" Type="http://schemas.openxmlformats.org/officeDocument/2006/relationships/customXml" Target="../ink/ink31.xml"/><Relationship Id="rId8" Type="http://schemas.openxmlformats.org/officeDocument/2006/relationships/image" Target="../media/image84.png"/><Relationship Id="rId3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109.png"/><Relationship Id="rId10" Type="http://schemas.openxmlformats.org/officeDocument/2006/relationships/image" Target="../media/image106.png"/><Relationship Id="rId4" Type="http://schemas.openxmlformats.org/officeDocument/2006/relationships/image" Target="../media/image77.png"/><Relationship Id="rId9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12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7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1.jpeg"/><Relationship Id="rId5" Type="http://schemas.openxmlformats.org/officeDocument/2006/relationships/image" Target="../media/image114.png"/><Relationship Id="rId10" Type="http://schemas.openxmlformats.org/officeDocument/2006/relationships/image" Target="../media/image118.png"/><Relationship Id="rId4" Type="http://schemas.openxmlformats.org/officeDocument/2006/relationships/image" Target="../media/image77.png"/><Relationship Id="rId9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11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Frequency-domain Specifications, Loop shaping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5D78F-2249-A180-2CB2-666B6116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870703-CC74-0BF2-199F-2AC449604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69219"/>
                <a:ext cx="8119565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does a single point in the polar plot of a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represent?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870703-CC74-0BF2-199F-2AC449604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69219"/>
                <a:ext cx="8119565" cy="3263504"/>
              </a:xfrm>
              <a:blipFill>
                <a:blip r:embed="rId2"/>
                <a:stretch>
                  <a:fillRect l="-625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A0ABA2-9E4A-1959-6AE7-8D003E93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6AC2EE-2027-D0AB-0256-CDB360B6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882E51E-6BE1-059F-7F6D-1E8F23708DCC}"/>
                  </a:ext>
                </a:extLst>
              </p:cNvPr>
              <p:cNvSpPr/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Only the phase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𝒋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, plotted as an angle on the imaginary axis</a:t>
                </a: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882E51E-6BE1-059F-7F6D-1E8F23708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5053E3-D87E-1845-B976-A87498E964A6}"/>
                  </a:ext>
                </a:extLst>
              </p:cNvPr>
              <p:cNvSpPr/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complex value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𝒋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, consisting of magnitude and phase</a:t>
                </a: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5053E3-D87E-1845-B976-A87498E96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6435DAB8-9B07-D6BA-9142-F4E566954D95}"/>
                  </a:ext>
                </a:extLst>
              </p:cNvPr>
              <p:cNvSpPr/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open-loop gain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𝒌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at frequency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𝝎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6435DAB8-9B07-D6BA-9142-F4E566954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17D65880-2025-B585-B8A2-545FFE9ACF46}"/>
                  </a:ext>
                </a:extLst>
              </p:cNvPr>
              <p:cNvSpPr/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Only the magnitude of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𝒋</m:t>
                        </m:r>
                        <m:r>
                          <a:rPr lang="en-US" b="1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, plotted as a radius </a:t>
                </a:r>
                <a:endParaRPr lang="de-CH" dirty="0"/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17D65880-2025-B585-B8A2-545FFE9AC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61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678F1-8E48-E07C-7AF1-354AFD1C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D9E92-A058-63C8-FFE7-5EBDD984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</a:t>
            </a:r>
            <a:r>
              <a:rPr lang="en-US" dirty="0"/>
              <a:t>2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88DF03-B834-5EF0-7166-6560EDF28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of the following statements are correct?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CE3891-97EA-1B1B-4110-A6DAF101B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3D100E-4844-545E-D7B2-7CC1B81C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3ADF32E4-9F44-717F-A008-26A01F79F09F}"/>
                  </a:ext>
                </a:extLst>
              </p:cNvPr>
              <p:cNvSpPr/>
              <p:nvPr/>
            </p:nvSpPr>
            <p:spPr>
              <a:xfrm>
                <a:off x="450420" y="3356676"/>
                <a:ext cx="8197633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𝑵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𝒁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−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𝑷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𝑵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encirclements about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−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/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𝒌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𝒁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closed-loop poles;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𝑷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open-loop poles</a:t>
                </a:r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 </a:t>
                </a:r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3ADF32E4-9F44-717F-A008-26A01F79F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20" y="3356676"/>
                <a:ext cx="8197633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DA24E9AA-12BF-CD2F-E8F8-28C1A18CBCD1}"/>
                  </a:ext>
                </a:extLst>
              </p:cNvPr>
              <p:cNvSpPr/>
              <p:nvPr/>
            </p:nvSpPr>
            <p:spPr>
              <a:xfrm>
                <a:off x="450420" y="2723781"/>
                <a:ext cx="8197633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𝑵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𝒁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−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𝑷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𝑵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encirclements about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−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/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𝒌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𝒁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open-loop zeros;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𝑷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open-loop poles</a:t>
                </a:r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DA24E9AA-12BF-CD2F-E8F8-28C1A18CBC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20" y="2723781"/>
                <a:ext cx="8197633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511B6942-C5DE-8081-BA79-21A07C472D7E}"/>
              </a:ext>
            </a:extLst>
          </p:cNvPr>
          <p:cNvSpPr/>
          <p:nvPr/>
        </p:nvSpPr>
        <p:spPr>
          <a:xfrm>
            <a:off x="450421" y="2049064"/>
            <a:ext cx="8197633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With Nyquist we can determine closed-loop stability only by looking at the open-loop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DCD9CC01-9CF8-2791-A1D1-B58CE851DC87}"/>
              </a:ext>
            </a:extLst>
          </p:cNvPr>
          <p:cNvSpPr/>
          <p:nvPr/>
        </p:nvSpPr>
        <p:spPr>
          <a:xfrm>
            <a:off x="450419" y="3989571"/>
            <a:ext cx="8197633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Nyquist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is a more robust way to determine stability of a closed-loop system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00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D5FD5-775D-7BEE-62BE-DB73E586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</a:t>
            </a:r>
            <a:r>
              <a:rPr lang="en-US" dirty="0"/>
              <a:t>3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49BEB-A908-2081-10D6-969DFDACA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Which of the following statements about Nyquist plots are correct?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202C5B-71B8-4608-7C45-648A8C2D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112643-034F-754D-664A-FB7FEC92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78D8F15B-4273-E191-E8BF-7F0CFE0C4921}"/>
              </a:ext>
            </a:extLst>
          </p:cNvPr>
          <p:cNvSpPr/>
          <p:nvPr/>
        </p:nvSpPr>
        <p:spPr>
          <a:xfrm>
            <a:off x="628650" y="3398498"/>
            <a:ext cx="5829299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We can add Nyquist Plots of different TFs on top of each other 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866CAF16-6E88-4FAA-5237-7F215BCE1584}"/>
              </a:ext>
            </a:extLst>
          </p:cNvPr>
          <p:cNvSpPr/>
          <p:nvPr/>
        </p:nvSpPr>
        <p:spPr>
          <a:xfrm>
            <a:off x="628651" y="2046500"/>
            <a:ext cx="5829299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They are symmetric 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w.r.t.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the real axis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219917CC-365B-E54F-33E2-DFEC00550B93}"/>
                  </a:ext>
                </a:extLst>
              </p:cNvPr>
              <p:cNvSpPr/>
              <p:nvPr/>
            </p:nvSpPr>
            <p:spPr>
              <a:xfrm>
                <a:off x="628649" y="4072098"/>
                <a:ext cx="5829299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They start at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𝝎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=∞</m:t>
                    </m:r>
                  </m:oMath>
                </a14:m>
                <a:r>
                  <a:rPr lang="en-US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and end at </a:t>
                </a:r>
                <a14:m>
                  <m:oMath xmlns:m="http://schemas.openxmlformats.org/officeDocument/2006/math"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𝝎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𝟎</m:t>
                    </m:r>
                    <m:r>
                      <a:rPr lang="en-US" b="1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 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219917CC-365B-E54F-33E2-DFEC00550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072098"/>
                <a:ext cx="5829299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EAC5FFBD-4C4A-2CAB-5B01-D1DEE5A651FC}"/>
              </a:ext>
            </a:extLst>
          </p:cNvPr>
          <p:cNvSpPr/>
          <p:nvPr/>
        </p:nvSpPr>
        <p:spPr>
          <a:xfrm>
            <a:off x="628649" y="2720100"/>
            <a:ext cx="5829299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frequency is implicit in the Nyquist plot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83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462398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Polar plots, The Nyquist condition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Gain &amp; Phase Margin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 err="1"/>
              <a:t>Frequecy</a:t>
            </a:r>
            <a:r>
              <a:rPr lang="en-US" u="sng" noProof="0" dirty="0"/>
              <a:t>-Domain Specifications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dirty="0"/>
              <a:t>Loop Shaping</a:t>
            </a:r>
            <a:endParaRPr lang="en-US" u="sng" noProof="0" dirty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Kissan Varatharajan - </a:t>
            </a:r>
            <a:r>
              <a:rPr lang="en-US" noProof="0" err="1"/>
              <a:t>kissanv.github.io</a:t>
            </a:r>
            <a:endParaRPr lang="en-US" noProof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 dirty="0"/>
              <a:t>1. Gain &amp; Phase Margin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ABF7BCC-077A-9B0B-19DD-65C48B7768DF}"/>
              </a:ext>
            </a:extLst>
          </p:cNvPr>
          <p:cNvGrpSpPr/>
          <p:nvPr/>
        </p:nvGrpSpPr>
        <p:grpSpPr>
          <a:xfrm>
            <a:off x="5986130" y="1305568"/>
            <a:ext cx="2997084" cy="3843051"/>
            <a:chOff x="5986130" y="1290578"/>
            <a:chExt cx="2997084" cy="3843051"/>
          </a:xfrm>
        </p:grpSpPr>
        <p:pic>
          <p:nvPicPr>
            <p:cNvPr id="15" name="Grafik 14" descr="Ein Bild, das Text, Reihe, Schrift, Diagramm enthält.&#10;&#10;KI-generierte Inhalte können fehlerhaft sein.">
              <a:extLst>
                <a:ext uri="{FF2B5EF4-FFF2-40B4-BE49-F238E27FC236}">
                  <a16:creationId xmlns:a16="http://schemas.microsoft.com/office/drawing/2014/main" id="{1B19AD5D-98D3-92BE-9B37-BDDD4AAEB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6130" y="1290578"/>
              <a:ext cx="2997084" cy="2202302"/>
            </a:xfrm>
            <a:prstGeom prst="rect">
              <a:avLst/>
            </a:prstGeom>
          </p:spPr>
        </p:pic>
        <p:pic>
          <p:nvPicPr>
            <p:cNvPr id="17" name="Grafik 16" descr="Ein Bild, das Diagramm, Text, Reihe, Kreis enthält.&#10;&#10;KI-generierte Inhalte können fehlerhaft sein.">
              <a:extLst>
                <a:ext uri="{FF2B5EF4-FFF2-40B4-BE49-F238E27FC236}">
                  <a16:creationId xmlns:a16="http://schemas.microsoft.com/office/drawing/2014/main" id="{EEBFAA8B-9003-3022-3A4E-50069624B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6265" y="3410381"/>
              <a:ext cx="1839379" cy="1723248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51ACAE0-AB45-A60B-EBED-AF1CF27A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9047"/>
            <a:ext cx="7886700" cy="994172"/>
          </a:xfrm>
        </p:spPr>
        <p:txBody>
          <a:bodyPr/>
          <a:lstStyle/>
          <a:p>
            <a:r>
              <a:rPr lang="en-US" noProof="0"/>
              <a:t>Gain &amp; Phase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D9F0FCF-EF19-ED4F-9C83-1A44B2FC7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33267"/>
                <a:ext cx="7672512" cy="1556861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These margins are only valid for open-loop stable systems!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Phase &amp; Gain Margin define "how close" we are to closed loop instability</a:t>
                </a:r>
              </a:p>
              <a:p>
                <a:pPr marL="0" indent="0">
                  <a:buNone/>
                </a:pPr>
                <a:r>
                  <a:rPr lang="en-US" sz="1600" dirty="0"/>
                  <a:t>(i.e. encircling the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/>
                  <a:t> point)</a:t>
                </a:r>
                <a:endParaRPr lang="en-US" sz="16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D9F0FCF-EF19-ED4F-9C83-1A44B2FC7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33267"/>
                <a:ext cx="7672512" cy="1556861"/>
              </a:xfrm>
              <a:blipFill>
                <a:blip r:embed="rId4"/>
                <a:stretch>
                  <a:fillRect l="-331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2155B3-A226-F400-AE18-3F3D2141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60BB16-C24B-06FB-0298-776B2BBA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DD12881-4924-6CF1-0AE0-F4B311FB0742}"/>
                  </a:ext>
                </a:extLst>
              </p:cNvPr>
              <p:cNvSpPr txBox="1"/>
              <p:nvPr/>
            </p:nvSpPr>
            <p:spPr>
              <a:xfrm>
                <a:off x="6889531" y="736579"/>
                <a:ext cx="1844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⟶</m:t>
                    </m:r>
                    <m:r>
                      <a:rPr lang="de-CH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 stability we need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DD12881-4924-6CF1-0AE0-F4B311FB0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531" y="736579"/>
                <a:ext cx="1844205" cy="523220"/>
              </a:xfrm>
              <a:prstGeom prst="rect">
                <a:avLst/>
              </a:prstGeom>
              <a:blipFill>
                <a:blip r:embed="rId5"/>
                <a:stretch>
                  <a:fillRect l="-1370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3F925C0-7F28-860F-25A8-A5407CD4999C}"/>
                  </a:ext>
                </a:extLst>
              </p:cNvPr>
              <p:cNvSpPr txBox="1"/>
              <p:nvPr/>
            </p:nvSpPr>
            <p:spPr>
              <a:xfrm>
                <a:off x="628650" y="1918150"/>
                <a:ext cx="4441846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 Gain Margin: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CH" sz="1600" i="1" dirty="0" err="1">
                                        <a:latin typeface="Cambria Math" panose="02040503050406030204" pitchFamily="18" charset="0"/>
                                      </a:rPr>
                                      <m:t>𝑝𝑐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How much can we change the gain at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−180°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until we hit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3F925C0-7F28-860F-25A8-A5407CD49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18150"/>
                <a:ext cx="4441846" cy="988540"/>
              </a:xfrm>
              <a:prstGeom prst="rect">
                <a:avLst/>
              </a:prstGeom>
              <a:blipFill>
                <a:blip r:embed="rId6"/>
                <a:stretch>
                  <a:fillRect l="-57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25B7FAC-E391-48F4-35D9-8C308C0B7F06}"/>
                  </a:ext>
                </a:extLst>
              </p:cNvPr>
              <p:cNvSpPr txBox="1"/>
              <p:nvPr/>
            </p:nvSpPr>
            <p:spPr>
              <a:xfrm>
                <a:off x="628650" y="2935103"/>
                <a:ext cx="39433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2. Phase Margin: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de-CH" sz="1600" i="1" dirty="0">
                        <a:latin typeface="Cambria Math" panose="02040503050406030204" pitchFamily="18" charset="0"/>
                      </a:rPr>
                      <m:t>+∠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How much can we change the phase at </a:t>
                </a:r>
                <a14:m>
                  <m:oMath xmlns:m="http://schemas.openxmlformats.org/officeDocument/2006/math">
                    <m:r>
                      <a:rPr lang="de-CH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0</m:t>
                    </m:r>
                    <m:r>
                      <m:rPr>
                        <m:sty m:val="p"/>
                      </m:rPr>
                      <a:rPr lang="de-CH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dB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until we reach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−1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25B7FAC-E391-48F4-35D9-8C308C0B7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935103"/>
                <a:ext cx="3943350" cy="830997"/>
              </a:xfrm>
              <a:prstGeom prst="rect">
                <a:avLst/>
              </a:prstGeom>
              <a:blipFill>
                <a:blip r:embed="rId7"/>
                <a:stretch>
                  <a:fillRect l="-643" t="-1493"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C312C889-891D-B5AE-597D-75C2016CD6CF}"/>
              </a:ext>
            </a:extLst>
          </p:cNvPr>
          <p:cNvGrpSpPr/>
          <p:nvPr/>
        </p:nvGrpSpPr>
        <p:grpSpPr>
          <a:xfrm>
            <a:off x="518758" y="3791823"/>
            <a:ext cx="5128958" cy="894546"/>
            <a:chOff x="518758" y="3791823"/>
            <a:chExt cx="5128958" cy="894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0EDC52FF-10FF-D020-F610-B00A7D664F54}"/>
                    </a:ext>
                  </a:extLst>
                </p:cNvPr>
                <p:cNvSpPr txBox="1"/>
                <p:nvPr/>
              </p:nvSpPr>
              <p:spPr>
                <a:xfrm>
                  <a:off x="628650" y="3791823"/>
                  <a:ext cx="5019066" cy="7012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3. </a:t>
                  </a:r>
                  <a:r>
                    <a:rPr lang="en-US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Bandwith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 </a:t>
                  </a:r>
                </a:p>
                <a:p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Frequency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where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magnitude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equals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CH" sz="1600" b="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=−3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𝑑𝐵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≈</m:t>
                      </m:r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𝑔</m:t>
                          </m:r>
                          <m:r>
                            <a:rPr lang="de-CH" sz="1600" i="1" dirty="0" err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0EDC52FF-10FF-D020-F610-B00A7D66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3791823"/>
                  <a:ext cx="5019066" cy="701282"/>
                </a:xfrm>
                <a:prstGeom prst="rect">
                  <a:avLst/>
                </a:prstGeom>
                <a:blipFill>
                  <a:blip r:embed="rId8"/>
                  <a:stretch>
                    <a:fillRect l="-505" t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Gewinkelte Verbindung 8">
              <a:extLst>
                <a:ext uri="{FF2B5EF4-FFF2-40B4-BE49-F238E27FC236}">
                  <a16:creationId xmlns:a16="http://schemas.microsoft.com/office/drawing/2014/main" id="{2B2592FD-9F11-D938-DA4B-D94D575B53F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16920" y="4186443"/>
              <a:ext cx="547876" cy="144200"/>
            </a:xfrm>
            <a:prstGeom prst="bentConnector3">
              <a:avLst>
                <a:gd name="adj1" fmla="val 99738"/>
              </a:avLst>
            </a:prstGeom>
            <a:ln w="158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9D9E3FCC-10C2-D077-6B0E-5752919693E6}"/>
                </a:ext>
              </a:extLst>
            </p:cNvPr>
            <p:cNvSpPr txBox="1"/>
            <p:nvPr/>
          </p:nvSpPr>
          <p:spPr>
            <a:xfrm>
              <a:off x="518758" y="4378592"/>
              <a:ext cx="34083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measures how fast CL-System can react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2CD7549-E63C-1846-C473-5993B02BA610}"/>
              </a:ext>
            </a:extLst>
          </p:cNvPr>
          <p:cNvGrpSpPr/>
          <p:nvPr/>
        </p:nvGrpSpPr>
        <p:grpSpPr>
          <a:xfrm>
            <a:off x="6005878" y="63725"/>
            <a:ext cx="3082216" cy="517193"/>
            <a:chOff x="628650" y="2299149"/>
            <a:chExt cx="3082216" cy="517193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E1F9F05E-29E0-1A1F-DB83-D8ED6AB7261F}"/>
                </a:ext>
              </a:extLst>
            </p:cNvPr>
            <p:cNvSpPr txBox="1"/>
            <p:nvPr/>
          </p:nvSpPr>
          <p:spPr>
            <a:xfrm>
              <a:off x="628650" y="2310140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60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24278B4F-E8E8-9C8C-0D40-8F7FE6211839}"/>
                </a:ext>
              </a:extLst>
            </p:cNvPr>
            <p:cNvSpPr/>
            <p:nvPr/>
          </p:nvSpPr>
          <p:spPr>
            <a:xfrm>
              <a:off x="2345601" y="2299149"/>
              <a:ext cx="1365265" cy="51719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6B47DDD-9F6F-9A33-7E5E-3DD341080625}"/>
                  </a:ext>
                </a:extLst>
              </p:cNvPr>
              <p:cNvSpPr txBox="1"/>
              <p:nvPr/>
            </p:nvSpPr>
            <p:spPr>
              <a:xfrm>
                <a:off x="7811633" y="147428"/>
                <a:ext cx="11566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6B47DDD-9F6F-9A33-7E5E-3DD341080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633" y="147428"/>
                <a:ext cx="115666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4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88577-A1CA-6A48-6374-65FF0B95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 Problem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3F8039-B283-C319-3313-378484FE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E18460-E30D-8EFF-2513-D2184032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0B4AA4A3-3E8B-8689-2A1F-45A772EF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494" y="1285311"/>
            <a:ext cx="4447171" cy="3464657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466DA72-C1DC-3DA5-9999-E6A0168B2D19}"/>
              </a:ext>
            </a:extLst>
          </p:cNvPr>
          <p:cNvGrpSpPr/>
          <p:nvPr/>
        </p:nvGrpSpPr>
        <p:grpSpPr>
          <a:xfrm>
            <a:off x="6490603" y="17930"/>
            <a:ext cx="2653397" cy="1421419"/>
            <a:chOff x="6490603" y="-26895"/>
            <a:chExt cx="2653397" cy="14214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DDADC2C3-555D-05B5-2683-2C14C3D89B6A}"/>
                    </a:ext>
                  </a:extLst>
                </p:cNvPr>
                <p:cNvSpPr txBox="1"/>
                <p:nvPr/>
              </p:nvSpPr>
              <p:spPr>
                <a:xfrm>
                  <a:off x="6582229" y="-26895"/>
                  <a:ext cx="256177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1. Gain Margin: </a:t>
                  </a:r>
                </a:p>
                <a:p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How much can we change the gain at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−180°</m:t>
                      </m:r>
                    </m:oMath>
                  </a14:m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until we hit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−1</m:t>
                      </m:r>
                    </m:oMath>
                  </a14:m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DDADC2C3-555D-05B5-2683-2C14C3D89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2229" y="-26895"/>
                  <a:ext cx="2561771" cy="646331"/>
                </a:xfrm>
                <a:prstGeom prst="rect">
                  <a:avLst/>
                </a:prstGeom>
                <a:blipFill>
                  <a:blip r:embed="rId3"/>
                  <a:stretch>
                    <a:fillRect r="-495" b="-5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55A94A3C-6FAB-E1B4-3017-559DEFE9443A}"/>
                    </a:ext>
                  </a:extLst>
                </p:cNvPr>
                <p:cNvSpPr txBox="1"/>
                <p:nvPr/>
              </p:nvSpPr>
              <p:spPr>
                <a:xfrm>
                  <a:off x="6582229" y="585507"/>
                  <a:ext cx="23868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2. Phase Margin: </a:t>
                  </a:r>
                </a:p>
                <a:p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How much can we change the phase at </a:t>
                  </a:r>
                  <a14:m>
                    <m:oMath xmlns:m="http://schemas.openxmlformats.org/officeDocument/2006/math">
                      <m:r>
                        <a:rPr lang="de-CH" sz="12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CH" sz="12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dB</m:t>
                      </m:r>
                    </m:oMath>
                  </a14:m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until we reach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−1</m:t>
                      </m:r>
                    </m:oMath>
                  </a14:m>
                  <a:r>
                    <a:rPr lang="en-US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55A94A3C-6FAB-E1B4-3017-559DEFE94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2229" y="585507"/>
                  <a:ext cx="238684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5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31E0BB17-0888-F797-25CB-28F8FFA78E9F}"/>
                </a:ext>
              </a:extLst>
            </p:cNvPr>
            <p:cNvSpPr/>
            <p:nvPr/>
          </p:nvSpPr>
          <p:spPr>
            <a:xfrm>
              <a:off x="6490603" y="-3213"/>
              <a:ext cx="2561771" cy="139773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405F217-E6B8-43F4-1531-75119CE38BE9}"/>
              </a:ext>
            </a:extLst>
          </p:cNvPr>
          <p:cNvGrpSpPr/>
          <p:nvPr/>
        </p:nvGrpSpPr>
        <p:grpSpPr>
          <a:xfrm>
            <a:off x="4397677" y="1638994"/>
            <a:ext cx="4284007" cy="1865512"/>
            <a:chOff x="4432936" y="1560844"/>
            <a:chExt cx="4333425" cy="1917104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CDAADED1-A903-735A-E798-5AAF363F4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2936" y="1560844"/>
              <a:ext cx="4333425" cy="967578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62710170-DCCD-9FEF-F429-AA3CA2540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7417" y="2528422"/>
              <a:ext cx="4244461" cy="949526"/>
            </a:xfrm>
            <a:prstGeom prst="rect">
              <a:avLst/>
            </a:prstGeom>
          </p:spPr>
        </p:pic>
      </p:grpSp>
      <p:pic>
        <p:nvPicPr>
          <p:cNvPr id="6" name="Grafik 5" descr="Ein Bild, das Text, Reihe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E74BA623-AC3C-4C93-27EC-AF6BEFF5E5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261" y="41612"/>
            <a:ext cx="2007758" cy="147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2. Frequency-domain</a:t>
            </a:r>
            <a:br>
              <a:rPr lang="en-US" noProof="0" dirty="0"/>
            </a:br>
            <a:r>
              <a:rPr lang="en-US" noProof="0" dirty="0"/>
              <a:t>Specifications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70725-C5D9-8310-207D-905211FE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9586"/>
            <a:ext cx="7886700" cy="99417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4F1EC3-0355-83DD-373C-CB90C6C3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36" y="1028632"/>
            <a:ext cx="4399516" cy="326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Three weeks ago, we looked at the </a:t>
            </a:r>
            <a:r>
              <a:rPr lang="en-US" sz="1600" b="1" dirty="0"/>
              <a:t>time-domain specifications</a:t>
            </a:r>
            <a:r>
              <a:rPr lang="en-US" sz="1600" dirty="0"/>
              <a:t> which looked like this: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1C3B7E-D4A7-4100-3031-10E94CBC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CBAA22-B7B1-1AF4-9517-CC771ABE2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nhaltsplatzhalter 6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1C05E055-7DD0-79E7-2BC5-C4E6EC11D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3" y="1828800"/>
            <a:ext cx="3806776" cy="303624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8D3D431-01C2-C943-DFF1-130A7477AE7C}"/>
              </a:ext>
            </a:extLst>
          </p:cNvPr>
          <p:cNvSpPr txBox="1"/>
          <p:nvPr/>
        </p:nvSpPr>
        <p:spPr>
          <a:xfrm>
            <a:off x="2134764" y="2719408"/>
            <a:ext cx="240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DC69061-BA5A-8496-13D1-856C9A4114C2}"/>
              </a:ext>
            </a:extLst>
          </p:cNvPr>
          <p:cNvSpPr txBox="1"/>
          <p:nvPr/>
        </p:nvSpPr>
        <p:spPr>
          <a:xfrm>
            <a:off x="2145218" y="3696645"/>
            <a:ext cx="23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11" name="Bogen 9">
            <a:extLst>
              <a:ext uri="{FF2B5EF4-FFF2-40B4-BE49-F238E27FC236}">
                <a16:creationId xmlns:a16="http://schemas.microsoft.com/office/drawing/2014/main" id="{BE03D599-B742-380A-3322-86EAD3482B1F}"/>
              </a:ext>
            </a:extLst>
          </p:cNvPr>
          <p:cNvSpPr/>
          <p:nvPr/>
        </p:nvSpPr>
        <p:spPr>
          <a:xfrm rot="18039400">
            <a:off x="1334312" y="2567678"/>
            <a:ext cx="874240" cy="843336"/>
          </a:xfrm>
          <a:custGeom>
            <a:avLst/>
            <a:gdLst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2" fmla="*/ 916759 w 1833518"/>
              <a:gd name="connsiteY2" fmla="*/ 437057 h 874113"/>
              <a:gd name="connsiteX3" fmla="*/ 916759 w 1833518"/>
              <a:gd name="connsiteY3" fmla="*/ 0 h 874113"/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0" fmla="*/ 0 w 915427"/>
              <a:gd name="connsiteY0" fmla="*/ 0 h 1056380"/>
              <a:gd name="connsiteX1" fmla="*/ 915427 w 915427"/>
              <a:gd name="connsiteY1" fmla="*/ 413509 h 1056380"/>
              <a:gd name="connsiteX2" fmla="*/ 0 w 915427"/>
              <a:gd name="connsiteY2" fmla="*/ 437057 h 1056380"/>
              <a:gd name="connsiteX3" fmla="*/ 0 w 915427"/>
              <a:gd name="connsiteY3" fmla="*/ 0 h 1056380"/>
              <a:gd name="connsiteX0" fmla="*/ 0 w 915427"/>
              <a:gd name="connsiteY0" fmla="*/ 0 h 1056380"/>
              <a:gd name="connsiteX1" fmla="*/ 756425 w 915427"/>
              <a:gd name="connsiteY1" fmla="*/ 1056380 h 1056380"/>
              <a:gd name="connsiteX0" fmla="*/ 126593 w 1042020"/>
              <a:gd name="connsiteY0" fmla="*/ 0 h 1056380"/>
              <a:gd name="connsiteX1" fmla="*/ 1042020 w 1042020"/>
              <a:gd name="connsiteY1" fmla="*/ 413509 h 1056380"/>
              <a:gd name="connsiteX2" fmla="*/ 126593 w 1042020"/>
              <a:gd name="connsiteY2" fmla="*/ 437057 h 1056380"/>
              <a:gd name="connsiteX3" fmla="*/ 126593 w 1042020"/>
              <a:gd name="connsiteY3" fmla="*/ 0 h 1056380"/>
              <a:gd name="connsiteX0" fmla="*/ 0 w 1042020"/>
              <a:gd name="connsiteY0" fmla="*/ 495077 h 1056380"/>
              <a:gd name="connsiteX1" fmla="*/ 883018 w 1042020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3865" h="1056380" stroke="0" extrusionOk="0">
                <a:moveTo>
                  <a:pt x="148438" y="0"/>
                </a:moveTo>
                <a:cubicBezTo>
                  <a:pt x="635557" y="0"/>
                  <a:pt x="1037620" y="181616"/>
                  <a:pt x="1063865" y="413509"/>
                </a:cubicBezTo>
                <a:lnTo>
                  <a:pt x="148438" y="437057"/>
                </a:lnTo>
                <a:lnTo>
                  <a:pt x="148438" y="0"/>
                </a:lnTo>
                <a:close/>
              </a:path>
              <a:path w="1063865" h="1056380" fill="none">
                <a:moveTo>
                  <a:pt x="0" y="559459"/>
                </a:moveTo>
                <a:cubicBezTo>
                  <a:pt x="418953" y="299833"/>
                  <a:pt x="878618" y="824487"/>
                  <a:pt x="904863" y="105638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3" name="Bogen 9">
            <a:extLst>
              <a:ext uri="{FF2B5EF4-FFF2-40B4-BE49-F238E27FC236}">
                <a16:creationId xmlns:a16="http://schemas.microsoft.com/office/drawing/2014/main" id="{E1478C2F-F72F-3208-F0D0-5D301BD213F4}"/>
              </a:ext>
            </a:extLst>
          </p:cNvPr>
          <p:cNvSpPr/>
          <p:nvPr/>
        </p:nvSpPr>
        <p:spPr>
          <a:xfrm rot="10800000">
            <a:off x="1454483" y="3405377"/>
            <a:ext cx="829227" cy="929645"/>
          </a:xfrm>
          <a:custGeom>
            <a:avLst/>
            <a:gdLst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2" fmla="*/ 916759 w 1833518"/>
              <a:gd name="connsiteY2" fmla="*/ 437057 h 874113"/>
              <a:gd name="connsiteX3" fmla="*/ 916759 w 1833518"/>
              <a:gd name="connsiteY3" fmla="*/ 0 h 874113"/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0" fmla="*/ 0 w 915427"/>
              <a:gd name="connsiteY0" fmla="*/ 0 h 1056380"/>
              <a:gd name="connsiteX1" fmla="*/ 915427 w 915427"/>
              <a:gd name="connsiteY1" fmla="*/ 413509 h 1056380"/>
              <a:gd name="connsiteX2" fmla="*/ 0 w 915427"/>
              <a:gd name="connsiteY2" fmla="*/ 437057 h 1056380"/>
              <a:gd name="connsiteX3" fmla="*/ 0 w 915427"/>
              <a:gd name="connsiteY3" fmla="*/ 0 h 1056380"/>
              <a:gd name="connsiteX0" fmla="*/ 0 w 915427"/>
              <a:gd name="connsiteY0" fmla="*/ 0 h 1056380"/>
              <a:gd name="connsiteX1" fmla="*/ 756425 w 915427"/>
              <a:gd name="connsiteY1" fmla="*/ 1056380 h 1056380"/>
              <a:gd name="connsiteX0" fmla="*/ 126593 w 1042020"/>
              <a:gd name="connsiteY0" fmla="*/ 0 h 1056380"/>
              <a:gd name="connsiteX1" fmla="*/ 1042020 w 1042020"/>
              <a:gd name="connsiteY1" fmla="*/ 413509 h 1056380"/>
              <a:gd name="connsiteX2" fmla="*/ 126593 w 1042020"/>
              <a:gd name="connsiteY2" fmla="*/ 437057 h 1056380"/>
              <a:gd name="connsiteX3" fmla="*/ 126593 w 1042020"/>
              <a:gd name="connsiteY3" fmla="*/ 0 h 1056380"/>
              <a:gd name="connsiteX0" fmla="*/ 0 w 1042020"/>
              <a:gd name="connsiteY0" fmla="*/ 495077 h 1056380"/>
              <a:gd name="connsiteX1" fmla="*/ 883018 w 1042020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3865" h="1056380" stroke="0" extrusionOk="0">
                <a:moveTo>
                  <a:pt x="148438" y="0"/>
                </a:moveTo>
                <a:cubicBezTo>
                  <a:pt x="635557" y="0"/>
                  <a:pt x="1037620" y="181616"/>
                  <a:pt x="1063865" y="413509"/>
                </a:cubicBezTo>
                <a:lnTo>
                  <a:pt x="148438" y="437057"/>
                </a:lnTo>
                <a:lnTo>
                  <a:pt x="148438" y="0"/>
                </a:lnTo>
                <a:close/>
              </a:path>
              <a:path w="1063865" h="1056380" fill="none">
                <a:moveTo>
                  <a:pt x="0" y="559459"/>
                </a:moveTo>
                <a:cubicBezTo>
                  <a:pt x="418953" y="299833"/>
                  <a:pt x="878618" y="824487"/>
                  <a:pt x="904863" y="105638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98663F7D-7B8D-B02F-5004-039D610C5D1D}"/>
              </a:ext>
            </a:extLst>
          </p:cNvPr>
          <p:cNvCxnSpPr>
            <a:cxnSpLocks/>
          </p:cNvCxnSpPr>
          <p:nvPr/>
        </p:nvCxnSpPr>
        <p:spPr>
          <a:xfrm flipV="1">
            <a:off x="435816" y="3384035"/>
            <a:ext cx="1870859" cy="1582071"/>
          </a:xfrm>
          <a:prstGeom prst="line">
            <a:avLst/>
          </a:prstGeom>
          <a:ln w="25400">
            <a:solidFill>
              <a:srgbClr val="070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EADCA0-1446-1113-4BCC-D0B90E7ED7DA}"/>
              </a:ext>
            </a:extLst>
          </p:cNvPr>
          <p:cNvGrpSpPr/>
          <p:nvPr/>
        </p:nvGrpSpPr>
        <p:grpSpPr>
          <a:xfrm>
            <a:off x="364268" y="3384035"/>
            <a:ext cx="1243406" cy="3582"/>
            <a:chOff x="710888" y="3052686"/>
            <a:chExt cx="1243406" cy="3582"/>
          </a:xfrm>
        </p:grpSpPr>
        <p:cxnSp>
          <p:nvCxnSpPr>
            <p:cNvPr id="12" name="Gerade Verbindung 11">
              <a:extLst>
                <a:ext uri="{FF2B5EF4-FFF2-40B4-BE49-F238E27FC236}">
                  <a16:creationId xmlns:a16="http://schemas.microsoft.com/office/drawing/2014/main" id="{8A03378C-F46C-81C8-9F53-285225A15887}"/>
                </a:ext>
              </a:extLst>
            </p:cNvPr>
            <p:cNvCxnSpPr>
              <a:cxnSpLocks/>
            </p:cNvCxnSpPr>
            <p:nvPr/>
          </p:nvCxnSpPr>
          <p:spPr>
            <a:xfrm>
              <a:off x="710888" y="3052686"/>
              <a:ext cx="62170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14">
              <a:extLst>
                <a:ext uri="{FF2B5EF4-FFF2-40B4-BE49-F238E27FC236}">
                  <a16:creationId xmlns:a16="http://schemas.microsoft.com/office/drawing/2014/main" id="{B7E8089E-BFE6-362B-08C2-4FAF8470A66E}"/>
                </a:ext>
              </a:extLst>
            </p:cNvPr>
            <p:cNvCxnSpPr>
              <a:cxnSpLocks/>
            </p:cNvCxnSpPr>
            <p:nvPr/>
          </p:nvCxnSpPr>
          <p:spPr>
            <a:xfrm>
              <a:off x="1332591" y="3056268"/>
              <a:ext cx="62170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EFB3FDB8-58C3-AE53-323F-7E8B0B3EE4CB}"/>
              </a:ext>
            </a:extLst>
          </p:cNvPr>
          <p:cNvCxnSpPr>
            <a:cxnSpLocks/>
          </p:cNvCxnSpPr>
          <p:nvPr/>
        </p:nvCxnSpPr>
        <p:spPr>
          <a:xfrm>
            <a:off x="1795486" y="2039966"/>
            <a:ext cx="0" cy="253173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9C3525F9-7A14-7B38-096C-C28568D6C10C}"/>
              </a:ext>
            </a:extLst>
          </p:cNvPr>
          <p:cNvCxnSpPr>
            <a:cxnSpLocks/>
          </p:cNvCxnSpPr>
          <p:nvPr/>
        </p:nvCxnSpPr>
        <p:spPr>
          <a:xfrm>
            <a:off x="488570" y="1974208"/>
            <a:ext cx="1818105" cy="1411632"/>
          </a:xfrm>
          <a:prstGeom prst="line">
            <a:avLst/>
          </a:prstGeom>
          <a:ln w="25400">
            <a:solidFill>
              <a:srgbClr val="070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A1F062C-1F25-2202-B5B5-17E6C00B46AA}"/>
              </a:ext>
            </a:extLst>
          </p:cNvPr>
          <p:cNvSpPr/>
          <p:nvPr/>
        </p:nvSpPr>
        <p:spPr>
          <a:xfrm>
            <a:off x="1284937" y="2300702"/>
            <a:ext cx="2079616" cy="203432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C6D465-B31E-C59D-8321-1506B9F1114C}"/>
              </a:ext>
            </a:extLst>
          </p:cNvPr>
          <p:cNvSpPr txBox="1"/>
          <p:nvPr/>
        </p:nvSpPr>
        <p:spPr>
          <a:xfrm>
            <a:off x="1435927" y="3177647"/>
            <a:ext cx="243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endParaRPr lang="en-US" noProof="0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6A1ED40E-35A0-83DC-DD92-3FC11C1CA707}"/>
              </a:ext>
            </a:extLst>
          </p:cNvPr>
          <p:cNvGrpSpPr/>
          <p:nvPr/>
        </p:nvGrpSpPr>
        <p:grpSpPr>
          <a:xfrm>
            <a:off x="4607287" y="1028632"/>
            <a:ext cx="4664718" cy="3963382"/>
            <a:chOff x="4607287" y="1028632"/>
            <a:chExt cx="4664718" cy="3963382"/>
          </a:xfrm>
        </p:grpSpPr>
        <p:pic>
          <p:nvPicPr>
            <p:cNvPr id="40" name="Grafik 39" descr="Ein Bild, das Text, Reihe, Diagramm, Schrift enthält.&#10;&#10;KI-generierte Inhalte können fehlerhaft sein.">
              <a:extLst>
                <a:ext uri="{FF2B5EF4-FFF2-40B4-BE49-F238E27FC236}">
                  <a16:creationId xmlns:a16="http://schemas.microsoft.com/office/drawing/2014/main" id="{76CE1F28-1DAC-B2BE-30D5-11F08B3AB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7287" y="1619649"/>
              <a:ext cx="4310701" cy="3372365"/>
            </a:xfrm>
            <a:prstGeom prst="rect">
              <a:avLst/>
            </a:prstGeom>
          </p:spPr>
        </p:pic>
        <p:sp>
          <p:nvSpPr>
            <p:cNvPr id="38" name="Inhaltsplatzhalter 2">
              <a:extLst>
                <a:ext uri="{FF2B5EF4-FFF2-40B4-BE49-F238E27FC236}">
                  <a16:creationId xmlns:a16="http://schemas.microsoft.com/office/drawing/2014/main" id="{17D3B555-7C5C-FB29-70AB-23DC25464B8F}"/>
                </a:ext>
              </a:extLst>
            </p:cNvPr>
            <p:cNvSpPr txBox="1">
              <a:spLocks/>
            </p:cNvSpPr>
            <p:nvPr/>
          </p:nvSpPr>
          <p:spPr>
            <a:xfrm>
              <a:off x="4872489" y="1028632"/>
              <a:ext cx="4399516" cy="3265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Arial" panose="020B0604020202020204" pitchFamily="34" charset="0"/>
                <a:buNone/>
              </a:pPr>
              <a:r>
                <a:rPr lang="en-US" sz="1600" dirty="0"/>
                <a:t>Today, we're going to look at the </a:t>
              </a:r>
              <a:r>
                <a:rPr lang="en-US" sz="1600" b="1" dirty="0"/>
                <a:t>frequency-domain specifications</a:t>
              </a:r>
              <a:r>
                <a:rPr lang="en-US" sz="1600" dirty="0"/>
                <a:t> which look like this: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8326343C-D626-CEF2-6825-93AA0E1C7F8B}"/>
                  </a:ext>
                </a:extLst>
              </p14:cNvPr>
              <p14:cNvContentPartPr/>
              <p14:nvPr/>
            </p14:nvContentPartPr>
            <p14:xfrm>
              <a:off x="365381" y="2283120"/>
              <a:ext cx="1087200" cy="234144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8326343C-D626-CEF2-6825-93AA0E1C7F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399" y="2175137"/>
                <a:ext cx="1194804" cy="25570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585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8AAD26-113C-F695-26BC-576B44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800"/>
            <a:ext cx="7886700" cy="994172"/>
          </a:xfrm>
        </p:spPr>
        <p:txBody>
          <a:bodyPr/>
          <a:lstStyle/>
          <a:p>
            <a:r>
              <a:rPr lang="en-US" dirty="0"/>
              <a:t>Noise &amp; Disturbance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1488E0-011E-91BA-55F0-FAC94AF89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38434"/>
            <a:ext cx="7886700" cy="541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Let’s take a closer look at how exactly our system can be affected: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E927D2-B929-CA52-BEFD-2B526674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375ECB-4AB9-89D8-B043-447CF42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6AD7D16-41CA-4021-F580-96188DCC8E79}"/>
              </a:ext>
            </a:extLst>
          </p:cNvPr>
          <p:cNvGrpSpPr/>
          <p:nvPr/>
        </p:nvGrpSpPr>
        <p:grpSpPr>
          <a:xfrm>
            <a:off x="2712023" y="987934"/>
            <a:ext cx="3811891" cy="1140799"/>
            <a:chOff x="2898655" y="2021863"/>
            <a:chExt cx="3811891" cy="1140799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80C66306-209E-D4C6-2719-44CB9807F741}"/>
                </a:ext>
              </a:extLst>
            </p:cNvPr>
            <p:cNvGrpSpPr/>
            <p:nvPr/>
          </p:nvGrpSpPr>
          <p:grpSpPr>
            <a:xfrm>
              <a:off x="2898655" y="2301484"/>
              <a:ext cx="3674865" cy="861178"/>
              <a:chOff x="4572000" y="136095"/>
              <a:chExt cx="4060935" cy="1116001"/>
            </a:xfrm>
          </p:grpSpPr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63C81BEF-C4C5-E3B2-BF13-29CF2532F502}"/>
                  </a:ext>
                </a:extLst>
              </p:cNvPr>
              <p:cNvGrpSpPr/>
              <p:nvPr/>
            </p:nvGrpSpPr>
            <p:grpSpPr>
              <a:xfrm>
                <a:off x="4572000" y="136095"/>
                <a:ext cx="4060935" cy="1116001"/>
                <a:chOff x="4891261" y="15759"/>
                <a:chExt cx="4060935" cy="1116001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BF9685A-FD42-36C6-83A8-896B13443794}"/>
                    </a:ext>
                  </a:extLst>
                </p:cNvPr>
                <p:cNvSpPr/>
                <p:nvPr/>
              </p:nvSpPr>
              <p:spPr>
                <a:xfrm>
                  <a:off x="5362418" y="321780"/>
                  <a:ext cx="216000" cy="216000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/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08AD4F12-A917-7C47-3D95-DCC48FA814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Gruppieren 13">
                  <a:extLst>
                    <a:ext uri="{FF2B5EF4-FFF2-40B4-BE49-F238E27FC236}">
                      <a16:creationId xmlns:a16="http://schemas.microsoft.com/office/drawing/2014/main" id="{1AF2BEAE-1631-82BA-EB37-21C423121952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26" name="Rechteck 25">
                    <a:extLst>
                      <a:ext uri="{FF2B5EF4-FFF2-40B4-BE49-F238E27FC236}">
                        <a16:creationId xmlns:a16="http://schemas.microsoft.com/office/drawing/2014/main" id="{C6B3F15E-B0B9-4A8B-4A73-396B8EEB9DEE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2000" b="-521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5" name="Gruppieren 14">
                  <a:extLst>
                    <a:ext uri="{FF2B5EF4-FFF2-40B4-BE49-F238E27FC236}">
                      <a16:creationId xmlns:a16="http://schemas.microsoft.com/office/drawing/2014/main" id="{45860E48-3837-4DEA-3E38-7B4B60E81454}"/>
                    </a:ext>
                  </a:extLst>
                </p:cNvPr>
                <p:cNvGrpSpPr/>
                <p:nvPr/>
              </p:nvGrpSpPr>
              <p:grpSpPr>
                <a:xfrm>
                  <a:off x="6014914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4" name="Rechteck 23">
                    <a:extLst>
                      <a:ext uri="{FF2B5EF4-FFF2-40B4-BE49-F238E27FC236}">
                        <a16:creationId xmlns:a16="http://schemas.microsoft.com/office/drawing/2014/main" id="{353EAB18-12F7-1A5D-4C19-F7A48A29A3AE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 dirty="0"/>
                      </a:p>
                    </p:txBody>
                  </p:sp>
                </mc:Choice>
                <mc:Fallback xmlns="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4F467D23-07DF-CACB-DDD1-9A1BA1FF3C1F}"/>
                    </a:ext>
                  </a:extLst>
                </p:cNvPr>
                <p:cNvCxnSpPr>
                  <a:cxnSpLocks/>
                  <a:endCxn id="24" idx="1"/>
                </p:cNvCxnSpPr>
                <p:nvPr/>
              </p:nvCxnSpPr>
              <p:spPr>
                <a:xfrm>
                  <a:off x="5573194" y="440947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D0C9D245-7692-559A-0964-8AF49A74B7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1261" y="427669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 dirty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1D98142B-B058-04F5-80ED-90B183E00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20">
                  <a:extLst>
                    <a:ext uri="{FF2B5EF4-FFF2-40B4-BE49-F238E27FC236}">
                      <a16:creationId xmlns:a16="http://schemas.microsoft.com/office/drawing/2014/main" id="{9A8360A6-0DFA-BE46-597C-A61930D57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5349" y="424960"/>
                  <a:ext cx="0" cy="7068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 dirty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5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Gewinkelte Verbindung 22">
                  <a:extLst>
                    <a:ext uri="{FF2B5EF4-FFF2-40B4-BE49-F238E27FC236}">
                      <a16:creationId xmlns:a16="http://schemas.microsoft.com/office/drawing/2014/main" id="{A8E75D3D-C160-E690-752A-79CFC1AC89B9}"/>
                    </a:ext>
                  </a:extLst>
                </p:cNvPr>
                <p:cNvCxnSpPr/>
                <p:nvPr/>
              </p:nvCxnSpPr>
              <p:spPr>
                <a:xfrm rot="10800000">
                  <a:off x="5470419" y="537780"/>
                  <a:ext cx="3044931" cy="593980"/>
                </a:xfrm>
                <a:prstGeom prst="bentConnector3">
                  <a:avLst>
                    <a:gd name="adj1" fmla="val 100050"/>
                  </a:avLst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noProof="0" dirty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42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CD424069-9EF4-B330-2DB8-97F3997F1AAB}"/>
                </a:ext>
              </a:extLst>
            </p:cNvPr>
            <p:cNvCxnSpPr>
              <a:cxnSpLocks/>
            </p:cNvCxnSpPr>
            <p:nvPr/>
          </p:nvCxnSpPr>
          <p:spPr>
            <a:xfrm>
              <a:off x="6060005" y="2301484"/>
              <a:ext cx="0" cy="3157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/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/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10AF9DBE-81A4-BD0D-1F41-0C71E2732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8204" y="2933486"/>
              <a:ext cx="25612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E45374D-B1CD-71E1-8747-97A543E3F8D5}"/>
              </a:ext>
            </a:extLst>
          </p:cNvPr>
          <p:cNvGrpSpPr/>
          <p:nvPr/>
        </p:nvGrpSpPr>
        <p:grpSpPr>
          <a:xfrm>
            <a:off x="628650" y="2305588"/>
            <a:ext cx="7886700" cy="1396385"/>
            <a:chOff x="628650" y="2305588"/>
            <a:chExt cx="7886700" cy="1396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Inhaltsplatzhalter 2">
                  <a:extLst>
                    <a:ext uri="{FF2B5EF4-FFF2-40B4-BE49-F238E27FC236}">
                      <a16:creationId xmlns:a16="http://schemas.microsoft.com/office/drawing/2014/main" id="{92E8A22D-C28E-D709-7415-065EBC3F2E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2305588"/>
                  <a:ext cx="7886700" cy="54166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r>
                    <a:rPr lang="en-US" sz="1600" dirty="0"/>
                    <a:t>The effect of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1600" dirty="0"/>
                    <a:t> and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/>
                    <a:t> on the system can be seen from the corresponding transfer functions:</a:t>
                  </a:r>
                </a:p>
              </p:txBody>
            </p:sp>
          </mc:Choice>
          <mc:Fallback xmlns="">
            <p:sp>
              <p:nvSpPr>
                <p:cNvPr id="37" name="Inhaltsplatzhalter 2">
                  <a:extLst>
                    <a:ext uri="{FF2B5EF4-FFF2-40B4-BE49-F238E27FC236}">
                      <a16:creationId xmlns:a16="http://schemas.microsoft.com/office/drawing/2014/main" id="{92E8A22D-C28E-D709-7415-065EBC3F2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305588"/>
                  <a:ext cx="7886700" cy="541665"/>
                </a:xfrm>
                <a:prstGeom prst="rect">
                  <a:avLst/>
                </a:prstGeom>
                <a:blipFill>
                  <a:blip r:embed="rId12"/>
                  <a:stretch>
                    <a:fillRect l="-322" t="-6818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84AC422-9C7F-D258-345B-35B0E1AB8C89}"/>
                    </a:ext>
                  </a:extLst>
                </p:cNvPr>
                <p:cNvSpPr txBox="1"/>
                <p:nvPr/>
              </p:nvSpPr>
              <p:spPr>
                <a:xfrm>
                  <a:off x="2858391" y="2843084"/>
                  <a:ext cx="3467630" cy="858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⟶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	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⟶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:  </m:t>
                      </m:r>
                    </m:oMath>
                  </a14:m>
                  <a:r>
                    <a:rPr lang="de-CH" sz="1600" dirty="0"/>
                    <a:t>	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a14:m>
                  <a:endParaRPr lang="de-CH" sz="1600" dirty="0"/>
                </a:p>
              </p:txBody>
            </p:sp>
          </mc:Choice>
          <mc:Fallback xmlns="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84AC422-9C7F-D258-345B-35B0E1AB8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391" y="2843084"/>
                  <a:ext cx="3467630" cy="858889"/>
                </a:xfrm>
                <a:prstGeom prst="rect">
                  <a:avLst/>
                </a:prstGeom>
                <a:blipFill>
                  <a:blip r:embed="rId13"/>
                  <a:stretch>
                    <a:fillRect l="-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453463A1-B010-1169-3D3D-1CAC82D5E619}"/>
              </a:ext>
            </a:extLst>
          </p:cNvPr>
          <p:cNvSpPr txBox="1">
            <a:spLocks/>
          </p:cNvSpPr>
          <p:nvPr/>
        </p:nvSpPr>
        <p:spPr>
          <a:xfrm>
            <a:off x="628650" y="4166837"/>
            <a:ext cx="7886700" cy="54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Inhaltsplatzhalter 2">
                <a:extLst>
                  <a:ext uri="{FF2B5EF4-FFF2-40B4-BE49-F238E27FC236}">
                    <a16:creationId xmlns:a16="http://schemas.microsoft.com/office/drawing/2014/main" id="{224AD7F0-C31C-D39B-343F-A1ACF6A22D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497" y="3772742"/>
                <a:ext cx="7844853" cy="668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effect of both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𝑒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should be as small as possible</a:t>
                </a:r>
              </a:p>
              <a:p>
                <a:pPr>
                  <a:buClrTx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That means, both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should be as small as possible</a:t>
                </a:r>
              </a:p>
            </p:txBody>
          </p:sp>
        </mc:Choice>
        <mc:Fallback xmlns="">
          <p:sp>
            <p:nvSpPr>
              <p:cNvPr id="41" name="Inhaltsplatzhalter 2">
                <a:extLst>
                  <a:ext uri="{FF2B5EF4-FFF2-40B4-BE49-F238E27FC236}">
                    <a16:creationId xmlns:a16="http://schemas.microsoft.com/office/drawing/2014/main" id="{224AD7F0-C31C-D39B-343F-A1ACF6A22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97" y="3772742"/>
                <a:ext cx="7844853" cy="668629"/>
              </a:xfrm>
              <a:prstGeom prst="rect">
                <a:avLst/>
              </a:prstGeom>
              <a:blipFill>
                <a:blip r:embed="rId14"/>
                <a:stretch>
                  <a:fillRect l="-323" t="-7547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feld 41">
            <a:extLst>
              <a:ext uri="{FF2B5EF4-FFF2-40B4-BE49-F238E27FC236}">
                <a16:creationId xmlns:a16="http://schemas.microsoft.com/office/drawing/2014/main" id="{0B1D3A88-2A32-10DB-B2B1-5967FA090A4A}"/>
              </a:ext>
            </a:extLst>
          </p:cNvPr>
          <p:cNvSpPr txBox="1"/>
          <p:nvPr/>
        </p:nvSpPr>
        <p:spPr>
          <a:xfrm>
            <a:off x="6386888" y="4416114"/>
            <a:ext cx="24016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There’s one small issue…</a:t>
            </a:r>
          </a:p>
          <a:p>
            <a:endParaRPr lang="en-US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3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A490-53B5-9D89-E52E-0D144DF1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6" y="602043"/>
            <a:ext cx="7886700" cy="994172"/>
          </a:xfrm>
        </p:spPr>
        <p:txBody>
          <a:bodyPr/>
          <a:lstStyle/>
          <a:p>
            <a:r>
              <a:rPr lang="en-US" dirty="0"/>
              <a:t>(Complementary) Sensitivity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5463E27-3DDA-E722-ABB3-67376AF77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78982" y="1656626"/>
                <a:ext cx="4386036" cy="63375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5463E27-3DDA-E722-ABB3-67376AF77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78982" y="1656626"/>
                <a:ext cx="4386036" cy="633752"/>
              </a:xfrm>
              <a:blipFill>
                <a:blip r:embed="rId2"/>
                <a:stretch>
                  <a:fillRect r="-1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236262-70E8-54F7-2B47-07AD211E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26CE57-A059-0443-7AB5-A94C553B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C2E4F9D-7CFE-8476-8123-5B412A2997EF}"/>
              </a:ext>
            </a:extLst>
          </p:cNvPr>
          <p:cNvGrpSpPr/>
          <p:nvPr/>
        </p:nvGrpSpPr>
        <p:grpSpPr>
          <a:xfrm>
            <a:off x="5668946" y="8167"/>
            <a:ext cx="3551519" cy="763029"/>
            <a:chOff x="5668946" y="8167"/>
            <a:chExt cx="3551519" cy="763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E3EF7954-DC15-4493-54D5-B823C84F5500}"/>
                    </a:ext>
                  </a:extLst>
                </p:cNvPr>
                <p:cNvSpPr txBox="1"/>
                <p:nvPr/>
              </p:nvSpPr>
              <p:spPr>
                <a:xfrm>
                  <a:off x="5752835" y="8167"/>
                  <a:ext cx="3467630" cy="763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		</a:t>
                  </a:r>
                  <a14:m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a14:m>
                  <a:endParaRPr lang="de-CH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:  </m:t>
                      </m:r>
                    </m:oMath>
                  </a14:m>
                  <a:r>
                    <a:rPr lang="de-CH" dirty="0"/>
                    <a:t>	</a:t>
                  </a:r>
                  <a14:m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a14:m>
                  <a:endParaRPr lang="de-CH"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E3EF7954-DC15-4493-54D5-B823C84F55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835" y="8167"/>
                  <a:ext cx="3467630" cy="763029"/>
                </a:xfrm>
                <a:prstGeom prst="rect">
                  <a:avLst/>
                </a:prstGeom>
                <a:blipFill>
                  <a:blip r:embed="rId3"/>
                  <a:stretch>
                    <a:fillRect l="-3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68B32B54-CE21-58DC-E3B4-938D9D89F198}"/>
                </a:ext>
              </a:extLst>
            </p:cNvPr>
            <p:cNvSpPr/>
            <p:nvPr/>
          </p:nvSpPr>
          <p:spPr>
            <a:xfrm>
              <a:off x="5668946" y="26592"/>
              <a:ext cx="3445858" cy="726180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6135ED8B-1F28-727B-9E70-28A0B6B9F7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2906" y="2455513"/>
                <a:ext cx="7886700" cy="541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They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always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add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up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one</a:t>
                </a:r>
                <a:r>
                  <a:rPr lang="de-CH" sz="1600" dirty="0"/>
                  <a:t>!</a:t>
                </a:r>
              </a:p>
              <a:p>
                <a:r>
                  <a:rPr lang="de-CH" sz="1600" dirty="0"/>
                  <a:t>This </a:t>
                </a:r>
                <a:r>
                  <a:rPr lang="de-CH" sz="1600" dirty="0" err="1"/>
                  <a:t>means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that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we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can’t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cancel</a:t>
                </a:r>
                <a:r>
                  <a:rPr lang="de-CH" sz="1600" dirty="0"/>
                  <a:t> </a:t>
                </a:r>
                <a:r>
                  <a:rPr lang="de-CH" sz="1600" dirty="0" err="1"/>
                  <a:t>both</a:t>
                </a:r>
                <a:r>
                  <a:rPr lang="de-CH" sz="1600" dirty="0"/>
                  <a:t> </a:t>
                </a:r>
                <a:r>
                  <a:rPr lang="de-CH" sz="1600" dirty="0" err="1"/>
                  <a:t>noise</a:t>
                </a:r>
                <a:r>
                  <a:rPr lang="de-CH" sz="1600" dirty="0"/>
                  <a:t> and </a:t>
                </a:r>
                <a:r>
                  <a:rPr lang="de-CH" sz="1600" dirty="0" err="1"/>
                  <a:t>disturbances</a:t>
                </a:r>
                <a:r>
                  <a:rPr lang="de-CH" sz="1600" dirty="0"/>
                  <a:t>…</a:t>
                </a:r>
              </a:p>
              <a:p>
                <a:endParaRPr lang="de-CH" sz="1600" dirty="0"/>
              </a:p>
              <a:p>
                <a:endParaRPr lang="de-CH" sz="1600" dirty="0"/>
              </a:p>
            </p:txBody>
          </p:sp>
        </mc:Choice>
        <mc:Fallback xmlns="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6135ED8B-1F28-727B-9E70-28A0B6B9F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6" y="2455513"/>
                <a:ext cx="7886700" cy="541665"/>
              </a:xfrm>
              <a:prstGeom prst="rect">
                <a:avLst/>
              </a:prstGeom>
              <a:blipFill>
                <a:blip r:embed="rId4"/>
                <a:stretch>
                  <a:fillRect l="-161" t="-15909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966BA362-1580-50C9-53F7-65FFC501757B}"/>
              </a:ext>
            </a:extLst>
          </p:cNvPr>
          <p:cNvSpPr txBox="1"/>
          <p:nvPr/>
        </p:nvSpPr>
        <p:spPr>
          <a:xfrm>
            <a:off x="392906" y="3465065"/>
            <a:ext cx="49584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Thankfully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have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property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Noise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usually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occur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at high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frequencies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Disturbances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usually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occur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at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low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frequencies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Grafik 11" descr="Ein Bild, das Handschrift, Kinderkuns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05300B02-5550-C825-CC10-84CC99C0E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220" y="3514725"/>
            <a:ext cx="3332110" cy="123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5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5DE64-7EB2-02DA-5A78-DB20C2D4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1203"/>
            <a:ext cx="7886700" cy="994172"/>
          </a:xfrm>
        </p:spPr>
        <p:txBody>
          <a:bodyPr/>
          <a:lstStyle/>
          <a:p>
            <a:r>
              <a:rPr lang="en-US" dirty="0"/>
              <a:t>Frequency-domain Specifications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DA97D-DE14-400D-71F8-3CD0121E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11191"/>
            <a:ext cx="5486400" cy="1018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So the workaround is to require:</a:t>
            </a:r>
          </a:p>
          <a:p>
            <a:pPr marL="0" indent="0">
              <a:buNone/>
            </a:pPr>
            <a:endParaRPr lang="en-US" sz="2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83FB36-95E4-7D4E-43AF-7785676B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70AE81-42C5-B8C3-B6D0-296D4074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2A69D9B-9174-1BDB-CC8A-340C2B4A5BB7}"/>
              </a:ext>
            </a:extLst>
          </p:cNvPr>
          <p:cNvGrpSpPr/>
          <p:nvPr/>
        </p:nvGrpSpPr>
        <p:grpSpPr>
          <a:xfrm>
            <a:off x="4747241" y="860424"/>
            <a:ext cx="4509578" cy="978613"/>
            <a:chOff x="4747241" y="860424"/>
            <a:chExt cx="4509578" cy="978613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A3006AE9-1C4E-FB3A-658C-351819E250D2}"/>
                </a:ext>
              </a:extLst>
            </p:cNvPr>
            <p:cNvGrpSpPr/>
            <p:nvPr/>
          </p:nvGrpSpPr>
          <p:grpSpPr>
            <a:xfrm>
              <a:off x="7010856" y="860424"/>
              <a:ext cx="2245963" cy="918949"/>
              <a:chOff x="7315199" y="860424"/>
              <a:chExt cx="2245963" cy="918949"/>
            </a:xfrm>
          </p:grpSpPr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FA8B1E3-5AEC-F546-97F2-24AECFC0AC9E}"/>
                  </a:ext>
                </a:extLst>
              </p:cNvPr>
              <p:cNvSpPr txBox="1"/>
              <p:nvPr/>
            </p:nvSpPr>
            <p:spPr>
              <a:xfrm>
                <a:off x="7503762" y="1036148"/>
                <a:ext cx="2057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How can we guarantee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these constraints?</a:t>
                </a:r>
              </a:p>
            </p:txBody>
          </p:sp>
          <p:sp>
            <p:nvSpPr>
              <p:cNvPr id="8" name="Geschweifte Klammer rechts 7">
                <a:extLst>
                  <a:ext uri="{FF2B5EF4-FFF2-40B4-BE49-F238E27FC236}">
                    <a16:creationId xmlns:a16="http://schemas.microsoft.com/office/drawing/2014/main" id="{8950B097-0D6E-94A3-082B-01C3E0C9004C}"/>
                  </a:ext>
                </a:extLst>
              </p:cNvPr>
              <p:cNvSpPr/>
              <p:nvPr/>
            </p:nvSpPr>
            <p:spPr>
              <a:xfrm>
                <a:off x="7315199" y="860424"/>
                <a:ext cx="238899" cy="918949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1B7DC11-F307-4808-2207-B83E8B96DA40}"/>
                    </a:ext>
                  </a:extLst>
                </p:cNvPr>
                <p:cNvSpPr txBox="1"/>
                <p:nvPr/>
              </p:nvSpPr>
              <p:spPr>
                <a:xfrm>
                  <a:off x="4747241" y="1038818"/>
                  <a:ext cx="2508444" cy="800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2)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≪1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for large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a14:m>
                  <a:b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</a:br>
                  <a14:m>
                    <m:oMath xmlns:m="http://schemas.openxmlformats.org/officeDocument/2006/math">
                      <m:r>
                        <a:rPr lang="de-CH" sz="1600" i="1">
                          <a:latin typeface="Cambria Math" panose="02040503050406030204" pitchFamily="18" charset="0"/>
                        </a:rPr>
                        <m:t>⟶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noise rejection</a:t>
                  </a:r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1B7DC11-F307-4808-2207-B83E8B96D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241" y="1038818"/>
                  <a:ext cx="2508444" cy="800219"/>
                </a:xfrm>
                <a:prstGeom prst="rect">
                  <a:avLst/>
                </a:prstGeom>
                <a:blipFill>
                  <a:blip r:embed="rId2"/>
                  <a:stretch>
                    <a:fillRect t="-15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8A0A1CF-1041-B38B-A9D7-B76CD9C636B5}"/>
                  </a:ext>
                </a:extLst>
              </p:cNvPr>
              <p:cNvSpPr txBox="1"/>
              <p:nvPr/>
            </p:nvSpPr>
            <p:spPr>
              <a:xfrm>
                <a:off x="1545204" y="1038818"/>
                <a:ext cx="38779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		</a:t>
                </a:r>
                <a:b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disturbance rejection 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8A0A1CF-1041-B38B-A9D7-B76CD9C63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204" y="1038818"/>
                <a:ext cx="3877986" cy="584775"/>
              </a:xfrm>
              <a:prstGeom prst="rect">
                <a:avLst/>
              </a:prstGeom>
              <a:blipFill>
                <a:blip r:embed="rId3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95803FA-0306-9BAF-ADA8-808B07FD7B0A}"/>
              </a:ext>
            </a:extLst>
          </p:cNvPr>
          <p:cNvGrpSpPr/>
          <p:nvPr/>
        </p:nvGrpSpPr>
        <p:grpSpPr>
          <a:xfrm>
            <a:off x="111572" y="2008315"/>
            <a:ext cx="4201542" cy="3657155"/>
            <a:chOff x="111572" y="2008315"/>
            <a:chExt cx="4201542" cy="3657155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1DED78A-7F33-DE1D-797D-A41EB55AAC35}"/>
                </a:ext>
              </a:extLst>
            </p:cNvPr>
            <p:cNvSpPr/>
            <p:nvPr/>
          </p:nvSpPr>
          <p:spPr>
            <a:xfrm>
              <a:off x="1599478" y="2698939"/>
              <a:ext cx="1613263" cy="267789"/>
            </a:xfrm>
            <a:prstGeom prst="rect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B8DE6F8-0BC2-E99C-4B85-59A9F8A69A09}"/>
                </a:ext>
              </a:extLst>
            </p:cNvPr>
            <p:cNvSpPr/>
            <p:nvPr/>
          </p:nvSpPr>
          <p:spPr>
            <a:xfrm>
              <a:off x="173130" y="3931236"/>
              <a:ext cx="1960014" cy="595416"/>
            </a:xfrm>
            <a:prstGeom prst="rect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2AD36B06-716E-FBEA-4860-A65C3CC5AA89}"/>
                    </a:ext>
                  </a:extLst>
                </p:cNvPr>
                <p:cNvSpPr txBox="1"/>
                <p:nvPr/>
              </p:nvSpPr>
              <p:spPr>
                <a:xfrm>
                  <a:off x="111572" y="2008315"/>
                  <a:ext cx="4201542" cy="36571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a14:m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 ⇒ 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sz="1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 err="1">
                          <a:latin typeface="Cambria Math" panose="02040503050406030204" pitchFamily="18" charset="0"/>
                        </a:rPr>
                        <m:t>small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 err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 err="1">
                          <a:latin typeface="Cambria Math" panose="02040503050406030204" pitchFamily="18" charset="0"/>
                        </a:rPr>
                        <m:t>small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𝜔</m:t>
                      </m:r>
                    </m:oMath>
                  </a14:m>
                  <a:endParaRPr lang="fr-CH" sz="1600" dirty="0"/>
                </a:p>
                <a:p>
                  <a:pPr marL="342900" indent="-342900">
                    <a:buAutoNum type="arabicParenR"/>
                  </a:pPr>
                  <a:endParaRPr lang="en-US" sz="200" dirty="0"/>
                </a:p>
                <a:p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enforce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inequality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using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constraint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function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some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large at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low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5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/>
                    <a:t>The </a:t>
                  </a:r>
                  <a:r>
                    <a:rPr lang="de-CH" sz="1600" dirty="0" err="1"/>
                    <a:t>equation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can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be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rewritten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as</a:t>
                  </a:r>
                  <a:r>
                    <a:rPr lang="de-CH" sz="1600" dirty="0"/>
                    <a:t>:</a:t>
                  </a:r>
                </a:p>
                <a:p>
                  <a:endParaRPr lang="de-CH" sz="1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&lt;1⇒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de-CH" sz="1600" dirty="0"/>
                </a:p>
                <a:p>
                  <a:endParaRPr lang="de-CH" sz="1600" dirty="0"/>
                </a:p>
                <a:p>
                  <a:endParaRPr lang="de-CH" sz="1600" dirty="0"/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2AD36B06-716E-FBEA-4860-A65C3CC5A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72" y="2008315"/>
                  <a:ext cx="4201542" cy="3657155"/>
                </a:xfrm>
                <a:prstGeom prst="rect">
                  <a:avLst/>
                </a:prstGeom>
                <a:blipFill>
                  <a:blip r:embed="rId4"/>
                  <a:stretch>
                    <a:fillRect l="-602" r="-15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E7ACF0F-80D1-B1ED-26E4-7D032218E37E}"/>
              </a:ext>
            </a:extLst>
          </p:cNvPr>
          <p:cNvGrpSpPr/>
          <p:nvPr/>
        </p:nvGrpSpPr>
        <p:grpSpPr>
          <a:xfrm>
            <a:off x="4989284" y="1919261"/>
            <a:ext cx="4043144" cy="3571555"/>
            <a:chOff x="4989284" y="1919261"/>
            <a:chExt cx="4043144" cy="3571555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7CBCC38-1176-3414-A05E-B6E5CCCFB3B7}"/>
                </a:ext>
              </a:extLst>
            </p:cNvPr>
            <p:cNvSpPr/>
            <p:nvPr/>
          </p:nvSpPr>
          <p:spPr>
            <a:xfrm>
              <a:off x="6125460" y="2595426"/>
              <a:ext cx="1739755" cy="291466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E9E67EAD-D1F7-D57A-EF0B-CD27D1A7E620}"/>
                </a:ext>
              </a:extLst>
            </p:cNvPr>
            <p:cNvSpPr/>
            <p:nvPr/>
          </p:nvSpPr>
          <p:spPr>
            <a:xfrm>
              <a:off x="5023659" y="3861195"/>
              <a:ext cx="1987197" cy="6104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C15FEF6-CFE6-647B-F8E3-C1E8087C773F}"/>
                    </a:ext>
                  </a:extLst>
                </p:cNvPr>
                <p:cNvSpPr txBox="1"/>
                <p:nvPr/>
              </p:nvSpPr>
              <p:spPr>
                <a:xfrm>
                  <a:off x="4989284" y="1919261"/>
                  <a:ext cx="4043144" cy="3571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2)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 ⇒ 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sz="1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 err="1">
                          <a:latin typeface="Cambria Math" panose="02040503050406030204" pitchFamily="18" charset="0"/>
                        </a:rPr>
                        <m:t>small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high</m:t>
                      </m:r>
                      <m:r>
                        <m:rPr>
                          <m:nor/>
                        </m:rPr>
                        <a:rPr lang="de-CH" sz="16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𝜔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 err="1"/>
                    <a:t>Again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using</a:t>
                  </a:r>
                  <a:r>
                    <a:rPr lang="de-CH" sz="1600" dirty="0"/>
                    <a:t> a </a:t>
                  </a:r>
                  <a:r>
                    <a:rPr lang="de-CH" sz="1600" dirty="0" err="1"/>
                    <a:t>constraint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function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de-CH" sz="1600" dirty="0"/>
                    <a:t>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de-CH" sz="1600" dirty="0"/>
                </a:p>
                <a:p>
                  <a:endParaRPr lang="de-CH" sz="1600" dirty="0"/>
                </a:p>
                <a:p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some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large at high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5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equation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rewritten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&lt;1⇒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 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de-CH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CH" sz="16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/>
                </a:p>
                <a:p>
                  <a:endParaRPr lang="de-CH" sz="1600" dirty="0"/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C15FEF6-CFE6-647B-F8E3-C1E8087C7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284" y="1919261"/>
                  <a:ext cx="4043144" cy="3571555"/>
                </a:xfrm>
                <a:prstGeom prst="rect">
                  <a:avLst/>
                </a:prstGeom>
                <a:blipFill>
                  <a:blip r:embed="rId5"/>
                  <a:stretch>
                    <a:fillRect l="-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004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45BC1-7BDD-803C-1768-907F46E9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6E74E9-76E5-9723-D386-BFEEE46C73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607" y="791594"/>
                <a:ext cx="9108475" cy="3832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What exactly are these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/>
                  <a:t>? 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6E74E9-76E5-9723-D386-BFEEE46C7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607" y="791594"/>
                <a:ext cx="9108475" cy="383292"/>
              </a:xfrm>
              <a:blipFill>
                <a:blip r:embed="rId2"/>
                <a:stretch>
                  <a:fillRect l="-279" t="-9677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D0CC2-F84D-AD34-91C1-3655683DA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96AF3-CF2B-7476-FB83-0257F101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9EA228FE-871F-1587-3CE9-5E819AA6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104" y="1155247"/>
            <a:ext cx="4541791" cy="1712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A309EAB4-7495-4767-612E-5C7BB218FD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607" y="3061431"/>
                <a:ext cx="7403243" cy="8515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/>
                  <a:t>'s are like obstacles for the open-loop TF</a:t>
                </a:r>
              </a:p>
              <a:p>
                <a:pPr>
                  <a:buClrTx/>
                </a:pPr>
                <a:r>
                  <a:rPr lang="en-US" sz="1600" dirty="0"/>
                  <a:t>There's </a:t>
                </a:r>
                <a:r>
                  <a:rPr lang="en-US" sz="1600" i="1" dirty="0"/>
                  <a:t>one </a:t>
                </a:r>
                <a:r>
                  <a:rPr lang="en-US" sz="1600" i="1" u="sng" dirty="0"/>
                  <a:t>more important condition </a:t>
                </a:r>
                <a:r>
                  <a:rPr lang="en-US" sz="1600" dirty="0"/>
                  <a:t>for the closed-loop: </a:t>
                </a: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en-US" sz="1600" dirty="0"/>
              </a:p>
              <a:p>
                <a:pPr>
                  <a:buClrTx/>
                </a:pPr>
                <a:endParaRPr lang="en-US" sz="1600" dirty="0"/>
              </a:p>
            </p:txBody>
          </p:sp>
        </mc:Choice>
        <mc:Fallback xmlns="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A309EAB4-7495-4767-612E-5C7BB218F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07" y="3061431"/>
                <a:ext cx="7403243" cy="851544"/>
              </a:xfrm>
              <a:prstGeom prst="rect">
                <a:avLst/>
              </a:prstGeom>
              <a:blipFill>
                <a:blip r:embed="rId4"/>
                <a:stretch>
                  <a:fillRect l="-342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325E1938-693C-1841-9E34-9F4D647818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607" y="3912975"/>
                <a:ext cx="7403243" cy="8515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/>
                  <a:t> system becomes unstable for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endParaRPr lang="en-US" sz="1600" dirty="0"/>
              </a:p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/>
                  <a:t> We could also see this in the Bode-plot!</a:t>
                </a:r>
              </a:p>
            </p:txBody>
          </p:sp>
        </mc:Choice>
        <mc:Fallback xmlns="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325E1938-693C-1841-9E34-9F4D6478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07" y="3912975"/>
                <a:ext cx="7403243" cy="851544"/>
              </a:xfrm>
              <a:prstGeom prst="rect">
                <a:avLst/>
              </a:prstGeom>
              <a:blipFill>
                <a:blip r:embed="rId5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0CDC6F3-8631-5023-9F6C-B443BAC9C766}"/>
              </a:ext>
            </a:extLst>
          </p:cNvPr>
          <p:cNvGrpSpPr/>
          <p:nvPr/>
        </p:nvGrpSpPr>
        <p:grpSpPr>
          <a:xfrm>
            <a:off x="7118727" y="38063"/>
            <a:ext cx="1996245" cy="836639"/>
            <a:chOff x="7118727" y="38063"/>
            <a:chExt cx="1996245" cy="836639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F3E6B61-CD42-8A6C-005F-3A9ACA49A364}"/>
                </a:ext>
              </a:extLst>
            </p:cNvPr>
            <p:cNvGrpSpPr/>
            <p:nvPr/>
          </p:nvGrpSpPr>
          <p:grpSpPr>
            <a:xfrm>
              <a:off x="7284358" y="148607"/>
              <a:ext cx="1830614" cy="592606"/>
              <a:chOff x="6947515" y="270625"/>
              <a:chExt cx="1830614" cy="59260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066A32C8-8DC8-58E0-362A-817EBAEC7449}"/>
                      </a:ext>
                    </a:extLst>
                  </p:cNvPr>
                  <p:cNvSpPr txBox="1"/>
                  <p:nvPr/>
                </p:nvSpPr>
                <p:spPr>
                  <a:xfrm>
                    <a:off x="7000413" y="270625"/>
                    <a:ext cx="1563015" cy="3077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&gt;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066A32C8-8DC8-58E0-362A-817EBAEC7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0413" y="270625"/>
                    <a:ext cx="1563015" cy="30777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98CC8F1F-FEC5-2F6E-BA17-34D0A744DDAD}"/>
                      </a:ext>
                    </a:extLst>
                  </p:cNvPr>
                  <p:cNvSpPr txBox="1"/>
                  <p:nvPr/>
                </p:nvSpPr>
                <p:spPr>
                  <a:xfrm>
                    <a:off x="6947515" y="555454"/>
                    <a:ext cx="18306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a:rPr lang="de-CH" sz="1400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98CC8F1F-FEC5-2F6E-BA17-34D0A744DD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7515" y="555454"/>
                    <a:ext cx="1830614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86351788-709C-535A-C173-17617194E3BD}"/>
                </a:ext>
              </a:extLst>
            </p:cNvPr>
            <p:cNvSpPr/>
            <p:nvPr/>
          </p:nvSpPr>
          <p:spPr>
            <a:xfrm>
              <a:off x="7118727" y="38063"/>
              <a:ext cx="1937489" cy="836639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77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9FEF0-931C-6E08-9E0F-AF3086CD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4906DB-D72F-6E00-B53F-5F9EDF5EB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42337"/>
                <a:ext cx="7886700" cy="9941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The slope of the magnitude plot is related to the phase!</a:t>
                </a:r>
              </a:p>
              <a:p>
                <a:r>
                  <a:rPr lang="en-US" sz="1600" dirty="0"/>
                  <a:t>To ensure enough phase margin, the slope of the magnitude plot at the crossover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/>
                  <a:t> should be not steeper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−20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𝑑𝑒𝑐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4906DB-D72F-6E00-B53F-5F9EDF5EB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42337"/>
                <a:ext cx="7886700" cy="994172"/>
              </a:xfrm>
              <a:blipFill>
                <a:blip r:embed="rId2"/>
                <a:stretch>
                  <a:fillRect l="-322" t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176FED-C815-42A7-F3C6-CAC323F5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F67C3-CE0D-1F43-AB83-30CAFD02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Reihe, Diagramm, Handschrift, Schrift enthält.&#10;&#10;KI-generierte Inhalte können fehlerhaft sein.">
            <a:extLst>
              <a:ext uri="{FF2B5EF4-FFF2-40B4-BE49-F238E27FC236}">
                <a16:creationId xmlns:a16="http://schemas.microsoft.com/office/drawing/2014/main" id="{687BED7F-A87B-9C6C-0BDC-25AAFE7EE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248" y="2811795"/>
            <a:ext cx="5247503" cy="1955468"/>
          </a:xfrm>
          <a:prstGeom prst="rect">
            <a:avLst/>
          </a:prstGeom>
        </p:spPr>
      </p:pic>
      <p:pic>
        <p:nvPicPr>
          <p:cNvPr id="9" name="Grafik 8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136B29C4-9A13-0F4A-6C94-884E292AE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861" y="-16975"/>
            <a:ext cx="4308389" cy="178787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97F1F27-30A4-8431-D83D-82041BD1D56F}"/>
              </a:ext>
            </a:extLst>
          </p:cNvPr>
          <p:cNvSpPr txBox="1"/>
          <p:nvPr/>
        </p:nvSpPr>
        <p:spPr>
          <a:xfrm>
            <a:off x="628650" y="1453994"/>
            <a:ext cx="381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Another condition:</a:t>
            </a:r>
          </a:p>
        </p:txBody>
      </p:sp>
    </p:spTree>
    <p:extLst>
      <p:ext uri="{BB962C8B-B14F-4D97-AF65-F5344CB8AC3E}">
        <p14:creationId xmlns:p14="http://schemas.microsoft.com/office/powerpoint/2010/main" val="529181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3BF6A-656E-B842-4505-FB1CD5E7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Compensator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482517-9B1A-3FCA-37C8-6922223D40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49057"/>
                <a:ext cx="7886700" cy="8309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Choose a controller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s.t.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does what we want! </a:t>
                </a:r>
              </a:p>
              <a:p>
                <a:pPr marL="0" indent="0">
                  <a:buNone/>
                </a:pPr>
                <a:r>
                  <a:rPr lang="en-US" sz="1600" u="sng" dirty="0"/>
                  <a:t>Example: </a:t>
                </a:r>
                <a:r>
                  <a:rPr lang="en-US" sz="1600" dirty="0"/>
                  <a:t>Given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=0.01</m:t>
                    </m:r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+10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482517-9B1A-3FCA-37C8-6922223D4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49057"/>
                <a:ext cx="7886700" cy="830997"/>
              </a:xfrm>
              <a:blipFill>
                <a:blip r:embed="rId2"/>
                <a:stretch>
                  <a:fillRect l="-322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3B4AE6-7C6D-3331-48F7-03A9A4C6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A122DD-EDCC-C480-02E8-6E06FBA6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7216246-61D2-AEA0-7738-3F7280C81E77}"/>
                  </a:ext>
                </a:extLst>
              </p:cNvPr>
              <p:cNvSpPr txBox="1"/>
              <p:nvPr/>
            </p:nvSpPr>
            <p:spPr>
              <a:xfrm>
                <a:off x="628650" y="1154885"/>
                <a:ext cx="80249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All of these conditions for stability and performance make sense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But our plant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just behaves however it behaves, we cannot change the physics</a:t>
                </a:r>
              </a:p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How do we ensure that the open loop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looks how we want?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7216246-61D2-AEA0-7738-3F7280C81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154885"/>
                <a:ext cx="8024954" cy="830997"/>
              </a:xfrm>
              <a:prstGeom prst="rect">
                <a:avLst/>
              </a:prstGeom>
              <a:blipFill>
                <a:blip r:embed="rId3"/>
                <a:stretch>
                  <a:fillRect l="-316" t="-1493"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2C8CFBF-E743-D84B-6D5C-35D9D2FB193E}"/>
                  </a:ext>
                </a:extLst>
              </p:cNvPr>
              <p:cNvSpPr txBox="1"/>
              <p:nvPr/>
            </p:nvSpPr>
            <p:spPr>
              <a:xfrm>
                <a:off x="628650" y="3048000"/>
                <a:ext cx="5829300" cy="1818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Find a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𝐶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such that the following conditions are respected:</a:t>
                </a:r>
              </a:p>
              <a:p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=100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dB</m:t>
                    </m:r>
                    <m:r>
                      <m:rPr>
                        <m:nor/>
                      </m:rPr>
                      <a:rPr lang="fr-CH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CH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fr-CH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&lt;0.1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=0.05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dB</m:t>
                    </m:r>
                    <m:r>
                      <m:rPr>
                        <m:nor/>
                      </m:rPr>
                      <a:rPr lang="fr-CH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fr-CH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&gt;100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phase margin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600" i="1" dirty="0" err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2C8CFBF-E743-D84B-6D5C-35D9D2FB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48000"/>
                <a:ext cx="5829300" cy="1818703"/>
              </a:xfrm>
              <a:prstGeom prst="rect">
                <a:avLst/>
              </a:prstGeom>
              <a:blipFill>
                <a:blip r:embed="rId4"/>
                <a:stretch>
                  <a:fillRect l="-435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25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19FF3-31E6-5A5E-6216-B6D29CB8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Compensator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30D704-0E8E-4C66-B154-C1F09B3A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C2538D-E996-116E-82C6-4EC5F1D2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9C2B30-D09A-450E-12EF-9C04C428E7D5}"/>
                  </a:ext>
                </a:extLst>
              </p:cNvPr>
              <p:cNvSpPr txBox="1"/>
              <p:nvPr/>
            </p:nvSpPr>
            <p:spPr>
              <a:xfrm>
                <a:off x="6309450" y="48296"/>
                <a:ext cx="3785347" cy="1445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=0.01</m:t>
                      </m:r>
                      <m:f>
                        <m:f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+10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=100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dB</m:t>
                    </m:r>
                    <m:r>
                      <m:rPr>
                        <m:nor/>
                      </m:rPr>
                      <a:rPr lang="fr-CH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fr-CH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&lt;0.1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=0.05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dB</m:t>
                    </m:r>
                    <m:r>
                      <m:rPr>
                        <m:nor/>
                      </m:rPr>
                      <a:rPr lang="fr-CH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fr-CH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&gt;100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m:rPr>
                        <m:lit/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phase margin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9C2B30-D09A-450E-12EF-9C04C428E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450" y="48296"/>
                <a:ext cx="3785347" cy="1445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91856477-9E88-C433-8088-B3EBB5147381}"/>
              </a:ext>
            </a:extLst>
          </p:cNvPr>
          <p:cNvSpPr/>
          <p:nvPr/>
        </p:nvSpPr>
        <p:spPr>
          <a:xfrm>
            <a:off x="6182589" y="51342"/>
            <a:ext cx="2910321" cy="1306555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55E831D6-BFB7-C093-7F6B-4CA80FAA00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2262188"/>
                <a:ext cx="4982441" cy="9941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600" dirty="0"/>
                  <a:t>Now we reverse engineer:</a:t>
                </a:r>
              </a:p>
              <a:p>
                <a:pPr marL="0" indent="0"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de-CH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 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CH" sz="1600" b="0" i="1" smtClean="0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</m:sub>
                          </m:sSub>
                          <m:d>
                            <m:d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de-CH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de-CH" sz="16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CH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160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d>
                            <m:d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lit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CH" sz="1600">
                                  <a:latin typeface="Cambria Math" panose="02040503050406030204" pitchFamily="18" charset="0"/>
                                </a:rPr>
                                <m:t>50+1</m:t>
                              </m:r>
                            </m:e>
                          </m:d>
                          <m:sSup>
                            <m:sSup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m:rPr>
                                      <m:lit/>
                                    </m:rPr>
                                    <a:rPr lang="de-CH" sz="160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de-CH" sz="1600">
                                      <a:latin typeface="Cambria Math" panose="02040503050406030204" pitchFamily="18" charset="0"/>
                                    </a:rPr>
                                    <m:t>10+1</m:t>
                                  </m:r>
                                </m:e>
                              </m:d>
                            </m:e>
                            <m:sup>
                              <m:r>
                                <a:rPr lang="de-CH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ClrTx/>
                  <a:buNone/>
                </a:pPr>
                <a:endParaRPr lang="de-CH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55E831D6-BFB7-C093-7F6B-4CA80FAA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2262188"/>
                <a:ext cx="4982441" cy="994172"/>
              </a:xfrm>
              <a:prstGeom prst="rect">
                <a:avLst/>
              </a:prstGeom>
              <a:blipFill>
                <a:blip r:embed="rId3"/>
                <a:stretch>
                  <a:fillRect l="-509" t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82CA888-F5A5-B406-4455-51866E61E088}"/>
              </a:ext>
            </a:extLst>
          </p:cNvPr>
          <p:cNvGrpSpPr/>
          <p:nvPr/>
        </p:nvGrpSpPr>
        <p:grpSpPr>
          <a:xfrm>
            <a:off x="628649" y="3351347"/>
            <a:ext cx="4982441" cy="1440930"/>
            <a:chOff x="628649" y="3351347"/>
            <a:chExt cx="4982441" cy="1440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Inhaltsplatzhalter 2">
                  <a:extLst>
                    <a:ext uri="{FF2B5EF4-FFF2-40B4-BE49-F238E27FC236}">
                      <a16:creationId xmlns:a16="http://schemas.microsoft.com/office/drawing/2014/main" id="{9469AE7C-ECBA-9070-34B2-9FE38A4C60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49" y="3351347"/>
                  <a:ext cx="4982441" cy="9941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 fontScale="92500" lnSpcReduction="20000"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None/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What we just did was a “brute force” approach…</a:t>
                  </a:r>
                </a:p>
                <a:p>
                  <a:pPr>
                    <a:buClrTx/>
                  </a:pP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may be unnecessarily complicated</a:t>
                  </a:r>
                </a:p>
                <a:p>
                  <a:pPr>
                    <a:buClrTx/>
                  </a:pPr>
                  <a:r>
                    <a:rPr lang="en-US" sz="1600" b="1" dirty="0">
                      <a:solidFill>
                        <a:srgbClr val="FF0000"/>
                      </a:solidFill>
                    </a:rPr>
                    <a:t>Only works for open-loop stable, minimum-phase systems!</a:t>
                  </a:r>
                </a:p>
              </p:txBody>
            </p:sp>
          </mc:Choice>
          <mc:Fallback xmlns="">
            <p:sp>
              <p:nvSpPr>
                <p:cNvPr id="13" name="Inhaltsplatzhalter 2">
                  <a:extLst>
                    <a:ext uri="{FF2B5EF4-FFF2-40B4-BE49-F238E27FC236}">
                      <a16:creationId xmlns:a16="http://schemas.microsoft.com/office/drawing/2014/main" id="{9469AE7C-ECBA-9070-34B2-9FE38A4C6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" y="3351347"/>
                  <a:ext cx="4982441" cy="994172"/>
                </a:xfrm>
                <a:prstGeom prst="rect">
                  <a:avLst/>
                </a:prstGeom>
                <a:blipFill>
                  <a:blip r:embed="rId4"/>
                  <a:stretch>
                    <a:fillRect l="-509" t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6C76171A-B533-0901-4A9A-6283DBF064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7356" y="4190475"/>
              <a:ext cx="750094" cy="250031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21290361-21FD-2F92-703C-28FCC0D38100}"/>
                </a:ext>
              </a:extLst>
            </p:cNvPr>
            <p:cNvSpPr txBox="1"/>
            <p:nvPr/>
          </p:nvSpPr>
          <p:spPr>
            <a:xfrm>
              <a:off x="2457450" y="4269057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otherwise, we would cancel</a:t>
              </a:r>
            </a:p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unstable poles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5973D66-C881-36E0-08A5-C7082C237794}"/>
              </a:ext>
            </a:extLst>
          </p:cNvPr>
          <p:cNvGrpSpPr/>
          <p:nvPr/>
        </p:nvGrpSpPr>
        <p:grpSpPr>
          <a:xfrm>
            <a:off x="669453" y="1357897"/>
            <a:ext cx="8448152" cy="2911160"/>
            <a:chOff x="669453" y="1357897"/>
            <a:chExt cx="8448152" cy="2911160"/>
          </a:xfrm>
        </p:grpSpPr>
        <p:pic>
          <p:nvPicPr>
            <p:cNvPr id="9" name="Grafik 8" descr="Ein Bild, das Text, Reihe, Diagramm, Schrift enthält.&#10;&#10;KI-generierte Inhalte können fehlerhaft sein.">
              <a:extLst>
                <a:ext uri="{FF2B5EF4-FFF2-40B4-BE49-F238E27FC236}">
                  <a16:creationId xmlns:a16="http://schemas.microsoft.com/office/drawing/2014/main" id="{DD8361CF-04ED-87E2-398F-6CFE838CB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6303" y="1981830"/>
              <a:ext cx="3451302" cy="22872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Inhaltsplatzhalter 2">
                  <a:extLst>
                    <a:ext uri="{FF2B5EF4-FFF2-40B4-BE49-F238E27FC236}">
                      <a16:creationId xmlns:a16="http://schemas.microsoft.com/office/drawing/2014/main" id="{CA51A13A-C0D8-5F27-7734-36A09A6BFC1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9453" y="1357897"/>
                  <a:ext cx="4982441" cy="9941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A good open-loop suggestion would be:</a:t>
                  </a:r>
                </a:p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16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CH" sz="1600" i="1" dirty="0" smtClean="0">
                              <a:latin typeface="Cambria Math" panose="02040503050406030204" pitchFamily="18" charset="0"/>
                            </a:rPr>
                            <m:t>des</m:t>
                          </m:r>
                        </m:sub>
                      </m:sSub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=10⋅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sz="1600" dirty="0"/>
                    <a:t> 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Inhaltsplatzhalter 2">
                  <a:extLst>
                    <a:ext uri="{FF2B5EF4-FFF2-40B4-BE49-F238E27FC236}">
                      <a16:creationId xmlns:a16="http://schemas.microsoft.com/office/drawing/2014/main" id="{CA51A13A-C0D8-5F27-7734-36A09A6BF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453" y="1357897"/>
                  <a:ext cx="4982441" cy="994172"/>
                </a:xfrm>
                <a:prstGeom prst="rect">
                  <a:avLst/>
                </a:prstGeom>
                <a:blipFill>
                  <a:blip r:embed="rId6"/>
                  <a:stretch>
                    <a:fillRect l="-509" t="-50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5748C0F7-771D-5465-F4F6-093910CC9652}"/>
              </a:ext>
            </a:extLst>
          </p:cNvPr>
          <p:cNvSpPr txBox="1"/>
          <p:nvPr/>
        </p:nvSpPr>
        <p:spPr>
          <a:xfrm>
            <a:off x="6182590" y="4346436"/>
            <a:ext cx="317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more elegant approach is called Loop Shaping… </a:t>
            </a:r>
          </a:p>
        </p:txBody>
      </p:sp>
    </p:spTree>
    <p:extLst>
      <p:ext uri="{BB962C8B-B14F-4D97-AF65-F5344CB8AC3E}">
        <p14:creationId xmlns:p14="http://schemas.microsoft.com/office/powerpoint/2010/main" val="25223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2A8E7-2D52-1C46-45F0-B8D212DEF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20" y="69781"/>
            <a:ext cx="7886700" cy="994172"/>
          </a:xfrm>
        </p:spPr>
        <p:txBody>
          <a:bodyPr/>
          <a:lstStyle/>
          <a:p>
            <a:r>
              <a:rPr lang="en-US" dirty="0"/>
              <a:t>Exam Question</a:t>
            </a:r>
          </a:p>
        </p:txBody>
      </p:sp>
      <p:pic>
        <p:nvPicPr>
          <p:cNvPr id="7" name="Inhaltsplatzhalter 6" descr="Ein Bild, das Text, Schrift, Screenshot, Algebra enthält.&#10;&#10;KI-generierte Inhalte können fehlerhaft sein.">
            <a:extLst>
              <a:ext uri="{FF2B5EF4-FFF2-40B4-BE49-F238E27FC236}">
                <a16:creationId xmlns:a16="http://schemas.microsoft.com/office/drawing/2014/main" id="{8B2D2516-B610-8EEE-C19E-7A619233E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20" y="750422"/>
            <a:ext cx="4706626" cy="206057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80C971-6298-F1A3-BDA8-57C4DEED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2D2BE0-2FF4-E3D7-3ADD-DF2FE4E6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Reihe, Diagramm, Quittung enthält.&#10;&#10;KI-generierte Inhalte können fehlerhaft sein.">
            <a:extLst>
              <a:ext uri="{FF2B5EF4-FFF2-40B4-BE49-F238E27FC236}">
                <a16:creationId xmlns:a16="http://schemas.microsoft.com/office/drawing/2014/main" id="{A42BFB25-49C8-B576-F373-03146B646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7356"/>
            <a:ext cx="2584450" cy="1332191"/>
          </a:xfrm>
          <a:prstGeom prst="rect">
            <a:avLst/>
          </a:prstGeom>
        </p:spPr>
      </p:pic>
      <p:pic>
        <p:nvPicPr>
          <p:cNvPr id="11" name="Grafik 10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FDDB9454-16F7-8DFC-9B7F-A7C413D33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410" y="2747356"/>
            <a:ext cx="2179326" cy="1343820"/>
          </a:xfrm>
          <a:prstGeom prst="rect">
            <a:avLst/>
          </a:prstGeom>
        </p:spPr>
      </p:pic>
      <p:pic>
        <p:nvPicPr>
          <p:cNvPr id="13" name="Grafik 12" descr="Ein Bild, das Text, Schrift, Algebra, Quittung enthält.&#10;&#10;KI-generierte Inhalte können fehlerhaft sein.">
            <a:extLst>
              <a:ext uri="{FF2B5EF4-FFF2-40B4-BE49-F238E27FC236}">
                <a16:creationId xmlns:a16="http://schemas.microsoft.com/office/drawing/2014/main" id="{EA2FA3A8-2F40-03E0-4A84-99CBFFB9B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697" y="1221349"/>
            <a:ext cx="4299303" cy="1268754"/>
          </a:xfrm>
          <a:prstGeom prst="rect">
            <a:avLst/>
          </a:prstGeom>
        </p:spPr>
      </p:pic>
      <p:pic>
        <p:nvPicPr>
          <p:cNvPr id="15" name="Grafik 14" descr="Ein Bild, das Schrift, Tex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7D1F1E49-D466-A3FE-AD09-CFE927C7F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033" y="1"/>
            <a:ext cx="964694" cy="1147864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1AEDF97-192D-972C-C4FE-B5523BA667F8}"/>
              </a:ext>
            </a:extLst>
          </p:cNvPr>
          <p:cNvGrpSpPr/>
          <p:nvPr/>
        </p:nvGrpSpPr>
        <p:grpSpPr>
          <a:xfrm>
            <a:off x="7118727" y="38063"/>
            <a:ext cx="1996245" cy="836639"/>
            <a:chOff x="7118727" y="38063"/>
            <a:chExt cx="1996245" cy="836639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B2D45C3F-2C5A-85DB-565B-C909EF472B52}"/>
                </a:ext>
              </a:extLst>
            </p:cNvPr>
            <p:cNvGrpSpPr/>
            <p:nvPr/>
          </p:nvGrpSpPr>
          <p:grpSpPr>
            <a:xfrm>
              <a:off x="7284358" y="148607"/>
              <a:ext cx="1830614" cy="592606"/>
              <a:chOff x="6947515" y="270625"/>
              <a:chExt cx="1830614" cy="59260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27F0766B-93E1-D98E-A551-424E9D1FBE0C}"/>
                      </a:ext>
                    </a:extLst>
                  </p:cNvPr>
                  <p:cNvSpPr txBox="1"/>
                  <p:nvPr/>
                </p:nvSpPr>
                <p:spPr>
                  <a:xfrm>
                    <a:off x="7000413" y="270625"/>
                    <a:ext cx="1563015" cy="3077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&gt;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27F0766B-93E1-D98E-A551-424E9D1FBE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0413" y="270625"/>
                    <a:ext cx="1563015" cy="30777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3018EE33-D995-6936-BC7D-4C8208E00EE1}"/>
                      </a:ext>
                    </a:extLst>
                  </p:cNvPr>
                  <p:cNvSpPr txBox="1"/>
                  <p:nvPr/>
                </p:nvSpPr>
                <p:spPr>
                  <a:xfrm>
                    <a:off x="6947515" y="555454"/>
                    <a:ext cx="18306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a:rPr lang="de-CH" sz="1400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1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3018EE33-D995-6936-BC7D-4C8208E00E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7515" y="555454"/>
                    <a:ext cx="1830614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D62F686-EFA4-A84B-3D21-31408DD8E26B}"/>
                </a:ext>
              </a:extLst>
            </p:cNvPr>
            <p:cNvSpPr/>
            <p:nvPr/>
          </p:nvSpPr>
          <p:spPr>
            <a:xfrm>
              <a:off x="7118727" y="38063"/>
              <a:ext cx="1937489" cy="836639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661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EC203-12D2-E9DF-10C6-6D5F3BB6A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 Loop Shaping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D52118-DF4B-367A-4B53-99C74709A1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9686-12AA-994C-708D-13EA4695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2D3DA7-D999-84B9-E64A-B88B5A65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080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3182371-C410-8038-E361-FD9D6508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480" y="1401063"/>
            <a:ext cx="3526971" cy="268687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AF46481-FDA1-F972-E155-AAF7D6F3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Shaping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E90E4A0-6C67-FF3B-36E7-C56D7E70A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26480"/>
                <a:ext cx="8288469" cy="37960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A better way to design our Compensator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/>
                  <a:t> is to use the following elements,</a:t>
                </a:r>
              </a:p>
              <a:p>
                <a:pPr marL="0" indent="0">
                  <a:buNone/>
                </a:pPr>
                <a:r>
                  <a:rPr lang="en-US" sz="1600" dirty="0" err="1"/>
                  <a:t>s.t.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/>
                  <a:t> passes the obstacle course: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sz="1600" dirty="0"/>
                  <a:t>Gain: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Integrator: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300" dirty="0"/>
              </a:p>
              <a:p>
                <a:r>
                  <a:rPr lang="en-US" sz="1600" dirty="0"/>
                  <a:t>Lead: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lit/>
                          </m:rPr>
                          <a:rPr lang="de-CH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lit/>
                          </m:rPr>
                          <a:rPr lang="de-CH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de-CH" sz="1600" i="1" dirty="0">
                        <a:latin typeface="Cambria Math" panose="02040503050406030204" pitchFamily="18" charset="0"/>
                      </a:rPr>
                      <m:t>,0&lt;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Lag: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lit/>
                          </m:rPr>
                          <a:rPr lang="de-CH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lit/>
                          </m:rPr>
                          <a:rPr lang="de-CH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de-CH" sz="1600" i="1" dirty="0">
                        <a:latin typeface="Cambria Math" panose="02040503050406030204" pitchFamily="18" charset="0"/>
                      </a:rPr>
                      <m:t>,0&lt;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E90E4A0-6C67-FF3B-36E7-C56D7E70A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26480"/>
                <a:ext cx="8288469" cy="3796070"/>
              </a:xfrm>
              <a:blipFill>
                <a:blip r:embed="rId3"/>
                <a:stretch>
                  <a:fillRect l="-306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5E9DEC-A951-DC9F-2571-48AB7252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636066-E1CD-3C28-4BB9-14226A3D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153F961-2FB5-AFEA-D42E-A25CA15963E1}"/>
                  </a:ext>
                </a:extLst>
              </p:cNvPr>
              <p:cNvSpPr txBox="1"/>
              <p:nvPr/>
            </p:nvSpPr>
            <p:spPr>
              <a:xfrm>
                <a:off x="628650" y="4111868"/>
                <a:ext cx="8308621" cy="800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We can then add each element in series how we want, i.e. </a:t>
                </a: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de-CH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CH" sz="1600" i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CH" sz="1600" i="1" dirty="0">
                        <a:solidFill>
                          <a:srgbClr val="178F55"/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1600" dirty="0">
                    <a:solidFill>
                      <a:srgbClr val="178F5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But what is the effect of Lead/Lag-elements?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153F961-2FB5-AFEA-D42E-A25CA159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111868"/>
                <a:ext cx="8308621" cy="800219"/>
              </a:xfrm>
              <a:prstGeom prst="rect">
                <a:avLst/>
              </a:prstGeom>
              <a:blipFill>
                <a:blip r:embed="rId4"/>
                <a:stretch>
                  <a:fillRect t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4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5B938-4052-4407-9BEC-00E0543F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Lead-Element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399C02-83E0-6DB8-C265-08D9F7984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018" y="980822"/>
            <a:ext cx="8095964" cy="665837"/>
          </a:xfrm>
        </p:spPr>
        <p:txBody>
          <a:bodyPr>
            <a:normAutofit/>
          </a:bodyPr>
          <a:lstStyle/>
          <a:p>
            <a:r>
              <a:rPr lang="en-US" sz="1600" dirty="0"/>
              <a:t>In essence, Lead-Lag elements are a combination of a stable pole &amp; </a:t>
            </a:r>
            <a:r>
              <a:rPr lang="en-US" sz="1600" dirty="0" err="1"/>
              <a:t>mnm</a:t>
            </a:r>
            <a:r>
              <a:rPr lang="en-US" sz="1600" dirty="0"/>
              <a:t>. phase zero</a:t>
            </a:r>
          </a:p>
          <a:p>
            <a:r>
              <a:rPr lang="en-US" sz="1600" dirty="0"/>
              <a:t>We use them to manipulate the frequency response</a:t>
            </a:r>
          </a:p>
          <a:p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66CC89-F1F9-CAF2-E58F-E325E725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D7FD49-0683-98C5-2E16-2BDE718F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A8C3BED-4754-CAD5-41AA-566B223A4E1C}"/>
                  </a:ext>
                </a:extLst>
              </p:cNvPr>
              <p:cNvSpPr txBox="1"/>
              <p:nvPr/>
            </p:nvSpPr>
            <p:spPr>
              <a:xfrm>
                <a:off x="628650" y="1652819"/>
                <a:ext cx="2615396" cy="601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𝑙𝑒𝑎𝑑</m:t>
                          </m:r>
                        </m:sub>
                      </m:sSub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,0&lt;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A8C3BED-4754-CAD5-41AA-566B223A4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52819"/>
                <a:ext cx="2615396" cy="601447"/>
              </a:xfrm>
              <a:prstGeom prst="rect">
                <a:avLst/>
              </a:prstGeom>
              <a:blipFill>
                <a:blip r:embed="rId2"/>
                <a:stretch>
                  <a:fillRect r="-1449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781046C-C5B7-DF23-BE2E-DB3F15268118}"/>
              </a:ext>
            </a:extLst>
          </p:cNvPr>
          <p:cNvGrpSpPr/>
          <p:nvPr/>
        </p:nvGrpSpPr>
        <p:grpSpPr>
          <a:xfrm>
            <a:off x="462142" y="2254266"/>
            <a:ext cx="5272784" cy="1815882"/>
            <a:chOff x="462142" y="2254266"/>
            <a:chExt cx="5272784" cy="1815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8DBC1B0-55E1-8A27-B65B-317501766107}"/>
                    </a:ext>
                  </a:extLst>
                </p:cNvPr>
                <p:cNvSpPr txBox="1"/>
                <p:nvPr/>
              </p:nvSpPr>
              <p:spPr>
                <a:xfrm>
                  <a:off x="462142" y="2254266"/>
                  <a:ext cx="4214490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Effects: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magnitude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at high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frequencies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/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 Low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frequencies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are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not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affected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slope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plot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+20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𝑑𝐵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/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𝑑𝑒𝑐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between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8DBC1B0-55E1-8A27-B65B-317501766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" y="2254266"/>
                  <a:ext cx="4214490" cy="1815882"/>
                </a:xfrm>
                <a:prstGeom prst="rect">
                  <a:avLst/>
                </a:prstGeom>
                <a:blipFill>
                  <a:blip r:embed="rId3"/>
                  <a:stretch>
                    <a:fillRect l="-601" t="-6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0FC40619-0587-0891-7B93-93B9CC72E03D}"/>
                </a:ext>
              </a:extLst>
            </p:cNvPr>
            <p:cNvGrpSpPr/>
            <p:nvPr/>
          </p:nvGrpSpPr>
          <p:grpSpPr>
            <a:xfrm>
              <a:off x="4336989" y="2555541"/>
              <a:ext cx="1397937" cy="1163653"/>
              <a:chOff x="1061788" y="3210713"/>
              <a:chExt cx="1264941" cy="1223783"/>
            </a:xfrm>
          </p:grpSpPr>
          <p:sp>
            <p:nvSpPr>
              <p:cNvPr id="9" name="Geschweifte Klammer links 8">
                <a:extLst>
                  <a:ext uri="{FF2B5EF4-FFF2-40B4-BE49-F238E27FC236}">
                    <a16:creationId xmlns:a16="http://schemas.microsoft.com/office/drawing/2014/main" id="{354857E2-8EF2-17AE-9282-1A27E8B190E8}"/>
                  </a:ext>
                </a:extLst>
              </p:cNvPr>
              <p:cNvSpPr/>
              <p:nvPr/>
            </p:nvSpPr>
            <p:spPr>
              <a:xfrm flipH="1">
                <a:off x="1061788" y="3210713"/>
                <a:ext cx="214653" cy="1223783"/>
              </a:xfrm>
              <a:prstGeom prst="lef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A1C2A04-2EDD-DA1A-9D8B-8E7715F8FD15}"/>
                  </a:ext>
                </a:extLst>
              </p:cNvPr>
              <p:cNvSpPr txBox="1"/>
              <p:nvPr/>
            </p:nvSpPr>
            <p:spPr>
              <a:xfrm>
                <a:off x="1276441" y="3524731"/>
                <a:ext cx="10502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</a:p>
            </p:txBody>
          </p:sp>
        </p:grp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5DA729A-5015-1A9E-0D69-DD74AE366F2E}"/>
              </a:ext>
            </a:extLst>
          </p:cNvPr>
          <p:cNvGrpSpPr/>
          <p:nvPr/>
        </p:nvGrpSpPr>
        <p:grpSpPr>
          <a:xfrm>
            <a:off x="462142" y="3761604"/>
            <a:ext cx="5377416" cy="1163652"/>
            <a:chOff x="462142" y="3848688"/>
            <a:chExt cx="5377416" cy="116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E8D97784-C60D-0D76-24D3-28B890F4F964}"/>
                    </a:ext>
                  </a:extLst>
                </p:cNvPr>
                <p:cNvSpPr txBox="1"/>
                <p:nvPr/>
              </p:nvSpPr>
              <p:spPr>
                <a:xfrm>
                  <a:off x="462142" y="3848688"/>
                  <a:ext cx="4214490" cy="1163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around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rad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to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 The maximum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increase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CH" sz="1600" i="1" dirty="0" err="1">
                          <a:latin typeface="Cambria Math" panose="02040503050406030204" pitchFamily="18" charset="0"/>
                        </a:rPr>
                        <m:t>arctan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–90°</m:t>
                      </m:r>
                    </m:oMath>
                  </a14:m>
                  <a:endParaRPr lang="de-CH" sz="1600"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E8D97784-C60D-0D76-24D3-28B890F4F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" y="3848688"/>
                  <a:ext cx="4214490" cy="1163652"/>
                </a:xfrm>
                <a:prstGeom prst="rect">
                  <a:avLst/>
                </a:prstGeom>
                <a:blipFill>
                  <a:blip r:embed="rId4"/>
                  <a:stretch>
                    <a:fillRect l="-601" r="-3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C0F11FE6-D22C-7D75-3053-EC532518C5E6}"/>
                </a:ext>
              </a:extLst>
            </p:cNvPr>
            <p:cNvGrpSpPr/>
            <p:nvPr/>
          </p:nvGrpSpPr>
          <p:grpSpPr>
            <a:xfrm>
              <a:off x="4676632" y="3908448"/>
              <a:ext cx="1162926" cy="851175"/>
              <a:chOff x="1061788" y="3210713"/>
              <a:chExt cx="959673" cy="1223783"/>
            </a:xfrm>
          </p:grpSpPr>
          <p:sp>
            <p:nvSpPr>
              <p:cNvPr id="17" name="Geschweifte Klammer links 16">
                <a:extLst>
                  <a:ext uri="{FF2B5EF4-FFF2-40B4-BE49-F238E27FC236}">
                    <a16:creationId xmlns:a16="http://schemas.microsoft.com/office/drawing/2014/main" id="{F9259092-68BD-44E0-E392-F075E6FC7FC1}"/>
                  </a:ext>
                </a:extLst>
              </p:cNvPr>
              <p:cNvSpPr/>
              <p:nvPr/>
            </p:nvSpPr>
            <p:spPr>
              <a:xfrm flipH="1">
                <a:off x="1061788" y="3210713"/>
                <a:ext cx="214653" cy="1223783"/>
              </a:xfrm>
              <a:prstGeom prst="lef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A04D0F12-D429-066D-C14B-1DEB21CA9B2C}"/>
                  </a:ext>
                </a:extLst>
              </p:cNvPr>
              <p:cNvSpPr txBox="1"/>
              <p:nvPr/>
            </p:nvSpPr>
            <p:spPr>
              <a:xfrm>
                <a:off x="1276441" y="3321247"/>
                <a:ext cx="745020" cy="848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</a:p>
            </p:txBody>
          </p:sp>
        </p:grpSp>
      </p:grpSp>
      <p:pic>
        <p:nvPicPr>
          <p:cNvPr id="22" name="Grafik 21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3C445854-2F96-674E-73C4-65925BBF8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114" y="1409513"/>
            <a:ext cx="3207273" cy="278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2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838BE-BE1C-CABC-E717-80C481CB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Lag-Element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3A5761-460B-ED24-0D04-280DB5D0F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84409"/>
            <a:ext cx="7886700" cy="392125"/>
          </a:xfrm>
        </p:spPr>
        <p:txBody>
          <a:bodyPr/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 lag compensator is in many ways an inverse of the lead compensator</a:t>
            </a:r>
            <a:endParaRPr lang="en-US" sz="16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062E0A-1658-4037-BB7B-54C07354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1CB729-0A00-AA01-00E6-413ED543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F6E0DBF-CA31-DFC4-37C2-BE748321DAE0}"/>
                  </a:ext>
                </a:extLst>
              </p:cNvPr>
              <p:cNvSpPr txBox="1"/>
              <p:nvPr/>
            </p:nvSpPr>
            <p:spPr>
              <a:xfrm>
                <a:off x="628650" y="1371603"/>
                <a:ext cx="2588337" cy="8476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,0&lt;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CH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F6E0DBF-CA31-DFC4-37C2-BE748321D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1603"/>
                <a:ext cx="2588337" cy="8476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FDD2EE2-AAEB-32A5-50B0-C078961B1176}"/>
              </a:ext>
            </a:extLst>
          </p:cNvPr>
          <p:cNvGrpSpPr/>
          <p:nvPr/>
        </p:nvGrpSpPr>
        <p:grpSpPr>
          <a:xfrm>
            <a:off x="462142" y="1977899"/>
            <a:ext cx="5272784" cy="1815882"/>
            <a:chOff x="462142" y="2254266"/>
            <a:chExt cx="5272784" cy="1815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04B6E698-94ED-20B6-ED37-9742F0A8262B}"/>
                    </a:ext>
                  </a:extLst>
                </p:cNvPr>
                <p:cNvSpPr txBox="1"/>
                <p:nvPr/>
              </p:nvSpPr>
              <p:spPr>
                <a:xfrm>
                  <a:off x="462142" y="2254266"/>
                  <a:ext cx="4214490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Effects: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magnitude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at high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frequencies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/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 Low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frequencies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are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not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affected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slope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plot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b="0" i="0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20 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𝑑𝐵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/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𝑑𝑒𝑐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between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04B6E698-94ED-20B6-ED37-9742F0A82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" y="2254266"/>
                  <a:ext cx="4214490" cy="1815882"/>
                </a:xfrm>
                <a:prstGeom prst="rect">
                  <a:avLst/>
                </a:prstGeom>
                <a:blipFill>
                  <a:blip r:embed="rId3"/>
                  <a:stretch>
                    <a:fillRect l="-601" t="-6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54581FB5-2557-BCA0-EDF2-19A3506C8454}"/>
                </a:ext>
              </a:extLst>
            </p:cNvPr>
            <p:cNvGrpSpPr/>
            <p:nvPr/>
          </p:nvGrpSpPr>
          <p:grpSpPr>
            <a:xfrm>
              <a:off x="4302177" y="2555540"/>
              <a:ext cx="1432749" cy="1266951"/>
              <a:chOff x="1030288" y="3210713"/>
              <a:chExt cx="1296441" cy="1332419"/>
            </a:xfrm>
          </p:grpSpPr>
          <p:sp>
            <p:nvSpPr>
              <p:cNvPr id="10" name="Geschweifte Klammer links 9">
                <a:extLst>
                  <a:ext uri="{FF2B5EF4-FFF2-40B4-BE49-F238E27FC236}">
                    <a16:creationId xmlns:a16="http://schemas.microsoft.com/office/drawing/2014/main" id="{D6F63931-D1A7-FFCA-75D0-5C6B66431177}"/>
                  </a:ext>
                </a:extLst>
              </p:cNvPr>
              <p:cNvSpPr/>
              <p:nvPr/>
            </p:nvSpPr>
            <p:spPr>
              <a:xfrm flipH="1">
                <a:off x="1030288" y="3210713"/>
                <a:ext cx="246153" cy="1332419"/>
              </a:xfrm>
              <a:prstGeom prst="lef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0A7A28B-2437-7FDD-26D6-F6D465D9E8A8}"/>
                  </a:ext>
                </a:extLst>
              </p:cNvPr>
              <p:cNvSpPr txBox="1"/>
              <p:nvPr/>
            </p:nvSpPr>
            <p:spPr>
              <a:xfrm>
                <a:off x="1276441" y="3524731"/>
                <a:ext cx="10502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</a:p>
            </p:txBody>
          </p:sp>
        </p:grp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AB5CFDD-2046-1172-B3C0-AB3AB482C94D}"/>
              </a:ext>
            </a:extLst>
          </p:cNvPr>
          <p:cNvGrpSpPr/>
          <p:nvPr/>
        </p:nvGrpSpPr>
        <p:grpSpPr>
          <a:xfrm>
            <a:off x="462142" y="3546124"/>
            <a:ext cx="5377416" cy="1163652"/>
            <a:chOff x="462142" y="3848688"/>
            <a:chExt cx="5377416" cy="116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532F4C0E-498E-0452-7E5D-A68D09F91E26}"/>
                    </a:ext>
                  </a:extLst>
                </p:cNvPr>
                <p:cNvSpPr txBox="1"/>
                <p:nvPr/>
              </p:nvSpPr>
              <p:spPr>
                <a:xfrm>
                  <a:off x="462142" y="3848688"/>
                  <a:ext cx="4334710" cy="1163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decreased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around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rad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by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to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 The maximum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CH" sz="1600" i="1" dirty="0" err="1">
                          <a:latin typeface="Cambria Math" panose="02040503050406030204" pitchFamily="18" charset="0"/>
                        </a:rPr>
                        <m:t>arctan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–90°</m:t>
                      </m:r>
                    </m:oMath>
                  </a14:m>
                  <a:endParaRPr lang="de-CH" sz="1600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532F4C0E-498E-0452-7E5D-A68D09F91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" y="3848688"/>
                  <a:ext cx="4334710" cy="1163652"/>
                </a:xfrm>
                <a:prstGeom prst="rect">
                  <a:avLst/>
                </a:prstGeom>
                <a:blipFill>
                  <a:blip r:embed="rId4"/>
                  <a:stretch>
                    <a:fillRect l="-5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495810AF-86A3-6E8B-C115-FDB723A90379}"/>
                </a:ext>
              </a:extLst>
            </p:cNvPr>
            <p:cNvGrpSpPr/>
            <p:nvPr/>
          </p:nvGrpSpPr>
          <p:grpSpPr>
            <a:xfrm>
              <a:off x="4676632" y="3908448"/>
              <a:ext cx="1162926" cy="851175"/>
              <a:chOff x="1061788" y="3210713"/>
              <a:chExt cx="959673" cy="1223783"/>
            </a:xfrm>
          </p:grpSpPr>
          <p:sp>
            <p:nvSpPr>
              <p:cNvPr id="15" name="Geschweifte Klammer links 14">
                <a:extLst>
                  <a:ext uri="{FF2B5EF4-FFF2-40B4-BE49-F238E27FC236}">
                    <a16:creationId xmlns:a16="http://schemas.microsoft.com/office/drawing/2014/main" id="{36B84058-CF4B-B3C9-A6A5-59FA4D108E84}"/>
                  </a:ext>
                </a:extLst>
              </p:cNvPr>
              <p:cNvSpPr/>
              <p:nvPr/>
            </p:nvSpPr>
            <p:spPr>
              <a:xfrm flipH="1">
                <a:off x="1061788" y="3210713"/>
                <a:ext cx="214653" cy="1223783"/>
              </a:xfrm>
              <a:prstGeom prst="lef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EBC9467C-A11A-3C32-7D48-1505E389ED16}"/>
                  </a:ext>
                </a:extLst>
              </p:cNvPr>
              <p:cNvSpPr txBox="1"/>
              <p:nvPr/>
            </p:nvSpPr>
            <p:spPr>
              <a:xfrm>
                <a:off x="1276441" y="3321247"/>
                <a:ext cx="745020" cy="848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</a:p>
            </p:txBody>
          </p:sp>
        </p:grpSp>
      </p:grpSp>
      <p:pic>
        <p:nvPicPr>
          <p:cNvPr id="18" name="Grafik 17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968160D-DAC6-B55A-46C9-A537A836F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821" y="1418864"/>
            <a:ext cx="3216985" cy="274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C1FEEB35-0874-4608-1A1E-55E42AC79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885"/>
          <a:stretch>
            <a:fillRect/>
          </a:stretch>
        </p:blipFill>
        <p:spPr>
          <a:xfrm>
            <a:off x="100505" y="446136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D19E45-813C-BEF5-A24C-976F2DC5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3" y="-64852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89CE72-CC73-2823-9498-D6331140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700FAB-B765-9740-C06F-F44401E7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573014C2-75F7-9F06-06D1-9D44720E4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" y="2307107"/>
            <a:ext cx="5187801" cy="796525"/>
          </a:xfrm>
          <a:prstGeom prst="rect">
            <a:avLst/>
          </a:prstGeom>
        </p:spPr>
      </p:pic>
      <p:pic>
        <p:nvPicPr>
          <p:cNvPr id="15" name="Grafik 1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F277A08C-E1B9-62AE-37CA-2D6C5489F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13" y="1328075"/>
            <a:ext cx="3844682" cy="3376811"/>
          </a:xfrm>
          <a:prstGeom prst="rect">
            <a:avLst/>
          </a:prstGeom>
        </p:spPr>
      </p:pic>
      <p:pic>
        <p:nvPicPr>
          <p:cNvPr id="6" name="Grafik 5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AAFBD669-ACB9-3486-7ABF-6C782074E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879" y="12975"/>
            <a:ext cx="4563121" cy="135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85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EC5-8BC0-D7CE-1F69-7D7BBEBD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B5AF43B-2988-A60F-39AA-42F21299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61"/>
          <a:stretch>
            <a:fillRect/>
          </a:stretch>
        </p:blipFill>
        <p:spPr>
          <a:xfrm>
            <a:off x="5477658" y="2187408"/>
            <a:ext cx="3588511" cy="2781138"/>
          </a:xfrm>
          <a:prstGeom prst="rect">
            <a:avLst/>
          </a:prstGeom>
        </p:spPr>
      </p:pic>
      <p:pic>
        <p:nvPicPr>
          <p:cNvPr id="19" name="Grafik 18" descr="Ein Bild, das Text, Reihe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62FDF073-6D23-E9B2-ADB2-88B25DD3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489" y="556670"/>
            <a:ext cx="1907381" cy="1401572"/>
          </a:xfrm>
          <a:prstGeom prst="rect">
            <a:avLst/>
          </a:prstGeom>
        </p:spPr>
      </p:pic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9A12F46F-7E6B-0C52-FA08-505D47862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b="25885"/>
          <a:stretch>
            <a:fillRect/>
          </a:stretch>
        </p:blipFill>
        <p:spPr>
          <a:xfrm>
            <a:off x="100505" y="662799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EC8643C-59A2-5E7C-2F06-323B6724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07" y="-38791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BED70E-96EB-9C4E-1BEB-CEDBCC3C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181B24-A040-CFEE-84FA-00DAB5EB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1504" y="4790060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7C3A652C-76A0-36BE-A484-6E8BE5BAD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2" y="2307107"/>
            <a:ext cx="5187801" cy="79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4DA2FB4-22EF-BE02-1464-14F3D9DE1FD8}"/>
                  </a:ext>
                </a:extLst>
              </p:cNvPr>
              <p:cNvSpPr txBox="1"/>
              <p:nvPr/>
            </p:nvSpPr>
            <p:spPr>
              <a:xfrm>
                <a:off x="4259112" y="2731270"/>
                <a:ext cx="10498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4DA2FB4-22EF-BE02-1464-14F3D9DE1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112" y="2731270"/>
                <a:ext cx="104983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08FF6F11-2885-253E-E197-48FC4870E9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642"/>
          <a:stretch>
            <a:fillRect/>
          </a:stretch>
        </p:blipFill>
        <p:spPr>
          <a:xfrm>
            <a:off x="304243" y="3154327"/>
            <a:ext cx="4822661" cy="2844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C07865FD-97BC-996F-6BC2-5F91B49622D1}"/>
                  </a:ext>
                </a:extLst>
              </p14:cNvPr>
              <p14:cNvContentPartPr/>
              <p14:nvPr/>
            </p14:nvContentPartPr>
            <p14:xfrm>
              <a:off x="7702975" y="2560516"/>
              <a:ext cx="9720" cy="7884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C07865FD-97BC-996F-6BC2-5F91B49622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92175" y="2549716"/>
                <a:ext cx="309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C6DC538-EE14-E4FD-D957-4DE385E1BA68}"/>
                  </a:ext>
                </a:extLst>
              </p14:cNvPr>
              <p14:cNvContentPartPr/>
              <p14:nvPr/>
            </p14:nvContentPartPr>
            <p14:xfrm>
              <a:off x="7702975" y="2835556"/>
              <a:ext cx="7200" cy="8568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C6DC538-EE14-E4FD-D957-4DE385E1BA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92689" y="2824756"/>
                <a:ext cx="27429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A1AAE847-B0AF-1927-2A54-63CAA08E5041}"/>
                  </a:ext>
                </a:extLst>
              </p14:cNvPr>
              <p14:cNvContentPartPr/>
              <p14:nvPr/>
            </p14:nvContentPartPr>
            <p14:xfrm>
              <a:off x="7707655" y="3149476"/>
              <a:ext cx="5040" cy="4644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A1AAE847-B0AF-1927-2A54-63CAA08E50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96855" y="3138759"/>
                <a:ext cx="26280" cy="67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91532C89-32BF-3AC0-3F1E-8704536E723D}"/>
                  </a:ext>
                </a:extLst>
              </p14:cNvPr>
              <p14:cNvContentPartPr/>
              <p14:nvPr/>
            </p14:nvContentPartPr>
            <p14:xfrm>
              <a:off x="7714495" y="3430996"/>
              <a:ext cx="9720" cy="9504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91532C89-32BF-3AC0-3F1E-8704536E72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03695" y="3420196"/>
                <a:ext cx="309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C340ECDB-19BF-0DA2-5E57-784964DD010A}"/>
                  </a:ext>
                </a:extLst>
              </p14:cNvPr>
              <p14:cNvContentPartPr/>
              <p14:nvPr/>
            </p14:nvContentPartPr>
            <p14:xfrm>
              <a:off x="7702975" y="3666796"/>
              <a:ext cx="9720" cy="7416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C340ECDB-19BF-0DA2-5E57-784964DD01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92175" y="3655996"/>
                <a:ext cx="309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FE0D4687-1013-558A-15B9-FD922BD4F7D8}"/>
                  </a:ext>
                </a:extLst>
              </p14:cNvPr>
              <p14:cNvContentPartPr/>
              <p14:nvPr/>
            </p14:nvContentPartPr>
            <p14:xfrm>
              <a:off x="7712335" y="3915916"/>
              <a:ext cx="7200" cy="5796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FE0D4687-1013-558A-15B9-FD922BD4F7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01535" y="3905116"/>
                <a:ext cx="284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EF1E4181-82AD-6DB5-9AC4-C1F7DFFBB52C}"/>
                  </a:ext>
                </a:extLst>
              </p14:cNvPr>
              <p14:cNvContentPartPr/>
              <p14:nvPr/>
            </p14:nvContentPartPr>
            <p14:xfrm>
              <a:off x="7709815" y="4153876"/>
              <a:ext cx="7200" cy="1872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EF1E4181-82AD-6DB5-9AC4-C1F7DFFBB5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99015" y="4143280"/>
                <a:ext cx="28440" cy="39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4835FA99-1A4B-9849-B391-3670B4D3651B}"/>
                  </a:ext>
                </a:extLst>
              </p14:cNvPr>
              <p14:cNvContentPartPr/>
              <p14:nvPr/>
            </p14:nvContentPartPr>
            <p14:xfrm>
              <a:off x="7702975" y="4347916"/>
              <a:ext cx="9720" cy="2808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4835FA99-1A4B-9849-B391-3670B4D3651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92175" y="4337116"/>
                <a:ext cx="309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526870B9-F4EB-34D5-E99F-D56CDF13E220}"/>
                  </a:ext>
                </a:extLst>
              </p14:cNvPr>
              <p14:cNvContentPartPr/>
              <p14:nvPr/>
            </p14:nvContentPartPr>
            <p14:xfrm>
              <a:off x="7696135" y="4495516"/>
              <a:ext cx="11880" cy="5364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526870B9-F4EB-34D5-E99F-D56CDF13E22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85335" y="4484643"/>
                <a:ext cx="33120" cy="75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8F5EB81A-3CDC-C624-F703-366459D62CBB}"/>
                  </a:ext>
                </a:extLst>
              </p14:cNvPr>
              <p14:cNvContentPartPr/>
              <p14:nvPr/>
            </p14:nvContentPartPr>
            <p14:xfrm>
              <a:off x="7700815" y="4657156"/>
              <a:ext cx="2520" cy="5580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8F5EB81A-3CDC-C624-F703-366459D62C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90015" y="4646356"/>
                <a:ext cx="237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F6640D32-750F-BF36-45C2-3098F3BD8F3E}"/>
                  </a:ext>
                </a:extLst>
              </p14:cNvPr>
              <p14:cNvContentPartPr/>
              <p14:nvPr/>
            </p14:nvContentPartPr>
            <p14:xfrm>
              <a:off x="7712335" y="2147236"/>
              <a:ext cx="16560" cy="22644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F6640D32-750F-BF36-45C2-3098F3BD8F3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01535" y="2136436"/>
                <a:ext cx="37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7" name="Freihand 56">
                <a:extLst>
                  <a:ext uri="{FF2B5EF4-FFF2-40B4-BE49-F238E27FC236}">
                    <a16:creationId xmlns:a16="http://schemas.microsoft.com/office/drawing/2014/main" id="{AF84DAF6-7199-6CF6-B5DB-4E1CA6C75A66}"/>
                  </a:ext>
                </a:extLst>
              </p14:cNvPr>
              <p14:cNvContentPartPr/>
              <p14:nvPr/>
            </p14:nvContentPartPr>
            <p14:xfrm>
              <a:off x="7776775" y="2010745"/>
              <a:ext cx="242640" cy="125280"/>
            </p14:xfrm>
          </p:contentPart>
        </mc:Choice>
        <mc:Fallback xmlns="">
          <p:pic>
            <p:nvPicPr>
              <p:cNvPr id="57" name="Freihand 56">
                <a:extLst>
                  <a:ext uri="{FF2B5EF4-FFF2-40B4-BE49-F238E27FC236}">
                    <a16:creationId xmlns:a16="http://schemas.microsoft.com/office/drawing/2014/main" id="{AF84DAF6-7199-6CF6-B5DB-4E1CA6C75A6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65975" y="1999945"/>
                <a:ext cx="2638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8" name="Freihand 57">
                <a:extLst>
                  <a:ext uri="{FF2B5EF4-FFF2-40B4-BE49-F238E27FC236}">
                    <a16:creationId xmlns:a16="http://schemas.microsoft.com/office/drawing/2014/main" id="{1E5232DE-8B42-43CB-5FEA-06996DC3CCFD}"/>
                  </a:ext>
                </a:extLst>
              </p14:cNvPr>
              <p14:cNvContentPartPr/>
              <p14:nvPr/>
            </p14:nvContentPartPr>
            <p14:xfrm>
              <a:off x="7121215" y="1969345"/>
              <a:ext cx="528840" cy="136440"/>
            </p14:xfrm>
          </p:contentPart>
        </mc:Choice>
        <mc:Fallback xmlns="">
          <p:pic>
            <p:nvPicPr>
              <p:cNvPr id="58" name="Freihand 57">
                <a:extLst>
                  <a:ext uri="{FF2B5EF4-FFF2-40B4-BE49-F238E27FC236}">
                    <a16:creationId xmlns:a16="http://schemas.microsoft.com/office/drawing/2014/main" id="{1E5232DE-8B42-43CB-5FEA-06996DC3CCF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10422" y="1958545"/>
                <a:ext cx="550066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66A5BEFA-0D2D-9286-8970-A74D96811E04}"/>
                  </a:ext>
                </a:extLst>
              </p14:cNvPr>
              <p14:cNvContentPartPr/>
              <p14:nvPr/>
            </p14:nvContentPartPr>
            <p14:xfrm>
              <a:off x="7451335" y="4340822"/>
              <a:ext cx="568440" cy="19080"/>
            </p14:xfrm>
          </p:contentPart>
        </mc:Choice>
        <mc:Fallback xmlns=""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66A5BEFA-0D2D-9286-8970-A74D96811E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43775" y="4333117"/>
                <a:ext cx="583560" cy="34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CE21C8C6-F092-F17A-6286-484B3D98506E}"/>
                  </a:ext>
                </a:extLst>
              </p14:cNvPr>
              <p14:cNvContentPartPr/>
              <p14:nvPr/>
            </p14:nvContentPartPr>
            <p14:xfrm>
              <a:off x="7970815" y="4338662"/>
              <a:ext cx="603000" cy="17820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CE21C8C6-F092-F17A-6286-484B3D9850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63260" y="4331102"/>
                <a:ext cx="618111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Freihand 77">
                <a:extLst>
                  <a:ext uri="{FF2B5EF4-FFF2-40B4-BE49-F238E27FC236}">
                    <a16:creationId xmlns:a16="http://schemas.microsoft.com/office/drawing/2014/main" id="{9E2BD67F-A6E6-588A-5040-4B39E1BCE48D}"/>
                  </a:ext>
                </a:extLst>
              </p14:cNvPr>
              <p14:cNvContentPartPr/>
              <p14:nvPr/>
            </p14:nvContentPartPr>
            <p14:xfrm>
              <a:off x="8407135" y="4373222"/>
              <a:ext cx="78840" cy="66240"/>
            </p14:xfrm>
          </p:contentPart>
        </mc:Choice>
        <mc:Fallback xmlns="">
          <p:pic>
            <p:nvPicPr>
              <p:cNvPr id="78" name="Freihand 77">
                <a:extLst>
                  <a:ext uri="{FF2B5EF4-FFF2-40B4-BE49-F238E27FC236}">
                    <a16:creationId xmlns:a16="http://schemas.microsoft.com/office/drawing/2014/main" id="{9E2BD67F-A6E6-588A-5040-4B39E1BCE4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99575" y="4365662"/>
                <a:ext cx="939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3" name="Freihand 82">
                <a:extLst>
                  <a:ext uri="{FF2B5EF4-FFF2-40B4-BE49-F238E27FC236}">
                    <a16:creationId xmlns:a16="http://schemas.microsoft.com/office/drawing/2014/main" id="{73D1F490-D03B-020E-77F4-A7FE28DFA7E0}"/>
                  </a:ext>
                </a:extLst>
              </p14:cNvPr>
              <p14:cNvContentPartPr/>
              <p14:nvPr/>
            </p14:nvContentPartPr>
            <p14:xfrm>
              <a:off x="8578135" y="4318142"/>
              <a:ext cx="302400" cy="133920"/>
            </p14:xfrm>
          </p:contentPart>
        </mc:Choice>
        <mc:Fallback xmlns="">
          <p:pic>
            <p:nvPicPr>
              <p:cNvPr id="83" name="Freihand 82">
                <a:extLst>
                  <a:ext uri="{FF2B5EF4-FFF2-40B4-BE49-F238E27FC236}">
                    <a16:creationId xmlns:a16="http://schemas.microsoft.com/office/drawing/2014/main" id="{73D1F490-D03B-020E-77F4-A7FE28DFA7E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70584" y="4310602"/>
                <a:ext cx="317502" cy="148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285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6652-792B-6D19-80E0-14B97A9B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Reihe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3C9A0EBD-831A-9734-5EB9-E413CB88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313" y="556670"/>
            <a:ext cx="2264557" cy="1664030"/>
          </a:xfrm>
          <a:prstGeom prst="rect">
            <a:avLst/>
          </a:prstGeom>
        </p:spPr>
      </p:pic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41FADF58-A3AB-735B-04ED-171915B1B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b="25885"/>
          <a:stretch>
            <a:fillRect/>
          </a:stretch>
        </p:blipFill>
        <p:spPr>
          <a:xfrm>
            <a:off x="100505" y="662799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2A75A21-3EF7-4F70-6A42-ABB2BDB9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07" y="-38791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D7481C-7B52-0382-DA26-3039E80A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1B960F-C7C2-71BC-C19D-6E6BEF74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1504" y="4790060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99EFF9-2EE9-003A-A582-D6242DBE896E}"/>
              </a:ext>
            </a:extLst>
          </p:cNvPr>
          <p:cNvSpPr txBox="1"/>
          <p:nvPr/>
        </p:nvSpPr>
        <p:spPr>
          <a:xfrm>
            <a:off x="4463912" y="6823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Hints:</a:t>
            </a: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A80F7FBC-275E-1E4C-CAB5-EAD170CB5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2" y="2307107"/>
            <a:ext cx="5187801" cy="79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B491966-D4C2-7180-A856-0B17F2E20AC3}"/>
                  </a:ext>
                </a:extLst>
              </p:cNvPr>
              <p:cNvSpPr txBox="1"/>
              <p:nvPr/>
            </p:nvSpPr>
            <p:spPr>
              <a:xfrm>
                <a:off x="4479200" y="2728521"/>
                <a:ext cx="10498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B491966-D4C2-7180-A856-0B17F2E20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00" y="2728521"/>
                <a:ext cx="104983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7">
            <a:extLst>
              <a:ext uri="{FF2B5EF4-FFF2-40B4-BE49-F238E27FC236}">
                <a16:creationId xmlns:a16="http://schemas.microsoft.com/office/drawing/2014/main" id="{3D20E9BE-B91D-9EA7-2F6D-9DB3A1A09D20}"/>
              </a:ext>
            </a:extLst>
          </p:cNvPr>
          <p:cNvSpPr/>
          <p:nvPr/>
        </p:nvSpPr>
        <p:spPr>
          <a:xfrm>
            <a:off x="5106280" y="96255"/>
            <a:ext cx="3937213" cy="515849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9F79667-3A03-240D-F8B7-38F2ACDF7B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642"/>
          <a:stretch>
            <a:fillRect/>
          </a:stretch>
        </p:blipFill>
        <p:spPr>
          <a:xfrm>
            <a:off x="304243" y="3154327"/>
            <a:ext cx="4822661" cy="28446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F1A1EF3-32B0-43B8-EAC9-412E2F032150}"/>
              </a:ext>
            </a:extLst>
          </p:cNvPr>
          <p:cNvSpPr txBox="1"/>
          <p:nvPr/>
        </p:nvSpPr>
        <p:spPr>
          <a:xfrm>
            <a:off x="1524435" y="3248769"/>
            <a:ext cx="13035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Compensator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2334567-3D4A-356C-A39D-FD0C8FEA2D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243" y="3461568"/>
            <a:ext cx="4793176" cy="3058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0A82EC81-E446-4A16-5C0A-ADC71B4FA858}"/>
                  </a:ext>
                </a:extLst>
              </p:cNvPr>
              <p:cNvSpPr txBox="1"/>
              <p:nvPr/>
            </p:nvSpPr>
            <p:spPr>
              <a:xfrm>
                <a:off x="5106281" y="89229"/>
                <a:ext cx="42147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Use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your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result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from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(a)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determine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𝑃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  <m:r>
                      <a:rPr lang="el-GR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el-GR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l-GR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endParaRPr lang="de-CH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l-GR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hence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desired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shift.</a:t>
                </a:r>
              </a:p>
              <a:p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0A82EC81-E446-4A16-5C0A-ADC71B4FA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281" y="89229"/>
                <a:ext cx="4214756" cy="646331"/>
              </a:xfrm>
              <a:prstGeom prst="rect">
                <a:avLst/>
              </a:prstGeom>
              <a:blipFill>
                <a:blip r:embed="rId9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rafik 1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CBAA261F-E430-4825-9CE1-9ED06885AC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1761"/>
          <a:stretch>
            <a:fillRect/>
          </a:stretch>
        </p:blipFill>
        <p:spPr>
          <a:xfrm>
            <a:off x="5477658" y="2187408"/>
            <a:ext cx="3588511" cy="27811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24D5D342-B2B5-C65E-BC40-887CC13CD325}"/>
                  </a:ext>
                </a:extLst>
              </p14:cNvPr>
              <p14:cNvContentPartPr/>
              <p14:nvPr/>
            </p14:nvContentPartPr>
            <p14:xfrm>
              <a:off x="7702975" y="2560516"/>
              <a:ext cx="9720" cy="7884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24D5D342-B2B5-C65E-BC40-887CC13CD3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92175" y="2549716"/>
                <a:ext cx="309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AB643765-7D4A-3A8D-19D4-E75CE2CDEF1C}"/>
                  </a:ext>
                </a:extLst>
              </p14:cNvPr>
              <p14:cNvContentPartPr/>
              <p14:nvPr/>
            </p14:nvContentPartPr>
            <p14:xfrm>
              <a:off x="7702975" y="2835556"/>
              <a:ext cx="7200" cy="8568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AB643765-7D4A-3A8D-19D4-E75CE2CDEF1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92689" y="2824756"/>
                <a:ext cx="27429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B2540E01-F2C1-7793-608E-40CF3FDD5B66}"/>
                  </a:ext>
                </a:extLst>
              </p14:cNvPr>
              <p14:cNvContentPartPr/>
              <p14:nvPr/>
            </p14:nvContentPartPr>
            <p14:xfrm>
              <a:off x="7707655" y="3149476"/>
              <a:ext cx="5040" cy="4644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B2540E01-F2C1-7793-608E-40CF3FDD5B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96855" y="3138759"/>
                <a:ext cx="26280" cy="67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977EC69E-7884-A957-89F9-0EC3725A11BB}"/>
                  </a:ext>
                </a:extLst>
              </p14:cNvPr>
              <p14:cNvContentPartPr/>
              <p14:nvPr/>
            </p14:nvContentPartPr>
            <p14:xfrm>
              <a:off x="7714495" y="3430996"/>
              <a:ext cx="9720" cy="9504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977EC69E-7884-A957-89F9-0EC3725A11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03695" y="3420196"/>
                <a:ext cx="309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0FDAB21E-A565-E319-47CB-6E28D72A1B78}"/>
                  </a:ext>
                </a:extLst>
              </p14:cNvPr>
              <p14:cNvContentPartPr/>
              <p14:nvPr/>
            </p14:nvContentPartPr>
            <p14:xfrm>
              <a:off x="7702975" y="3666796"/>
              <a:ext cx="9720" cy="7416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0FDAB21E-A565-E319-47CB-6E28D72A1B7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92175" y="3655996"/>
                <a:ext cx="309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88E3DF9F-3439-FA44-F88F-ED83A37E6335}"/>
                  </a:ext>
                </a:extLst>
              </p14:cNvPr>
              <p14:cNvContentPartPr/>
              <p14:nvPr/>
            </p14:nvContentPartPr>
            <p14:xfrm>
              <a:off x="7712335" y="3915916"/>
              <a:ext cx="7200" cy="5796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88E3DF9F-3439-FA44-F88F-ED83A37E633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01535" y="3905116"/>
                <a:ext cx="284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350A3B19-80C2-EF3D-F9B1-9996919FC905}"/>
                  </a:ext>
                </a:extLst>
              </p14:cNvPr>
              <p14:cNvContentPartPr/>
              <p14:nvPr/>
            </p14:nvContentPartPr>
            <p14:xfrm>
              <a:off x="7700815" y="4657156"/>
              <a:ext cx="2520" cy="5580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350A3B19-80C2-EF3D-F9B1-9996919FC90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90015" y="4646356"/>
                <a:ext cx="237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0F62F811-88AF-1BC5-F048-10F4E27117AC}"/>
                  </a:ext>
                </a:extLst>
              </p14:cNvPr>
              <p14:cNvContentPartPr/>
              <p14:nvPr/>
            </p14:nvContentPartPr>
            <p14:xfrm>
              <a:off x="7712335" y="2147236"/>
              <a:ext cx="16560" cy="22644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0F62F811-88AF-1BC5-F048-10F4E27117A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01535" y="2136436"/>
                <a:ext cx="37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2EBCB60F-8CE3-CC9B-0085-58AF60EB1238}"/>
                  </a:ext>
                </a:extLst>
              </p14:cNvPr>
              <p14:cNvContentPartPr/>
              <p14:nvPr/>
            </p14:nvContentPartPr>
            <p14:xfrm>
              <a:off x="7776775" y="2010745"/>
              <a:ext cx="242640" cy="12528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2EBCB60F-8CE3-CC9B-0085-58AF60EB123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765975" y="1999945"/>
                <a:ext cx="2638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7EE34A53-AFDA-058F-8106-4E92EFEAB58D}"/>
                  </a:ext>
                </a:extLst>
              </p14:cNvPr>
              <p14:cNvContentPartPr/>
              <p14:nvPr/>
            </p14:nvContentPartPr>
            <p14:xfrm>
              <a:off x="7121215" y="1969345"/>
              <a:ext cx="528840" cy="13644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7EE34A53-AFDA-058F-8106-4E92EFEAB58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110422" y="1958545"/>
                <a:ext cx="550066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A27D5BEC-E7DF-DEA3-2C60-AD9012E5347D}"/>
                  </a:ext>
                </a:extLst>
              </p14:cNvPr>
              <p14:cNvContentPartPr/>
              <p14:nvPr/>
            </p14:nvContentPartPr>
            <p14:xfrm>
              <a:off x="7451335" y="4340822"/>
              <a:ext cx="568440" cy="1908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A27D5BEC-E7DF-DEA3-2C60-AD9012E5347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443775" y="4333117"/>
                <a:ext cx="583560" cy="34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84FA2996-1528-39C8-B502-2478575EB014}"/>
                  </a:ext>
                </a:extLst>
              </p14:cNvPr>
              <p14:cNvContentPartPr/>
              <p14:nvPr/>
            </p14:nvContentPartPr>
            <p14:xfrm>
              <a:off x="7970815" y="4338662"/>
              <a:ext cx="603000" cy="17820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84FA2996-1528-39C8-B502-2478575EB01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63260" y="4331102"/>
                <a:ext cx="618111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1C6DA6E8-84E9-B735-73C4-354B17EAB2BC}"/>
                  </a:ext>
                </a:extLst>
              </p14:cNvPr>
              <p14:cNvContentPartPr/>
              <p14:nvPr/>
            </p14:nvContentPartPr>
            <p14:xfrm>
              <a:off x="7729915" y="4121073"/>
              <a:ext cx="7200" cy="57960"/>
            </p14:xfrm>
          </p:contentPart>
        </mc:Choice>
        <mc:Fallback xmlns=""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1C6DA6E8-84E9-B735-73C4-354B17EAB2B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19115" y="4110273"/>
                <a:ext cx="284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C767054E-09C1-9F31-0B87-AB049EFFB329}"/>
                  </a:ext>
                </a:extLst>
              </p14:cNvPr>
              <p14:cNvContentPartPr/>
              <p14:nvPr/>
            </p14:nvContentPartPr>
            <p14:xfrm>
              <a:off x="8578135" y="4318142"/>
              <a:ext cx="302400" cy="13392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C767054E-09C1-9F31-0B87-AB049EFFB3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70584" y="4310602"/>
                <a:ext cx="317502" cy="148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74FE5C4C-0E68-6F9F-5033-428FC0CEEFB3}"/>
                  </a:ext>
                </a:extLst>
              </p14:cNvPr>
              <p14:cNvContentPartPr/>
              <p14:nvPr/>
            </p14:nvContentPartPr>
            <p14:xfrm>
              <a:off x="8386425" y="4340822"/>
              <a:ext cx="104400" cy="1116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74FE5C4C-0E68-6F9F-5033-428FC0CEEFB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78839" y="4333238"/>
                <a:ext cx="119572" cy="1267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5925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8535-B281-CED7-EC36-0CB9D87F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51ADA250-DD03-510B-FC02-C11610789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5885"/>
          <a:stretch>
            <a:fillRect/>
          </a:stretch>
        </p:blipFill>
        <p:spPr>
          <a:xfrm>
            <a:off x="100505" y="527063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B5158B0-7656-E83D-FF6E-014854EF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5" y="-160365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4F6EAB-1D40-AD24-7FEE-A303C195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3A1CF2-5F45-E509-8C6C-85258CE9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1504" y="4790060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8DE44FDE-BCA8-4A39-5A17-23B125FB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" y="2171371"/>
            <a:ext cx="5187801" cy="79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31FF890-0A2C-9BA6-4960-79E0ACBA366E}"/>
                  </a:ext>
                </a:extLst>
              </p:cNvPr>
              <p:cNvSpPr txBox="1"/>
              <p:nvPr/>
            </p:nvSpPr>
            <p:spPr>
              <a:xfrm>
                <a:off x="4479200" y="2592785"/>
                <a:ext cx="10498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31FF890-0A2C-9BA6-4960-79E0ACBA3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00" y="2592785"/>
                <a:ext cx="104983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0736E506-9473-2474-5450-68AA98A5DA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1642"/>
          <a:stretch>
            <a:fillRect/>
          </a:stretch>
        </p:blipFill>
        <p:spPr>
          <a:xfrm>
            <a:off x="304243" y="3018591"/>
            <a:ext cx="4822661" cy="28446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41375D2-04DC-C335-EBBA-D2E03FA2BA4B}"/>
              </a:ext>
            </a:extLst>
          </p:cNvPr>
          <p:cNvSpPr txBox="1"/>
          <p:nvPr/>
        </p:nvSpPr>
        <p:spPr>
          <a:xfrm>
            <a:off x="1524435" y="3113033"/>
            <a:ext cx="13035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Compensator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48CB7E7-B768-FCF9-5CD1-9837C1A79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43" y="3325832"/>
            <a:ext cx="4793176" cy="305828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A6CC9474-FB4C-01F7-FA24-B76DC7860435}"/>
              </a:ext>
            </a:extLst>
          </p:cNvPr>
          <p:cNvSpPr txBox="1"/>
          <p:nvPr/>
        </p:nvSpPr>
        <p:spPr>
          <a:xfrm>
            <a:off x="1308710" y="3414837"/>
            <a:ext cx="867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57.97°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79EBAE15-8ADB-8BF6-C973-47A200A9DF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294" y="3608212"/>
            <a:ext cx="4762825" cy="458804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55E7BD3A-99F7-211F-DC5D-9FC718E591BF}"/>
              </a:ext>
            </a:extLst>
          </p:cNvPr>
          <p:cNvGrpSpPr/>
          <p:nvPr/>
        </p:nvGrpSpPr>
        <p:grpSpPr>
          <a:xfrm>
            <a:off x="4463912" y="81885"/>
            <a:ext cx="4579581" cy="1106451"/>
            <a:chOff x="4463912" y="68237"/>
            <a:chExt cx="4579581" cy="1106451"/>
          </a:xfrm>
        </p:grpSpPr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A044D92-979C-7AE8-B349-D334F2E3DA10}"/>
                </a:ext>
              </a:extLst>
            </p:cNvPr>
            <p:cNvSpPr txBox="1"/>
            <p:nvPr/>
          </p:nvSpPr>
          <p:spPr>
            <a:xfrm>
              <a:off x="4463912" y="68237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Hints:</a:t>
              </a:r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90ADC2B1-1B40-160E-593F-465B1578BC08}"/>
                </a:ext>
              </a:extLst>
            </p:cNvPr>
            <p:cNvGrpSpPr/>
            <p:nvPr/>
          </p:nvGrpSpPr>
          <p:grpSpPr>
            <a:xfrm>
              <a:off x="5106280" y="89229"/>
              <a:ext cx="3937213" cy="1085459"/>
              <a:chOff x="5106280" y="89229"/>
              <a:chExt cx="3937213" cy="1085459"/>
            </a:xfrm>
          </p:grpSpPr>
          <p:sp>
            <p:nvSpPr>
              <p:cNvPr id="12" name="Rectangle: Rounded Corners 17">
                <a:extLst>
                  <a:ext uri="{FF2B5EF4-FFF2-40B4-BE49-F238E27FC236}">
                    <a16:creationId xmlns:a16="http://schemas.microsoft.com/office/drawing/2014/main" id="{D7BDAD22-B95F-5F94-D781-6C426DBE44E3}"/>
                  </a:ext>
                </a:extLst>
              </p:cNvPr>
              <p:cNvSpPr/>
              <p:nvPr/>
            </p:nvSpPr>
            <p:spPr>
              <a:xfrm>
                <a:off x="5106280" y="96255"/>
                <a:ext cx="3937213" cy="107843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C6A3B9D-AF37-A411-23B0-2765C56A5135}"/>
                      </a:ext>
                    </a:extLst>
                  </p:cNvPr>
                  <p:cNvSpPr txBox="1"/>
                  <p:nvPr/>
                </p:nvSpPr>
                <p:spPr>
                  <a:xfrm>
                    <a:off x="5106281" y="89229"/>
                    <a:ext cx="3937212" cy="5006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The maximum </a:t>
                    </a:r>
                    <a:r>
                      <a:rPr lang="de-CH" sz="12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phase</a:t>
                    </a:r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shift </a:t>
                    </a:r>
                    <a:r>
                      <a:rPr lang="de-CH" sz="12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of</a:t>
                    </a:r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 </a:t>
                    </a:r>
                    <a:r>
                      <a:rPr lang="de-CH" sz="12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lead</a:t>
                    </a:r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2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compensator</a:t>
                    </a:r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2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occurs</a:t>
                    </a:r>
                    <a:r>
                      <a:rPr lang="de-CH" sz="12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at </a:t>
                    </a:r>
                    <a14:m>
                      <m:oMath xmlns:m="http://schemas.openxmlformats.org/officeDocument/2006/math">
                        <m:r>
                          <a:rPr lang="el-GR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  <m:r>
                          <a:rPr lang="el-GR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𝑎𝑏</m:t>
                                </m:r>
                              </m:e>
                            </m:d>
                          </m:e>
                        </m:rad>
                      </m:oMath>
                    </a14:m>
                    <a:endParaRPr lang="el-GR" sz="12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C6A3B9D-AF37-A411-23B0-2765C56A51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6281" y="89229"/>
                    <a:ext cx="3937212" cy="50065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5CA7A023-FD7E-DCF9-69C6-27C2775D4C25}"/>
                      </a:ext>
                    </a:extLst>
                  </p:cNvPr>
                  <p:cNvSpPr txBox="1"/>
                  <p:nvPr/>
                </p:nvSpPr>
                <p:spPr>
                  <a:xfrm>
                    <a:off x="5885586" y="381201"/>
                    <a:ext cx="2378600" cy="793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i="1" dirty="0" err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m:rPr>
                              <m:sty m:val="p"/>
                            </m:rPr>
                            <a:rPr lang="de-CH" i="1" dirty="0" err="1">
                              <a:latin typeface="Cambria Math" panose="02040503050406030204" pitchFamily="18" charset="0"/>
                            </a:rPr>
                            <m:t>arctan</m:t>
                          </m:r>
                          <m:d>
                            <m:d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de-CH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CH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de-CH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d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–90°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5CA7A023-FD7E-DCF9-69C6-27C2775D4C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5586" y="381201"/>
                    <a:ext cx="2378600" cy="7934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963924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F3EC-9A9A-502D-4BA9-1A3455A7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2E5F4EAD-6C51-9833-216A-F56AFF002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5885"/>
          <a:stretch>
            <a:fillRect/>
          </a:stretch>
        </p:blipFill>
        <p:spPr>
          <a:xfrm>
            <a:off x="100505" y="388956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47BC75-5D57-35F9-F65A-60096190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5" y="-250223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EEC316-F5CF-912F-8C7C-7086AE12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701EE0-A4BF-92BB-38A9-CD49F34A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1504" y="4790060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18FB974F-820A-F9C6-0767-13B3BAAD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" y="2110855"/>
            <a:ext cx="5187801" cy="79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7768B2C8-943D-F2E6-03BF-48E51058B6F5}"/>
                  </a:ext>
                </a:extLst>
              </p:cNvPr>
              <p:cNvSpPr txBox="1"/>
              <p:nvPr/>
            </p:nvSpPr>
            <p:spPr>
              <a:xfrm>
                <a:off x="4255482" y="2568388"/>
                <a:ext cx="10498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7768B2C8-943D-F2E6-03BF-48E51058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482" y="2568388"/>
                <a:ext cx="104983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fik 16">
            <a:extLst>
              <a:ext uri="{FF2B5EF4-FFF2-40B4-BE49-F238E27FC236}">
                <a16:creationId xmlns:a16="http://schemas.microsoft.com/office/drawing/2014/main" id="{53A174F5-57E1-0EB6-EC07-C5993F4FB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08" y="2913791"/>
            <a:ext cx="4762825" cy="33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0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86532-82A8-48A6-6245-9F4776F6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630166F1-9513-F388-F720-4F8CE3D7C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5885"/>
          <a:stretch>
            <a:fillRect/>
          </a:stretch>
        </p:blipFill>
        <p:spPr>
          <a:xfrm>
            <a:off x="100505" y="388956"/>
            <a:ext cx="5454984" cy="176387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BFF02A2-F353-A762-BE6E-6E0DFF7C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5" y="-250223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C1F150-2F3D-A6A6-1A22-C76597B2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527B1F-DCD5-EBB9-391A-BEF36ED6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1504" y="4790060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66185301-A88C-45EC-6C62-69590F889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" y="2110855"/>
            <a:ext cx="5187801" cy="79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74CF63DB-456F-3655-0180-8716771399AD}"/>
                  </a:ext>
                </a:extLst>
              </p:cNvPr>
              <p:cNvSpPr txBox="1"/>
              <p:nvPr/>
            </p:nvSpPr>
            <p:spPr>
              <a:xfrm>
                <a:off x="4027465" y="2495087"/>
                <a:ext cx="10498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74CF63DB-456F-3655-0180-871677139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465" y="2495087"/>
                <a:ext cx="104983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7">
            <a:extLst>
              <a:ext uri="{FF2B5EF4-FFF2-40B4-BE49-F238E27FC236}">
                <a16:creationId xmlns:a16="http://schemas.microsoft.com/office/drawing/2014/main" id="{AA687048-E73D-DD16-1E5B-F302B5365B65}"/>
              </a:ext>
            </a:extLst>
          </p:cNvPr>
          <p:cNvSpPr/>
          <p:nvPr/>
        </p:nvSpPr>
        <p:spPr>
          <a:xfrm>
            <a:off x="6575612" y="96255"/>
            <a:ext cx="2484273" cy="573429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DE0BE98-A700-1E0C-6D9E-EEF1AF4FE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08" y="2913791"/>
            <a:ext cx="4762825" cy="3379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C23F2E0-5679-895A-3CA0-34FB20EF0320}"/>
                  </a:ext>
                </a:extLst>
              </p:cNvPr>
              <p:cNvSpPr txBox="1"/>
              <p:nvPr/>
            </p:nvSpPr>
            <p:spPr>
              <a:xfrm>
                <a:off x="2312895" y="3010976"/>
                <a:ext cx="8183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=6.56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C23F2E0-5679-895A-3CA0-34FB20EF0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895" y="3010976"/>
                <a:ext cx="818301" cy="276999"/>
              </a:xfrm>
              <a:prstGeom prst="rect">
                <a:avLst/>
              </a:prstGeom>
              <a:blipFill>
                <a:blip r:embed="rId7"/>
                <a:stretch>
                  <a:fillRect r="-151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1237031-CC03-807B-98BE-02E372CC156D}"/>
                  </a:ext>
                </a:extLst>
              </p:cNvPr>
              <p:cNvSpPr txBox="1"/>
              <p:nvPr/>
            </p:nvSpPr>
            <p:spPr>
              <a:xfrm>
                <a:off x="489445" y="3259561"/>
                <a:ext cx="3009157" cy="753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putting everything together we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i="0" dirty="0" err="1">
                              <a:latin typeface="Cambria Math" panose="02040503050406030204" pitchFamily="18" charset="0"/>
                            </a:rPr>
                            <m:t>lead</m:t>
                          </m:r>
                        </m:sub>
                      </m:sSub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=6.56</m:t>
                      </m:r>
                      <m:f>
                        <m:f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348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1237031-CC03-807B-98BE-02E372CC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45" y="3259561"/>
                <a:ext cx="3009157" cy="753155"/>
              </a:xfrm>
              <a:prstGeom prst="rect">
                <a:avLst/>
              </a:prstGeom>
              <a:blipFill>
                <a:blip r:embed="rId8"/>
                <a:stretch>
                  <a:fillRect l="-840" t="-1667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AC7932A-8ABD-3155-980B-475789493635}"/>
                  </a:ext>
                </a:extLst>
              </p:cNvPr>
              <p:cNvSpPr txBox="1"/>
              <p:nvPr/>
            </p:nvSpPr>
            <p:spPr>
              <a:xfrm>
                <a:off x="6528604" y="68237"/>
                <a:ext cx="2615396" cy="601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𝑙𝑒𝑎𝑑</m:t>
                          </m:r>
                        </m:sub>
                      </m:sSub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de-CH" sz="16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,0&lt;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AC7932A-8ABD-3155-980B-475789493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604" y="68237"/>
                <a:ext cx="2615396" cy="601447"/>
              </a:xfrm>
              <a:prstGeom prst="rect">
                <a:avLst/>
              </a:prstGeom>
              <a:blipFill>
                <a:blip r:embed="rId9"/>
                <a:stretch>
                  <a:fillRect r="-1942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11B645E-D64C-07A2-6DD9-90D6D168A628}"/>
                  </a:ext>
                </a:extLst>
              </p:cNvPr>
              <p:cNvSpPr txBox="1"/>
              <p:nvPr/>
            </p:nvSpPr>
            <p:spPr>
              <a:xfrm>
                <a:off x="2980890" y="3010976"/>
                <a:ext cx="18867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≈ 29 &amp; </m:t>
                      </m:r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348</m:t>
                      </m:r>
                    </m:oMath>
                  </m:oMathPara>
                </a14:m>
                <a:endParaRPr/>
              </a:p>
              <a:p>
                <a:endParaRPr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11B645E-D64C-07A2-6DD9-90D6D168A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890" y="3010976"/>
                <a:ext cx="1886799" cy="523220"/>
              </a:xfrm>
              <a:prstGeom prst="rect">
                <a:avLst/>
              </a:prstGeom>
              <a:blipFill>
                <a:blip r:embed="rId10"/>
                <a:stretch>
                  <a:fillRect l="-667"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fik 35" descr="Ein Bild, das Person, Menschliches Gesicht, Kleidung, Screenshot enthält.&#10;&#10;KI-generierte Inhalte können fehlerhaft sein.">
            <a:extLst>
              <a:ext uri="{FF2B5EF4-FFF2-40B4-BE49-F238E27FC236}">
                <a16:creationId xmlns:a16="http://schemas.microsoft.com/office/drawing/2014/main" id="{77F66DCB-D65B-F19D-C284-6733F1C6F79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271" r="9538"/>
          <a:stretch>
            <a:fillRect/>
          </a:stretch>
        </p:blipFill>
        <p:spPr>
          <a:xfrm>
            <a:off x="5711127" y="3003386"/>
            <a:ext cx="3152565" cy="18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6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10719-9B0E-E69D-15F4-AFAAA29B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Limitations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6C05E9-3589-323F-4B17-8EBE01CA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016"/>
            <a:ext cx="3943350" cy="3263504"/>
          </a:xfrm>
        </p:spPr>
        <p:txBody>
          <a:bodyPr>
            <a:normAutofit/>
          </a:bodyPr>
          <a:lstStyle/>
          <a:p>
            <a:r>
              <a:rPr lang="de-CH" sz="1600" dirty="0"/>
              <a:t>The </a:t>
            </a:r>
            <a:r>
              <a:rPr lang="de-CH" sz="1600" dirty="0" err="1"/>
              <a:t>requirement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keep</a:t>
            </a:r>
            <a:r>
              <a:rPr lang="de-CH" sz="1600" dirty="0"/>
              <a:t> a </a:t>
            </a:r>
            <a:r>
              <a:rPr lang="de-CH" sz="1600" dirty="0" err="1"/>
              <a:t>shallow</a:t>
            </a:r>
            <a:r>
              <a:rPr lang="de-CH" sz="1600" dirty="0"/>
              <a:t> </a:t>
            </a:r>
            <a:r>
              <a:rPr lang="de-CH" sz="1600" dirty="0" err="1"/>
              <a:t>slope</a:t>
            </a:r>
            <a:r>
              <a:rPr lang="de-CH" sz="1600" dirty="0"/>
              <a:t> </a:t>
            </a:r>
            <a:r>
              <a:rPr lang="de-CH" sz="1600" dirty="0" err="1"/>
              <a:t>over</a:t>
            </a:r>
            <a:r>
              <a:rPr lang="de-CH" sz="1600" dirty="0"/>
              <a:t> a “large” </a:t>
            </a:r>
            <a:r>
              <a:rPr lang="de-CH" sz="1600" dirty="0" err="1"/>
              <a:t>interval</a:t>
            </a:r>
            <a:r>
              <a:rPr lang="de-CH" sz="1600" dirty="0"/>
              <a:t> </a:t>
            </a:r>
            <a:r>
              <a:rPr lang="de-CH" sz="1600" dirty="0" err="1"/>
              <a:t>near</a:t>
            </a:r>
            <a:r>
              <a:rPr lang="de-CH" sz="1600" dirty="0"/>
              <a:t> </a:t>
            </a:r>
            <a:r>
              <a:rPr lang="de-CH" sz="1600" dirty="0" err="1"/>
              <a:t>crossover</a:t>
            </a:r>
            <a:r>
              <a:rPr lang="de-CH" sz="1600" dirty="0"/>
              <a:t> </a:t>
            </a:r>
            <a:r>
              <a:rPr lang="de-CH" sz="1600" dirty="0" err="1"/>
              <a:t>may</a:t>
            </a:r>
            <a:r>
              <a:rPr lang="de-CH" sz="1600" dirty="0"/>
              <a:t> </a:t>
            </a:r>
            <a:r>
              <a:rPr lang="de-CH" sz="1600" dirty="0" err="1"/>
              <a:t>make</a:t>
            </a:r>
            <a:r>
              <a:rPr lang="de-CH" sz="1600" dirty="0"/>
              <a:t> </a:t>
            </a:r>
            <a:r>
              <a:rPr lang="de-CH" sz="1600" dirty="0" err="1"/>
              <a:t>it</a:t>
            </a:r>
            <a:r>
              <a:rPr lang="de-CH" sz="1600" dirty="0"/>
              <a:t> impossible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clear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obstacles</a:t>
            </a:r>
            <a:endParaRPr lang="de-CH" sz="1600" dirty="0"/>
          </a:p>
          <a:p>
            <a:r>
              <a:rPr lang="de-CH" sz="1600" dirty="0" err="1"/>
              <a:t>nmn</a:t>
            </a:r>
            <a:r>
              <a:rPr lang="de-CH" sz="1600" dirty="0"/>
              <a:t>-phase </a:t>
            </a:r>
            <a:r>
              <a:rPr lang="de-CH" sz="1600" dirty="0" err="1"/>
              <a:t>zeros</a:t>
            </a:r>
            <a:r>
              <a:rPr lang="de-CH" sz="1600" dirty="0"/>
              <a:t> and </a:t>
            </a:r>
            <a:r>
              <a:rPr lang="de-CH" sz="1600" dirty="0" err="1"/>
              <a:t>unstable</a:t>
            </a:r>
            <a:r>
              <a:rPr lang="de-CH" sz="1600" dirty="0"/>
              <a:t> OL </a:t>
            </a:r>
            <a:r>
              <a:rPr lang="de-CH" sz="1600" dirty="0" err="1"/>
              <a:t>poles</a:t>
            </a:r>
            <a:r>
              <a:rPr lang="de-CH" sz="1600" dirty="0"/>
              <a:t> </a:t>
            </a:r>
            <a:r>
              <a:rPr lang="de-CH" sz="1600" dirty="0" err="1"/>
              <a:t>may</a:t>
            </a:r>
            <a:r>
              <a:rPr lang="de-CH" sz="1600" dirty="0"/>
              <a:t> </a:t>
            </a:r>
            <a:r>
              <a:rPr lang="de-CH" sz="1600" dirty="0" err="1"/>
              <a:t>make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situation</a:t>
            </a:r>
            <a:r>
              <a:rPr lang="de-CH" sz="1600" dirty="0"/>
              <a:t> </a:t>
            </a:r>
            <a:r>
              <a:rPr lang="de-CH" sz="1600" dirty="0" err="1"/>
              <a:t>even</a:t>
            </a:r>
            <a:r>
              <a:rPr lang="de-CH" sz="1600" dirty="0"/>
              <a:t> </a:t>
            </a:r>
            <a:r>
              <a:rPr lang="de-CH" sz="1600" dirty="0" err="1"/>
              <a:t>harder</a:t>
            </a:r>
            <a:endParaRPr lang="de-CH" sz="1600" dirty="0"/>
          </a:p>
          <a:p>
            <a:r>
              <a:rPr lang="de-CH" sz="1600" dirty="0"/>
              <a:t>Many </a:t>
            </a:r>
            <a:r>
              <a:rPr lang="de-CH" sz="1600" dirty="0" err="1"/>
              <a:t>performance</a:t>
            </a:r>
            <a:r>
              <a:rPr lang="de-CH" sz="1600" dirty="0"/>
              <a:t> </a:t>
            </a:r>
            <a:r>
              <a:rPr lang="de-CH" sz="1600" dirty="0" err="1"/>
              <a:t>goals</a:t>
            </a:r>
            <a:r>
              <a:rPr lang="de-CH" sz="1600" dirty="0"/>
              <a:t> </a:t>
            </a:r>
            <a:r>
              <a:rPr lang="de-CH" sz="1600" dirty="0" err="1"/>
              <a:t>conflict</a:t>
            </a:r>
            <a:r>
              <a:rPr lang="de-CH" sz="1600" dirty="0"/>
              <a:t>, e.g., </a:t>
            </a:r>
            <a:r>
              <a:rPr lang="de-CH" sz="1600" dirty="0" err="1"/>
              <a:t>you</a:t>
            </a:r>
            <a:r>
              <a:rPr lang="de-CH" sz="1600" dirty="0"/>
              <a:t> </a:t>
            </a:r>
            <a:r>
              <a:rPr lang="de-CH" sz="1600" dirty="0" err="1"/>
              <a:t>cannot</a:t>
            </a:r>
            <a:r>
              <a:rPr lang="de-CH" sz="1600" dirty="0"/>
              <a:t> </a:t>
            </a:r>
            <a:r>
              <a:rPr lang="de-CH" sz="1600" dirty="0" err="1"/>
              <a:t>achieve</a:t>
            </a:r>
            <a:r>
              <a:rPr lang="de-CH" sz="1600" dirty="0"/>
              <a:t> strong </a:t>
            </a:r>
            <a:r>
              <a:rPr lang="de-CH" sz="1600" dirty="0" err="1"/>
              <a:t>disturbance</a:t>
            </a:r>
            <a:r>
              <a:rPr lang="de-CH" sz="1600" dirty="0"/>
              <a:t> </a:t>
            </a:r>
            <a:r>
              <a:rPr lang="de-CH" sz="1600" dirty="0" err="1"/>
              <a:t>rejection</a:t>
            </a:r>
            <a:r>
              <a:rPr lang="de-CH" sz="1600" dirty="0"/>
              <a:t>, </a:t>
            </a:r>
            <a:r>
              <a:rPr lang="de-CH" sz="1600" dirty="0" err="1"/>
              <a:t>noise</a:t>
            </a:r>
            <a:r>
              <a:rPr lang="de-CH" sz="1600" dirty="0"/>
              <a:t> </a:t>
            </a:r>
            <a:r>
              <a:rPr lang="de-CH" sz="1600" dirty="0" err="1"/>
              <a:t>attenuation</a:t>
            </a:r>
            <a:r>
              <a:rPr lang="de-CH" sz="1600" dirty="0"/>
              <a:t>, and </a:t>
            </a:r>
            <a:r>
              <a:rPr lang="de-CH" sz="1600" dirty="0" err="1"/>
              <a:t>good</a:t>
            </a:r>
            <a:r>
              <a:rPr lang="de-CH" sz="1600" dirty="0"/>
              <a:t> </a:t>
            </a:r>
            <a:r>
              <a:rPr lang="de-CH" sz="1600" dirty="0" err="1"/>
              <a:t>tracking</a:t>
            </a:r>
            <a:r>
              <a:rPr lang="de-CH" sz="1600" dirty="0"/>
              <a:t> at </a:t>
            </a:r>
            <a:r>
              <a:rPr lang="de-CH" sz="1600" dirty="0" err="1"/>
              <a:t>the</a:t>
            </a:r>
            <a:r>
              <a:rPr lang="de-CH" sz="1600" dirty="0"/>
              <a:t> same time </a:t>
            </a:r>
          </a:p>
          <a:p>
            <a:endParaRPr lang="de-CH" sz="1600" dirty="0"/>
          </a:p>
          <a:p>
            <a:endParaRPr lang="de-CH" sz="1600" dirty="0"/>
          </a:p>
          <a:p>
            <a:endParaRPr lang="de-CH" sz="1600" dirty="0"/>
          </a:p>
          <a:p>
            <a:endParaRPr lang="de-CH" sz="1600" dirty="0"/>
          </a:p>
          <a:p>
            <a:endParaRPr lang="de-CH" sz="1600" dirty="0"/>
          </a:p>
          <a:p>
            <a:endParaRPr lang="de-CH" sz="1600" dirty="0"/>
          </a:p>
          <a:p>
            <a:endParaRPr lang="en-US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EA5838-59CB-579E-6B0E-2FCEB8CB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50BFD2-F801-FA4E-5994-09D21956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ECCDF8BF-6629-DC73-A811-CD13A6BE9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3" y="1268016"/>
            <a:ext cx="4100965" cy="320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21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 dirty="0"/>
              <a:t>Tips for Problem Set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4821516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H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fr-CH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b="1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4821516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2500" r="-10048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66" t="-102500" r="-966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99B5A6-5CE1-678B-600B-D8284012A26E}"/>
              </a:ext>
            </a:extLst>
          </p:cNvPr>
          <p:cNvSpPr txBox="1"/>
          <p:nvPr/>
        </p:nvSpPr>
        <p:spPr>
          <a:xfrm>
            <a:off x="217250" y="2215072"/>
            <a:ext cx="42215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1: </a:t>
            </a:r>
            <a:r>
              <a:rPr lang="en-US" sz="1200" noProof="0" dirty="0">
                <a:solidFill>
                  <a:schemeClr val="tx1"/>
                </a:solidFill>
              </a:rPr>
              <a:t>a) look up the graphical definitions in the slides. c) think about negative &amp; positive margins. d) recall the Nyquist stability criterion</a:t>
            </a:r>
          </a:p>
          <a:p>
            <a:endParaRPr lang="en-US" sz="12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A8C770A-DB9B-EBE1-A5E2-DC72E05709AA}"/>
                  </a:ext>
                </a:extLst>
              </p:cNvPr>
              <p:cNvSpPr txBox="1"/>
              <p:nvPr/>
            </p:nvSpPr>
            <p:spPr>
              <a:xfrm>
                <a:off x="217250" y="2889335"/>
                <a:ext cx="4221579" cy="890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</a:t>
                </a:r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a)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noProof="0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𝑘𝐿</m:t>
                        </m:r>
                        <m:d>
                          <m:dPr>
                            <m:ctrlPr>
                              <a:rPr lang="en-US" sz="1200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200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sz="1200" i="1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200" i="1" noProof="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𝑔𝑐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</m:t>
                    </m:r>
                  </m:oMath>
                </a14:m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noProof="0" dirty="0">
                    <a:solidFill>
                      <a:schemeClr val="tx1"/>
                    </a:solidFill>
                  </a:rPr>
                  <a:t>b) look at the mathematical definitions for phase &amp; gain margin and plug in the open-loop TF </a:t>
                </a: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A8C770A-DB9B-EBE1-A5E2-DC72E057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0" y="2889335"/>
                <a:ext cx="4221579" cy="890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49A5B6A-EF47-C96D-77CA-22B58DADE31A}"/>
                  </a:ext>
                </a:extLst>
              </p:cNvPr>
              <p:cNvSpPr txBox="1"/>
              <p:nvPr/>
            </p:nvSpPr>
            <p:spPr>
              <a:xfrm>
                <a:off x="4494030" y="2157865"/>
                <a:ext cx="3927839" cy="1392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3: a) we did it graphically together for intuition, try to do the calculations if you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wanna</a:t>
                </a:r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get the exact results b) follow the tips and remember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  <m:sub>
                        <m: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𝑠𝑠</m:t>
                        </m:r>
                      </m:sub>
                    </m:sSub>
                    <m:r>
                      <a:rPr lang="en-US" sz="1200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unc>
                      <m:funcPr>
                        <m:ctrlPr>
                          <a:rPr lang="de-CH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CH" sz="1200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e-CH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de-CH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de-CH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de-CH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de-CH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de-CH" sz="1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 small </a:t>
                </a:r>
                <a14:m>
                  <m:oMath xmlns:m="http://schemas.openxmlformats.org/officeDocument/2006/math">
                    <m:r>
                      <a:rPr lang="en-US" sz="1200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de-CH" sz="1200" b="0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1200" i="1" noProof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d>
                      <m:dPr>
                        <m:ctrlP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large,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CH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e-CH" sz="1200" i="0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de-CH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de-CH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CH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which compensator do we choose to increase magnitude?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49A5B6A-EF47-C96D-77CA-22B58DADE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030" y="2157865"/>
                <a:ext cx="3927839" cy="1392561"/>
              </a:xfrm>
              <a:prstGeom prst="rect">
                <a:avLst/>
              </a:prstGeom>
              <a:blipFill>
                <a:blip r:embed="rId4"/>
                <a:stretch>
                  <a:fillRect r="-322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80D57A2-547D-C598-700E-EE37A67B8988}"/>
                  </a:ext>
                </a:extLst>
              </p:cNvPr>
              <p:cNvSpPr txBox="1"/>
              <p:nvPr/>
            </p:nvSpPr>
            <p:spPr>
              <a:xfrm>
                <a:off x="4494030" y="3550426"/>
                <a:ext cx="4221579" cy="1215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4.1: we need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atleast</a:t>
                </a:r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as many </a:t>
                </a:r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poles @ origin, as order of ramp  b) remember the table summarizing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𝑠𝑠</m:t>
                        </m:r>
                      </m:sub>
                    </m:sSub>
                    <m:r>
                      <a:rPr lang="de-CH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or use FVT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4.2: use the definition of sensitivity function to calculate the error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4.3: remember how we changed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2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𝑔𝑐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in our example by multiplying the TF with a gain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𝐾</m:t>
                    </m:r>
                  </m:oMath>
                </a14:m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80D57A2-547D-C598-700E-EE37A67B8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030" y="3550426"/>
                <a:ext cx="4221579" cy="1215397"/>
              </a:xfrm>
              <a:prstGeom prst="rect">
                <a:avLst/>
              </a:prstGeom>
              <a:blipFill>
                <a:blip r:embed="rId5"/>
                <a:stretch>
                  <a:fillRect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/>
              <a:t>Too fast? Too slow? Less theory, more exercises?</a:t>
            </a:r>
          </a:p>
          <a:p>
            <a:r>
              <a:rPr lang="en-US" noProof="0"/>
              <a:t>I would appreciate your feedback. Please let me know.</a:t>
            </a:r>
          </a:p>
          <a:p>
            <a:r>
              <a:rPr lang="en-US" noProof="0">
                <a:hlinkClick r:id="rId2"/>
              </a:rPr>
              <a:t>https://docs.google.com/forms/d/e/1FAIpQLSdHl0kjWo63aNzDkAV0cnmQadCAj5L0D7v7aSh0BK7BBdEgpA/viewform?usp=header</a:t>
            </a:r>
            <a:endParaRPr lang="en-US" noProof="0"/>
          </a:p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34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2228</Words>
  <Application>Microsoft Macintosh PowerPoint</Application>
  <PresentationFormat>Bildschirmpräsentation (16:9)</PresentationFormat>
  <Paragraphs>341</Paragraphs>
  <Slides>34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3" baseType="lpstr">
      <vt:lpstr>Quattrocento Sans</vt:lpstr>
      <vt:lpstr>Segoe UI Semibold</vt:lpstr>
      <vt:lpstr>Cambria Math</vt:lpstr>
      <vt:lpstr>Calibri</vt:lpstr>
      <vt:lpstr>Segoe UI</vt:lpstr>
      <vt:lpstr>Segoe UI Light</vt:lpstr>
      <vt:lpstr>Arial</vt:lpstr>
      <vt:lpstr>Segoe UI Black</vt:lpstr>
      <vt:lpstr>Office</vt:lpstr>
      <vt:lpstr>CS1 Week 11 Empty</vt:lpstr>
      <vt:lpstr>Recap Last Week</vt:lpstr>
      <vt:lpstr>Quiz 1 </vt:lpstr>
      <vt:lpstr>Quiz 2</vt:lpstr>
      <vt:lpstr>Quiz 3</vt:lpstr>
      <vt:lpstr>Course Schedule</vt:lpstr>
      <vt:lpstr>Today</vt:lpstr>
      <vt:lpstr>1. Gain &amp; Phase Margin</vt:lpstr>
      <vt:lpstr>Gain &amp; Phase Margin</vt:lpstr>
      <vt:lpstr>Exam Problem</vt:lpstr>
      <vt:lpstr>2. Frequency-domain Specifications</vt:lpstr>
      <vt:lpstr>Overview</vt:lpstr>
      <vt:lpstr>Noise &amp; Disturbance</vt:lpstr>
      <vt:lpstr>(Complementary) Sensitivity Functions</vt:lpstr>
      <vt:lpstr>Frequency-domain Specifications</vt:lpstr>
      <vt:lpstr>Visualization</vt:lpstr>
      <vt:lpstr>Bode Plot</vt:lpstr>
      <vt:lpstr>Dynamic Compensator</vt:lpstr>
      <vt:lpstr>Dynamic Compensator</vt:lpstr>
      <vt:lpstr>Exam Question</vt:lpstr>
      <vt:lpstr>3. Loop Shaping</vt:lpstr>
      <vt:lpstr>Loop Shaping</vt:lpstr>
      <vt:lpstr>Lead-Element</vt:lpstr>
      <vt:lpstr>Lag-Element</vt:lpstr>
      <vt:lpstr>Example</vt:lpstr>
      <vt:lpstr>Example</vt:lpstr>
      <vt:lpstr>Example</vt:lpstr>
      <vt:lpstr>Example</vt:lpstr>
      <vt:lpstr>Example</vt:lpstr>
      <vt:lpstr>Example</vt:lpstr>
      <vt:lpstr>Performance Limitations</vt:lpstr>
      <vt:lpstr>Tips for Problem Set 10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5</cp:revision>
  <dcterms:created xsi:type="dcterms:W3CDTF">2025-10-18T14:01:04Z</dcterms:created>
  <dcterms:modified xsi:type="dcterms:W3CDTF">2025-11-28T08:10:03Z</dcterms:modified>
</cp:coreProperties>
</file>