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8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1"/>
  </p:notesMasterIdLst>
  <p:handoutMasterIdLst>
    <p:handoutMasterId r:id="rId42"/>
  </p:handoutMasterIdLst>
  <p:sldIdLst>
    <p:sldId id="256" r:id="rId2"/>
    <p:sldId id="1173" r:id="rId3"/>
    <p:sldId id="1052" r:id="rId4"/>
    <p:sldId id="1139" r:id="rId5"/>
    <p:sldId id="1183" r:id="rId6"/>
    <p:sldId id="1184" r:id="rId7"/>
    <p:sldId id="1187" r:id="rId8"/>
    <p:sldId id="1189" r:id="rId9"/>
    <p:sldId id="1190" r:id="rId10"/>
    <p:sldId id="1185" r:id="rId11"/>
    <p:sldId id="1186" r:id="rId12"/>
    <p:sldId id="1188" r:id="rId13"/>
    <p:sldId id="1070" r:id="rId14"/>
    <p:sldId id="257" r:id="rId15"/>
    <p:sldId id="1097" r:id="rId16"/>
    <p:sldId id="1191" r:id="rId17"/>
    <p:sldId id="1193" r:id="rId18"/>
    <p:sldId id="1214" r:id="rId19"/>
    <p:sldId id="1198" r:id="rId20"/>
    <p:sldId id="1200" r:id="rId21"/>
    <p:sldId id="1215" r:id="rId22"/>
    <p:sldId id="1216" r:id="rId23"/>
    <p:sldId id="1209" r:id="rId24"/>
    <p:sldId id="1210" r:id="rId25"/>
    <p:sldId id="1201" r:id="rId26"/>
    <p:sldId id="1174" r:id="rId27"/>
    <p:sldId id="1197" r:id="rId28"/>
    <p:sldId id="1208" r:id="rId29"/>
    <p:sldId id="1204" r:id="rId30"/>
    <p:sldId id="1213" r:id="rId31"/>
    <p:sldId id="1211" r:id="rId32"/>
    <p:sldId id="1212" r:id="rId33"/>
    <p:sldId id="1194" r:id="rId34"/>
    <p:sldId id="1195" r:id="rId35"/>
    <p:sldId id="1196" r:id="rId36"/>
    <p:sldId id="1181" r:id="rId37"/>
    <p:sldId id="1171" r:id="rId38"/>
    <p:sldId id="1118" r:id="rId39"/>
    <p:sldId id="1067" r:id="rId4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3"/>
    </p:embeddedFont>
    <p:embeddedFont>
      <p:font typeface="Quattrocento Sans" panose="020B0502050000020003" pitchFamily="34" charset="0"/>
      <p:regular r:id="rId44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Black" panose="020B0502040204020203" pitchFamily="34" charset="0"/>
      <p:bold r:id="rId52"/>
      <p:italic r:id="rId53"/>
      <p:boldItalic r:id="rId54"/>
    </p:embeddedFont>
    <p:embeddedFont>
      <p:font typeface="Segoe UI Light" panose="020B0502040204020203" pitchFamily="34" charset="0"/>
      <p:regular r:id="rId55"/>
      <p:italic r:id="rId56"/>
    </p:embeddedFont>
    <p:embeddedFont>
      <p:font typeface="Segoe UI Semibold" panose="020B0502040204020203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173"/>
            <p14:sldId id="1052"/>
            <p14:sldId id="1139"/>
            <p14:sldId id="1183"/>
            <p14:sldId id="1184"/>
            <p14:sldId id="1187"/>
            <p14:sldId id="1189"/>
            <p14:sldId id="1190"/>
            <p14:sldId id="1185"/>
            <p14:sldId id="1186"/>
            <p14:sldId id="1188"/>
            <p14:sldId id="1070"/>
            <p14:sldId id="257"/>
          </p14:sldIdLst>
        </p14:section>
        <p14:section name="Time response" id="{1FBDD870-616A-2043-9AB2-93A2A117B0C5}">
          <p14:sldIdLst>
            <p14:sldId id="1097"/>
            <p14:sldId id="1191"/>
            <p14:sldId id="1193"/>
            <p14:sldId id="1214"/>
          </p14:sldIdLst>
        </p14:section>
        <p14:section name="System Response" id="{99F6F273-773A-6046-92C4-2E3701EFB2E9}">
          <p14:sldIdLst>
            <p14:sldId id="1198"/>
            <p14:sldId id="1200"/>
            <p14:sldId id="1215"/>
            <p14:sldId id="1216"/>
            <p14:sldId id="1209"/>
            <p14:sldId id="1210"/>
            <p14:sldId id="1201"/>
          </p14:sldIdLst>
        </p14:section>
        <p14:section name="Poles &amp; Zeros" id="{AB066B52-7B3D-FD40-BEC1-580AB52DEF13}">
          <p14:sldIdLst>
            <p14:sldId id="1174"/>
            <p14:sldId id="1197"/>
            <p14:sldId id="1208"/>
            <p14:sldId id="1204"/>
            <p14:sldId id="1213"/>
            <p14:sldId id="1211"/>
            <p14:sldId id="1212"/>
          </p14:sldIdLst>
        </p14:section>
        <p14:section name="Summary &amp; Problem Sets" id="{BCE4D2BE-C8A5-E54A-85DF-74588FB6A961}">
          <p14:sldIdLst>
            <p14:sldId id="1194"/>
            <p14:sldId id="1195"/>
            <p14:sldId id="1196"/>
            <p14:sldId id="1181"/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>
      <p:cViewPr varScale="1">
        <p:scale>
          <a:sx n="162" d="100"/>
          <a:sy n="162" d="100"/>
        </p:scale>
        <p:origin x="744" y="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6:24:24.045"/>
    </inkml:context>
    <inkml:brush xml:id="br0">
      <inkml:brushProperty name="height" value="0.053" units="cm"/>
      <inkml:brushProperty name="color" value="#FF0000"/>
    </inkml:brush>
  </inkml:definitions>
  <inkml:trace contextRef="#ctx0" brushRef="#br0">3007 11633 7940,'6'0'0,"0"-5"-167,-2-2 0,-3 1 0,4-1 0,-2-2 1,1 0-487,-2-2 653,4 5 1,-5-3 0,3 2 0,-3-3 298,-1 0-304,-5 4 1,3 1-1,-4 6 5,1 3 0,-8 11 0,1 8 0</inkml:trace>
  <inkml:trace contextRef="#ctx0" brushRef="#br0" timeOffset="1">3018 11569 7935,'6'7'-2141,"-2"0"4008,-3-5 0,0 4 120,2-2-1575,-1-3 0,4 8 0,-3-3 99,4 0-581,-2 4 0,4-9 0,-1 2 1,1 0 545,2 0-552,-1-1 1,5 2 0,0-4-1,0-1 1,2-1-891,0-2 543,0 1 1,1-2 0,0-1-1,1 0 1,1 1 422,1 1 0,15-17 0,3-7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6:28:02.966"/>
    </inkml:context>
    <inkml:brush xml:id="br0">
      <inkml:brushProperty name="height" value="0.053" units="cm"/>
      <inkml:brushProperty name="color" value="#FF0000"/>
    </inkml:brush>
  </inkml:definitions>
  <inkml:trace contextRef="#ctx0" brushRef="#br0">15217 2687 7965,'0'-6'1630,"0"-3"-1062,0 3 0,1-4 230,3 3-420,-3-2 1,4 6 16,-5-4 0,0 3 698,0-3 550,0 5-579,0-7-547,0 7 1,-5-2-238,-2 4 1,-3 0-245,0 0 1,-6 8 43,-2 3 1,-5 6-108,-2 1 0,-4 7 189,4 3 0,-3 3 21,3 1 1,0 0 40,4 0 1,1 0-122,2 0 0,3 4 167,4-1 0,5 1-129,2-4 0,8-5-171,3-2 0,3 0-90,0-4 1,6-2-284,1-8 0,0-1 90,1 1 0,0-4-182,3 0 1,-3-4 202,-1 0 0,-2-2-118,2-1 0,-4-3-649,2-1 480,-3-4 388,-2 2 1,-3-3 26,0 1 1,-4-1 118,0 2 0,-1-3-424,-2 0 279,-5-1 0,0-3-34,-2 0 1,1-1-30,2 5 0,2-1 189,-5 0 1,5 1 3,-2-1 1,3 0 150,1 1 0,0-1-10,0 0 0,0 4 525,0 0-376,0 0 1,5-4 128,2 1 1,2 3-112,2 0 0,1 3 11,2-3 0,-1 5-46,5-2 1,-4 3-29,4 1 1,-4 0 122,4 0 1,-5 1-28,1 3 0,1 1 213,0 6 1,-2 1-114,-6 2 0,2 3 80,-2 4 0,-1-3-233,1 0 0,-4-1-160,0 5 1,-2-4-794,-1-1 0,0-2-186,0 2 0,0-3-2221,0 4 2238,0-5 0,0 3 894,0-6 0,-9-23 0,-3-6 0</inkml:trace>
  <inkml:trace contextRef="#ctx0" brushRef="#br0" timeOffset="1">15739 2591 7945,'-10'0'1,"-1"0"165,0 0 0,4 0 397,0 0 1,4 1-124,-5 3 0,1 8 149,-3 9 0,-1 5-137,0 6 0,1 5 5,-1 2 0,0 7-426,1 4 0,0-3 45,3-1 1,2-2-483,5-1 0,0-5 320,0-3 1,2-6-1248,1-4 1,3-4 322,5-3 0,1-3 5,2-4 1,1-2 1004,3-2 0,16-30 0,1-13 0</inkml:trace>
  <inkml:trace contextRef="#ctx0" brushRef="#br0" timeOffset="2">16017 2836 7936,'-11'0'-276,"0"-5"1,1 4-344,-1-2 0,0 2 1709,1 1 0,-1 0 435,0 0-1013,-4 0 0,3 1-146,-2 2-357,7 3 1,-2 5 205,6 0-60,-1-1 1,4 1 32,0-1 1,0 1-147,0 0 0,5-1-146,2 1 0,3 0-81,0-1 0,5 1-126,-1 0 1,1-2 13,-1-2 1,-1 3-131,5-3 0,-4 1 168,4-1 1,-6 3 96,-1-3 0,-1 2 38,-3 2 1,2 0 126,-2-1 0,-2-2 474,-5-1 1,-2 0-125,-1 3 0,-3 1 58,-5 0 1,-1-1-236,-2 1 1,1-4 6,-5 0 0,2-3-321,-2 3 1,-1-5-450,5 2 0,-4-3-55,4-1 0,0-5-616,3-2 0,2-2 1258,1-2 0,23-33 0,8-8 0</inkml:trace>
  <inkml:trace contextRef="#ctx0" brushRef="#br0" timeOffset="3">16166 2516 7895,'6'0'-1756,"0"0"1756,-3 0 0,0 4 0,4-1 0,-4 2 911,4-1 0,4 2-267,3 4 1,4 2 52,-4 2 1,5 3-246,-1 4 1,-1 1-74,0-1 1,-4 4-116,2 0 1,-5 4 68,-3 0 1,-2 2-173,-5 1 0,0 1-97,0 2 0,-5-2-48,-2 3 0,1-3-157,-1-1 1,0-3-982,-3-1 1,2-4 76,1 1 0,5-4-1517,-2-3 2562,3-3 0,-4-33 0,0-7 0</inkml:trace>
  <inkml:trace contextRef="#ctx0" brushRef="#br0" timeOffset="4">16635 2772 7895,'6'0'-729,"-1"0"0,-4 0 1319,2 0 1,3 0-267,5 0 0,4 0-288,3 0 0,2 0-240,2 0 1,3 0-1218,-1 0 1421,6 0 0,16-5 0,10 0 0</inkml:trace>
  <inkml:trace contextRef="#ctx0" brushRef="#br0" timeOffset="5">16678 2911 7895,'-6'5'-94,"-4"-4"1,9 5 394,-2-3 161,1-2 1,7 4-368,2-5 1,6 0-251,2 0 1,3 0-180,0 0 1,6-1-1263,1-3 1596,-5 3 0,14-4 0,1 5 0</inkml:trace>
  <inkml:trace contextRef="#ctx0" brushRef="#br0" timeOffset="6">17435 2634 7876,'-7'-4'1133,"0"0"1,0-3-499,-4 4 0,1-2 54,3 2 0,-2 1-234,2-1 0,-3 2-55,0 1 1,-1 1 95,0 2 0,-1 7-120,-2 4 1,2 9 667,-2-2 1,2 7 14,2 1 0,-1 5 333,0 2 0,2 4-510,2-1 1,2-2 222,5-2 1,1-2-751,3-1 0,3 0-303,7 0 1,6-6-67,5-4 1,3-6-192,-3-5 0,5-1-1130,-2-3 0,-2-3-161,-1-4 0,1 0-1103,-1 0 0,3-6 2599,0-4 0,5-25 0,-12 13 0,1-1 0</inkml:trace>
  <inkml:trace contextRef="#ctx0" brushRef="#br0" timeOffset="7">18235 2687 7910,'6'-6'0,"-2"0"665,-4 3 1,0 0-141,0-4 1,0 3-13,0-3 0,-3 4-205,-1-4 0,1 3 135,3-3-288,-5 0 1,-1-4 27,-5 1 0,4 2-3,0 1 0,-4 5-4,-3-2 1,-1 3-69,1 1 0,-2 0 125,-2 0 1,-2 6 0,2 5 0,2 1-44,-2 5 1,5 0-1,-1 1 1,6 2-212,0-2 1,6-2 80,-1 2 0,1-4-447,2 4 1,5-8 146,2 0 0,7-3-7,4 0 0,-1-2-69,1-5 0,-1-1-221,5-3 1,-1-3 161,0-7 0,-3 2-71,0-2 1,-4-1 299,4 0 1,-5 1-90,1 4 0,-3-1 685,-4 0 21,2 1 392,-8 4-617,4 1 1,-5 6 17,0 3 0,0 2 73,0 4 1,-3 2 67,-1 2 1,1-2-227,3 2 1,0-2-312,0-1 1,0 3-910,0 0 0,1 1-39,2-5 0,0 1 1080,4 0 0,14-10 0,8-2 0</inkml:trace>
  <inkml:trace contextRef="#ctx0" brushRef="#br0" timeOffset="8">18533 2655 7910,'-6'-5'162,"1"4"1,4-5 417,-2 3-168,2 1 0,-5-4 220,2 3 96,3 2-119,-9-9 218,5 9-447,-6-4 1,0 5 243,1 0-340,-1 5 1,0 1-57,1 5 1,2 3 27,1 0 0,1 4-39,-1-4 1,3 4-1,4-4 1,0 4-848,0-4 0,0 0 376,0-3 1,4-2-382,3-2 1,3-2 214,1-5 0,3 0-1,0 0 0,4-1 33,-4-3 1,4-1-70,-4-6 0,4-1 243,-4-2 1,0 2 175,-3-2 0,-2 2-47,-2 1 0,2 1 255,-6-1 781,6 0-287,-8 1-252,3 4 0,-5 1 98,-2 5-229,2 0 1,-8 5-5,6 2 0,-2-1 23,1 1 1,3 0-249,-2 4 1,1-1 80,2 1 0,-1-2-839,-2-2 1,2 3-190,-3-3 1,3 3 894,1 0 0,9 1 0,3 0 0</inkml:trace>
  <inkml:trace contextRef="#ctx0" brushRef="#br0" timeOffset="9">18608 2634 6142,'-6'-6'1543,"-4"1"-684,9 5-474,-8-5-95,8 4-142,-9-4 0,8 5-134,-5 0 269,4-4-330,-6 2 190,3-2-92,-5 4 0,0 0 100,1 0-21,-1 0 0,1 3 21,-1 1 0,0 4 6,1-1 1,-1-1 135,0 1 0,1 0-73,-1 4 0,1 0-10,3-1 1,-2 1-74,2 0 0,2-1 55,1 1 1,0 3-94,0 0 1,1 1-17,3-5 0,1 1-135,2 0 0,0-4 51,4 0 0,1-5-114,6 2 1,-2-3 96,2-1 1,3 0-107,1 0 0,-2-5-163,2-2 0,-1-6-29,0-1 0,4-5-50,-4 1 0,0 1 165,1 0 1,-5-1 11,1-3 1,0-3 89,-3 3 0,2-3 59,-6 6 1,-2-1-6,-2 1 0,2-1 249,-1 5 0,-1-4-116,-3 4 1,0 0 143,0 3 0,0 1-15,0-1 1,0 4-49,0 0 0,0 3-86,0-3 1,0 4 9,0-5-51,0 6 1,0-4-4,0 3-46,0 1 20,0-2 0,-1 4-18,-3 0 11,3 0 1,-4 1 127,5 2 0,0 3 192,0 5 0,-1 0-74,-2-1 1,2 5 173,-3-1 0,2 5-139,-2-1 0,3 0-40,-3 0 1,3 2-195,1-2 0,0-1 18,0 0 0,0 1-290,0 4 1,0-1-148,0 0 1,0-1-435,0-2 0,0 5 101,0-6 1,4 5-514,-1-8 1,2 1 1211,-1 0 0,11-32 0,7-3 0</inkml:trace>
  <inkml:trace contextRef="#ctx0" brushRef="#br0" timeOffset="10">18896 2516 8823,'-6'5'3437,"1"-3"-2798,5 6 1,0-1 23,0 3 1,0 2-122,0 2 0,4-1-154,-1 5 0,4-4-125,-3 4 0,3 0 28,-4 3 0,1 1 120,-4-1 0,0 0-137,0 1 0,0-2 14,0-3 0,0 4-44,0-4 1,-1-1-14,-3-2 0,-2-2-284,-4-2 0,3-2 113,-1-1 1,1-5-634,-3 2 1,-1-3-158,0-1 1,1-1-479,-1-3 0,0-3 166,1-7 1,0-3-510,3-4 1,-2-2 610,2-2 940,2 3 0,6-18 0,3-8 0,1-1 0,1 0 0</inkml:trace>
  <inkml:trace contextRef="#ctx0" brushRef="#br0" timeOffset="11">18906 2378 9778,'-6'0'762,"2"0"-1050,4 0 1,23 0 0,7 0 0</inkml:trace>
  <inkml:trace contextRef="#ctx0" brushRef="#br0" timeOffset="12">19205 2292 7910,'-5'6'-1728,"4"0"2217,-3-2 1,3-2 1154,1 5 1,-3-3-856,-1 3 1,-1 1-354,2 6 1,-2 3 8,-2 4 0,-2 5 46,1 3 0,-1 6 66,-2 4 0,1-1-319,-1 1 1,4-1-42,0 2 1,4 0-405,0-5 1,2 0 225,1-7 0,0 2-1728,0-5 0,4-4 1709,3-3 0,17-19 0,5-2 0</inkml:trace>
  <inkml:trace contextRef="#ctx0" brushRef="#br0" timeOffset="13">19408 2612 7895,'-5'-6'944,"4"-3"1,-9 6-363,3-4 0,1 4 286,-1-4 1,3 4 124,-3 0-642,0-3 0,-3 5-201,-1-3 1,4 3-132,0 1 0,3 0 66,-3 0 1,3 4-118,-3-1 1,4 5 106,-4-1 1,4 3-97,0 1 1,2-4-196,1 0 0,0 0 111,0 4 1,1-1-181,2 1 1,3-4 68,5 0 1,-4-1 58,0 1 0,4 1 74,3-4 1,0 4-138,-3-1 0,0-1 172,-1 1 1,0-3 6,-3 3 1,2-1 153,-2 1 0,-2 3-108,-1-3 0,-3 2 187,-1 2 1,0-4 13,0 0 1,-1 0-16,-3 4 0,-2-4-141,-4 0 1,-1-3 5,0 3 1,-3-5-59,0 2 0,-4-3-170,4-1 1,-2-1-564,2-3 1,2-2 17,-2-4 0,2-1-290,2 0 0,0-1 1007,3-2 0,12-21 0,7-10 0</inkml:trace>
  <inkml:trace contextRef="#ctx0" brushRef="#br0" timeOffset="14">19567 2399 7895,'-4'6'1908,"3"0"360,-3-3 1,3 0-1252,1 4 1,0-4-514,0 5 1,1 2-13,3 4 1,-2 5-227,5-1 1,-5 6-64,2 1 0,1 4-116,-2 0 0,1 0-222,-4 0 0,1 2-185,3-3 1,-3 2-526,2-2 0,-2 2-1097,-1-5 1,0-4-136,0-3-460,0-5 2537,0-3 0,5-43 0,1-14 0</inkml:trace>
  <inkml:trace contextRef="#ctx0" brushRef="#br0" timeOffset="15">19493 2367 7883,'-7'0'2922,"0"0"-1708,4 0 198,-6 0-1059,8 0 0,1-4-242,7 1 1,7-1-547,4 4 1,-1 0 331,5 0 1,-3 0-202,6 0 1,-3 0-158,-1 0 0,1 0-630,-1 0 1,-3 5 1090,0 2 0,-5 26 0,2 8 0</inkml:trace>
  <inkml:trace contextRef="#ctx0" brushRef="#br0" timeOffset="16">19472 2804 7883,'0'6'1842,"0"4"1,1-9-1284,2 2 0,0-1-84,4-2 0,1 0-311,6 0 1,-1 0-193,5 0 0,-4 0-1068,4 0 1,-1 0 1095,0 0 0,23-5 0,0-1 0</inkml:trace>
  <inkml:trace contextRef="#ctx0" brushRef="#br0" timeOffset="17">19845 2644 7882,'-6'0'5692,"-4"0"-5390,9 0-628,6 0 0,3 0 270,10 0 56,-5 0 0,19-4 0,8-1 0,1-1 0,0 0 0</inkml:trace>
  <inkml:trace contextRef="#ctx0" brushRef="#br0" timeOffset="18">20175 2740 7871,'-4'11'0,"1"-2"1312,-4-2 0,4 2 884,-5-6 103,6 1-1152,-3-4-572,5 0 0,5-5-647,2-2 0,4-2 117,3-2 0,-1-1-194,5-2 0,-4 1-67,4-5 1,-2 1-306,2 0 1,1-3 97,-5 2 1,2-6-393,-2-1 1,-2 0 324,2 4 0,-2-2 74,-1-1 1,-4 5 200,0-3 1,-5 5 50,2-1 1,0 6 483,0 5-162,0 4-8,-4-1 1,0 5-103,0 2 1,-4 3-49,0 5 0,1 3 359,3 0 0,0 5 522,0-1 1,0 2-87,0 2 1,0-1 334,0 0 0,0 1-984,0-1 0,0 4 20,0 0 0,0 3-1226,0-3 0,0 1 214,0-1 1,3-3-263,1 3 0,4-3 1108,-1-5 0,8-20 0,1-10 0</inkml:trace>
  <inkml:trace contextRef="#ctx0" brushRef="#br0" timeOffset="19">20175 2634 7836,'-7'0'3027,"0"0"-2109,5 0-133,-3 0-461,14 0 0,0-2-526,9-1 1,-1 0-545,5-4 0,3 4 268,-1-4 0,6 1-1176,-2-1 1654,-1-3 0,7-1 0,5-3 0,1-3 0,1 0 0</inkml:trace>
  <inkml:trace contextRef="#ctx0" brushRef="#br0" timeOffset="20">20559 2271 7836,'5'6'0,"-4"3"0,9-3 870,-3 5 0,1-4-340,-1 0 1,3 2 442,-3 5 1,2-1-270,2 5 1,-1-1-14,1 5 0,-1 4-235,-3 2 0,1 3-187,-4 1 1,-1 0-133,-3 0 1,0 0-83,0 0 1,-1 0-329,-3 0 1,-2-4-509,-4 1 0,3-6 781,0 2 0,-19 7 0,-9 1 0</inkml:trace>
  <inkml:trace contextRef="#ctx0" brushRef="#br0" timeOffset="21">17861 2943 7903,'6'0'-266,"-1"5"-16,0-4 0,-3 3 512,5-4-98,-4 5 1,5-2 143,-5 4-185,6-5 1,-5 4 9,4-2 1,1-3-52,-2 2 0,-1-2-8,1-1 0,0 2 83,4 1 1,0-2-13,-1 3 1,1-3 15,0-1 1,3 0-5,0 0 1,1 0-5,0 0 0,-2 0-28,5 0 1,-4 0 18,4 0 1,-1 0-43,5 0 0,-5 0-4,1 0 0,0 0-17,3 0 1,1-3-159,-1-1 0,0 0-8,1 4 0,-1-3-7,0-1 0,1 0 73,-1 0 0,-1 3 61,-2-3 0,1 3-15,-5 1 1,4 0 38,-4 0 1,4 0 117,-4 0 0,0 0-94,-3 0 0,3 0 136,0 0 1,0-1-33,-3-3 1,1 3-93,2-2 1,-1 1-19,5 2 0,-5 0-23,1 0 1,3-3-129,1-1 1,-2 0 110,2 0 1,-4 3-16,4-3 0,-4 3 15,4 1 0,-4-3-17,4-1 0,-5 0 41,1 4 0,2 0-8,-2 0 0,0 0 11,-3 0 0,3 0-12,0 0 1,2 0 3,-2 0 0,-2 0-11,2 0 0,-2 0-7,-2 0 1,5 2 0,-1 1 0,1-2-10,-1 3 0,-2-3 61,2-1 0,-2 0 10,-1 0 0,3 0-41,0 0 1,1 0-39,-5 0 1,2 0-74,2 0 1,-2 0 72,2 0 0,2 0-10,-2 0 0,1 0 12,0 0 0,-4 0-9,4 0 0,-3 0 62,-2 0 1,4 1-27,1 3 0,-1-3 13,-3 3 1,-1-3 18,1-1 1,3 0 10,0 0 1,2 3-65,-2 1 1,-2-1 1,2-3 1,1 0-14,0 0 0,2 0-10,-2 0 0,2 0 10,-2 0 0,2-3-10,-2-1 1,0 1 36,-1 3 0,-2 0 42,2 0 1,-1 0 6,2 0 1,-2 0-34,4 0 0,-4 0 12,2 0 0,1 0 8,2 0 0,-1 0 5,0 0 0,-2 0-44,2 0 1,-3 0-3,4 0 1,-4 0-52,4 0 0,-4 0 46,4 0 0,-4 0-7,4 0 1,-5 0 58,1 0 1,2-1 1,-2-3 0,4 3-2,-4-3 1,1 3 90,0 1 0,-3 0-82,2 0 0,1 0-13,-1 0 1,4 0-116,-4 0 0,2-3 16,-2-1 0,-2 0 13,2 4 0,-2 0 30,-1 0 0,3 0-13,0 0 0,0 0-4,-3 0 0,0 0-19,-1 0 1,1 4 171,0 0 0,3-1-38,0-3 0,0 0 74,-3 0 0,3 0-69,0 0 0,2 0 89,-2 0 1,-2 0-58,2 0 0,-2 0 17,-1 0 1,-1 0-60,1 0 0,0 0 10,-1 0 0,1 0-79,-1 0 1,1 0 39,0 0 1,-4 0-97,0 0 103,0 0-256,4 0 76,-1 5-92,-4-4 0,-1 5-567,-5-2-864,0-3 1630,0 3 0,-33 1 0,-9 1 0</inkml:trace>
  <inkml:trace contextRef="#ctx0" brushRef="#br0" timeOffset="22">18480 3423 7890,'-11'0'0,"-3"-4"0,0 0 0,0 1 651,3 3 1,-1-4-138,-2 1 1,2-1-29,-2 4 0,1 0-219,-2 0 1,4 0-66,-4 0 1,0 1 87,1 3 1,-2 2-1,2 5 1,2-1 8,-2 1 0,2 3 138,2 0 1,0 5-101,3-1 0,-1 2-194,4 2 0,1-5-96,3 1 0,1-5-110,2 1 0,4-3-320,8-4 0,-2-2 104,4-5 0,2-1-342,6-3 1,-2-3 178,2-7 0,1-4-237,-1-7 1,1 1 139,-1-4 1,-3 4 174,3-1 0,-4-1 200,-3 1 1,-1-4 14,-3 0 0,-6 2 134,3-1 0,-8 4-28,1-1 1,-3 4 170,-1 3 0,0 3 59,0 4 1,-1 2 566,-3 1 241,3-1-727,-8 8 1,6-3 67,-4 8 1,5 2-30,-2 4 1,0 2-115,0 2 1,-3 3 44,3 4 1,-3 1-62,4-1 1,-4 4-54,3 0 0,-1 3-94,2-3 0,2 3-605,-3-3 0,3 1 324,1-1 0,1-3-1160,3-1 1,-2 0 1410,5-3 0,24-17 0,9-3 0</inkml:trace>
  <inkml:trace contextRef="#ctx0" brushRef="#br0" timeOffset="23">18661 3391 7890,'-6'6'798,"1"-1"480,5-1-752,0-3 0,2 4-309,1-5 1,3 0-362,5 0 0,-1 0 44,1 0 1,3-4-318,1 1 1,-1-2 233,-4 2 0,-2 0 4,-1-4 1,-4 4 70,4-5 1,-4 5-3,0-4 0,-2 3-25,-1-3 0,-1 1 73,-2-1 1,-3 2 33,-5 5 1,0 0 10,1 0 0,-4 0 111,-1 0 1,-2 5 97,2 2 1,0 3 302,1 0 1,2 2 136,-2 2 0,5 2-263,2 2 1,5 2-47,-2-3 1,3 4-255,1 0 0,3-5-211,4-1 0,1-3-148,10-2 0,-1-4-595,5-2 0,0-3 885,3-1 0,4-20 0,3-8 0,4-1 0,1-1 0</inkml:trace>
  <inkml:trace contextRef="#ctx0" brushRef="#br0" timeOffset="24">18949 3156 7170,'-5'6'-101,"3"3"892,-5-1 0,4-1-225,0 3 1,2-1-10,1 5 0,0 1 1,0-1 1,0 9-146,0-2 0,0 4-58,0 0 0,0 1-264,0 3 1,0 0-173,0-4 0,1 3-144,2-3 0,-1 0-506,1-3 0,0-1 293,0 0 1,-2-4-912,3-3 1349,-3-7 0,-1-21 0,0-10 0</inkml:trace>
  <inkml:trace contextRef="#ctx0" brushRef="#br0" timeOffset="25">18864 3391 7890,'0'-6'462,"0"1"125,0 5 956,0-5-1327,0 4 1,4-7 12,4 4 0,2-1-955,4 2 0,3 2 179,4-3 1,1-1 546,-1 2 0,29 4 0,7 5 0</inkml:trace>
  <inkml:trace contextRef="#ctx0" brushRef="#br0" timeOffset="26">19269 3135 7890,'-6'1'664,"2"2"1,2-1 587,-1 1-626,1 3 1,-6 1-242,4 7 1,-4 3-111,1 4 1,-1 7-140,1 4 1,-3 4-120,3 7 1,-1 0-110,1-1 1,-2 1 130,6 0 0,-1-7-1179,4-4 0,5-2 1140,2-9 0,17-11 0,4-11 0</inkml:trace>
  <inkml:trace contextRef="#ctx0" brushRef="#br0" timeOffset="27">19450 3369 7890,'-10'-4'-876,"-1"2"0,0-2 1217,1 4 1,-1-4 647,0 1 0,4-1-473,0 4 1,3 0-266,-3 0 1,5 1-159,-2 3 1,0-2 82,0 5 1,1 0-105,3 4 0,0 0 93,0-1 1,0 1 6,0 0 0,1-4-200,2 0 0,0 0-6,4 4 1,0-4-108,4 0 0,0-4-96,4 4 0,-4-1-101,4 2 1,-3-3 159,-2-1 0,1-2-278,0 5 197,-1-4 101,1 6 0,-4-3 198,0 5 0,-5-4 60,2 0 1,-8-3 75,-3 3 1,-2-4-41,-2 4 0,1-4-32,-1 0 1,-3-1-273,-1-2 1,0 0-329,1 0 0,2-4 153,-2 0 1,2-4 342,1 1 0,15-40 0,3-11 0</inkml:trace>
  <inkml:trace contextRef="#ctx0" brushRef="#br0" timeOffset="28">19631 3231 7890,'0'6'376,"0"3"188,5-3 0,-4 6 388,3 2 0,-3-2-409,-1 2 1,0 3 22,0 0 1,0 4-135,0 0 0,0 1-32,0 3 1,0-2-238,0 2 1,0 1-146,0-1 0,0 0-131,0-4 1,0 0-295,0 1 0,0-2-2502,0-3 1383,0-1 1526,0-10 0,0-49 0,0-16 0</inkml:trace>
  <inkml:trace contextRef="#ctx0" brushRef="#br0" timeOffset="29">19536 3231 7890,'-6'0'3667,"1"0"-3356,5 0 0,5 0-297,2 0 1,3-4-54,5 1 0,-2-1-402,4 4 1,1 0 183,3 0 0,1 0-101,-1 0 0,0 0 358,1 0 0,9 14 0,2 4 0</inkml:trace>
  <inkml:trace contextRef="#ctx0" brushRef="#br0" timeOffset="30">19567 3593 7890,'-5'6'0,"-1"2"733,2-4 1132,3 0-689,-4 0-506,5-3 1,1 4-332,3-5 1,2 0-236,4 0 1,1 0-123,0 0 1,3 1-272,0 3 0,4-3-807,-4 3 1,4-3 339,-4-1 756,0 0 0,11 9 0,4 3 0</inkml:trace>
  <inkml:trace contextRef="#ctx0" brushRef="#br0" timeOffset="31">19930 3444 11854,'1'-6'1087,"3"2"0,3 0-1479,7 0 0,-1 1 266,5 3 126,-5 0 0,36 9 0,3 3 0</inkml:trace>
  <inkml:trace contextRef="#ctx0" brushRef="#br0" timeOffset="32">20229 3529 7878,'-6'5'0,"-4"-4"3063,9 4-2121,-4-5 1,6 0-297,3 0 0,2-1-351,5-3 0,0-2-244,4-4 1,-3-2-58,2-2 0,2 2-336,2-3 0,-1 0 6,0 1 1,-2-5-316,2 1 0,-2-2-124,2-1 0,-4-1 281,2 1 1,-5 3 208,-3 0 1,3 5 92,-3-1 272,-2 2 1,0 5-112,-5 0 206,0 5 0,0-2 234,0 8 1,0-2 522,0 5 1,0 0 411,0 4 1,0 1-423,0 2 0,0-1-50,0 5 1,-2 3-458,-1 4 1,2 0-44,-3-4 0,2 4-513,-2 0 1,3 3-503,-3-3 0,3 0-213,1-3 1,0-1-302,0 0 0,0-1-1137,0-2 1,1-6 977,3-5 1316,-3-5 0,13-25 0,-2-13 0</inkml:trace>
  <inkml:trace contextRef="#ctx0" brushRef="#br0" timeOffset="33">20250 3444 11998,'7'-6'409,"0"2"1,4 0-510,3 0 0,5-4-418,-1 1 0,2 1 510,1-1 8,5 0 0,3-3 0,3-1 0,4 0 0,1 0 0</inkml:trace>
  <inkml:trace contextRef="#ctx0" brushRef="#br0" timeOffset="34">20623 3092 7842,'6'5'138,"4"1"1,-5 4 173,6 1 0,0 1 1080,-1 2 1,1-1-309,0 5 1,-1 3-48,1 4 0,-4 5-452,0-2 0,-4 3 81,0 1 0,-3 4-354,-3-1 0,-4 2-227,-8-2 0,2 0-1283,-4 4 0,-1-1 763,-4 1 0,5-3 435,-1-4 0,-14 5 0,-7 1 0</inkml:trace>
  <inkml:trace contextRef="#ctx0" brushRef="#br0" timeOffset="35">20996 2751 7907,'0'6'0,"0"-1"285,0-1 1,0-1 1190,0 4-1085,0-5 0,0 8 62,0-3 0,0 2-79,0 2 0,0 0-126,0-1 1,-3 2 59,-1 2 1,0 3 100,0 4 0,2-3-449,-5 0 1,3-1 129,-3 5 1,4-1-381,0 0 1,1-4 81,-2-3-159,3-2-99,-4-1-96,5-5-62,0-2 239,0-18 0,0 1 41,0-12 1,4 2-80,-1-2 1,1 1 14,-4-4 1,3 3 237,1-4 0,1 2 166,-2-1 1,-2-3-60,3 2 1,1 3 126,-2 1 0,2 4 11,-2 3 1,2-1 332,2 5 1,3 1-136,-3 6 0,2-1 198,2 4 1,1-3-159,2 3 0,2 1-43,1 3 1,3 1-265,-2 3 0,2 0-79,2 4 1,-5 1-69,1-2 1,-6 3 99,-1 0 1,-2 1 12,-5 0 0,-2 0 3,-5 4 1,-3-2 13,-5 4 0,-4-4-8,-3 2 1,-1 0 16,1-1 1,-2 1 47,2-5 1,-1 1-19,1 0 0,3-4 37,4 0-73,1-5-14,-1 8 92,5-9 0,3 4 10,6-5 1,7 0 55,4 0 0,4 0-15,-4 0 0,5 1-28,-1 2 0,0 0-6,0 4 1,2-4 8,-2 4 0,-1 0 25,1 4 1,-5 1 67,1 2 0,-6-1-38,-1 5 1,-4-4 111,0 4 0,-2-1-82,-1 0 0,-4 2-4,-4-4 1,-5 2 4,-1-2 1,-1-2-71,1-6 1,-3 1-64,-4-4 1,-1 0 14,1 0 0,0-3-171,-1 3 0,1-7-586,0 0 1,-1-6 381,1 2 1,0-6-1290,-1-1 0,6 0 1600,2 3 0,12-16 0,6-9 0,0-2 0,-1 0 0</inkml:trace>
  <inkml:trace contextRef="#ctx0" brushRef="#br0" timeOffset="36">14737 4830 12668,'0'-11'352,"0"3"-318,0-3 1,0 3 84,0-6 0,0 2-183,0 1 1,-5 1-58,-2-1 0,-2 0 106,-2 1 0,-1 4 24,-2 2 1,1 4 162,-5 4 1,2 3 275,-2 7 1,-2 4-126,2 7 0,4 1 49,3 2 0,2 3-215,5-2 0,0-2 113,4 1 1,2-5-583,1-2 0,7-4 18,4-7 1,6-4-222,1-2 0,1-8 163,3-3 1,2-11-229,1-3 1,-1-9 140,2-2 1,-2-3-290,2-4 0,-3-3 532,-5 3 1,-3-2-46,0-2 1,-5 5 91,1 3 1,-4 1-32,-2 2 0,-4 4 120,-4 0 0,0 4-37,0-1 260,0 3 1,-4 6 112,-4 5 1,-1 6 278,-2 5 1,4 4 256,0 3 0,0 4-474,-4 3 0,4 4 126,0 7 0,5-1-20,-2 4 1,-1 0-88,2 4 1,-1 0-207,4 0 1,0 2-85,0 1 1,0-2-353,0 3 1,1-3-618,3-1 1,2 0 69,5 0 1,0-5 831,4-2 0,11-21 0,7-7 0</inkml:trace>
  <inkml:trace contextRef="#ctx0" brushRef="#br0" timeOffset="37">15036 4723 7947,'0'6'858,"0"-1"1320,-5-5-1080,4 0-23,-4 0-793,5 0 1,5 0-62,2 0 1,2-3-573,2-1 1,1-1 106,2 2 0,-2 0-138,2-4 0,-2 4 212,-1-4 1,-4 3-217,0-3 1,-4 3-171,4-3 126,-4 5 274,2-8 1,-10 6 58,-2-3 0,-3 2 178,0 5 1,-5 1-28,1 3 0,-1-2 518,1 5 1,2 4-52,-3 3 1,4 1 142,0-1 0,0 2-360,1 2 1,4 2-70,2-2 0,3 2-289,1 1 0,5-4-550,2-3 0,7-2-128,4-2 0,3-4 181,4-2 551,-3-3 0,33-20 0,-27 7 0,1 0 0</inkml:trace>
  <inkml:trace contextRef="#ctx0" brushRef="#br0" timeOffset="38">15377 4457 7947,'-11'11'0,"0"-4"309,1 0 0,4 0 483,2 3 0,0 1 156,0 0 1,1 4-317,3 3 0,0 3-69,0 4 1,3-1-270,1 4 1,3 2-69,-4 5 0,2-1-145,-1 1 0,-3-2-162,2-1 1,2 2-296,-1 1 1,3-7-602,-4 1 0,1-9-712,-4-2 1,1-9 1688,3 2 0,-8-26 0,3-4 0</inkml:trace>
  <inkml:trace contextRef="#ctx0" brushRef="#br0" timeOffset="39">15228 4723 8812,'0'-7'801,"0"0"1,0 4-287,0-4 0,3 3-226,1-3 1,7 1-71,0-1 0,8-3-106,2 3 0,2 1-162,5-1 0,2 4 49,6-4 0,-7 3 0,3 0 0,4-1 0,0 0 0</inkml:trace>
  <inkml:trace contextRef="#ctx0" brushRef="#br0" timeOffset="40">15686 4414 7928,'-11'0'639,"1"5"0,-1-3-482,0 5 0,4 1 221,0 2 1,1 2 170,-1 2 0,-2 8-73,2 6 1,-3 4 200,-1 4 0,2 5-111,2 5 1,-1 4-307,4-4 0,0-1-425,4-6 0,0 0-353,0-7 1,5-2-567,2-9 0,3-3 807,0 0 277,6-5 0,15-17 0,8-9 0</inkml:trace>
  <inkml:trace contextRef="#ctx0" brushRef="#br0" timeOffset="41">16049 4723 7881,'-5'-6'529,"2"-3"-275,-4 2 1,5 1 411,-2-1 0,0 3 124,0-3 0,-4 4-307,1-4 1,1 4-67,-1 0 1,-2 1-225,-5 2 0,2 0-178,-2 0 0,1 0 48,-1 0 0,2 4-108,-2 0 1,6 4 18,0-1 0,3-1-278,-3 1 1,4-3-7,4 3 1,0 0 131,0 3 1,0-2-68,0-1 0,1 0 76,2 3 0,3 1 103,5 0 1,3-4 37,0 0 1,2 0 9,-2 4 1,-2-1-90,2 1 1,2-4 21,-2 0 1,0 0 19,-3 4 0,-1-4 29,1 0 0,-4 0-2,0 4 0,-4-4 8,0 0 26,-2 0 0,-2 4 13,-2 0 0,-5-4 16,-6 0 0,1-4-76,-5 5 1,4-6 37,-4 1 1,1-1-276,-5-2 0,5 0-107,-1 0 1,1-4-114,-1 1 0,3-6-38,4 2 546,1-7 0,9-15 0,5-6 0,0-5 0,-1-1 0</inkml:trace>
  <inkml:trace contextRef="#ctx0" brushRef="#br0" timeOffset="42">16155 4414 10180,'0'12'948,"0"2"0,4 3-573,-1 4 0,6 5-9,-2 3 0,-1 1-221,1 2 0,-1 0-91,1 0 0,-1 0-654,-3 0 1,0-1-133,4-2 1,-5-3-525,2-5 0,-3 0 1256,-1 1 0,0-15 0,0-4 0</inkml:trace>
  <inkml:trace contextRef="#ctx0" brushRef="#br0" timeOffset="43">16017 4436 7924,'0'-6'492,"0"1"1,0 4 711,0-3 0,4 3-839,3-3 1,9 3-348,5 1 0,2 0-432,5 0 1,1 0-33,3 0 1,1 0 445,2 0 0,17 14 0,-21-5 0,-1 0 0</inkml:trace>
  <inkml:trace contextRef="#ctx0" brushRef="#br0" timeOffset="44">16134 4841 8166,'-6'1'1334,"2"2"-599,3-1 0,2 2-639,3-4 0,2 2 89,5 1 0,3-2-1151,0 3 1,5-3 146,-1-1 819,7 0 0,26 5 0,-21-2 0,1 0 0</inkml:trace>
  <inkml:trace contextRef="#ctx0" brushRef="#br0" timeOffset="45">16518 4638 7911,'-5'6'1055,"4"-1"1508,-9-5-1447,9 0-612,-4 0 0,7 0-695,1 0 0,4 0-526,8 0 1,-2 0 716,4 0 0,30 5 0,9 0 0</inkml:trace>
  <inkml:trace contextRef="#ctx0" brushRef="#br0" timeOffset="46">16720 4777 7911,'-7'3'1470,"0"1"1993,5-1-1038,-3-3-1907,5 0 1,6-4-332,5-3 1,1-6-407,5-2 1,1-4-565,3 2 1,1-4 342,-1 0 0,-1 0-375,-2-1 0,1 0 482,-5-3 1,0 3-155,-3-3 1,0 3 414,-1 5 0,-4 1 3,-2 6 265,-3-1-102,-1 5 245,0 1 57,0 15 0,0 0 418,0 8 1,1 2-77,3-2 1,-2 2-236,5 1 1,-3 1-329,3-1 1,0 0-199,4 1 0,-1-1-318,1 0 1,-4 1-246,0-1 0,0 0-707,4 1 1,0-5 503,-1 1 789,1 0 0,0-6 0,-1-3 0</inkml:trace>
  <inkml:trace contextRef="#ctx0" brushRef="#br0" timeOffset="47">16795 4649 8746,'-6'0'1351,"1"0"1,5-1-1016,0-3 0,5 3-439,2-3 1,7 0-527,4 0 1,4 0 0,2 4 0,0-3 628,5-1 0,0-2 0,3-1 0,5 1 0,0 0 0</inkml:trace>
  <inkml:trace contextRef="#ctx0" brushRef="#br0" timeOffset="48">17158 4286 7892,'0'6'523,"0"4"323,0-4 0,1 4-203,2 1 0,3 3-112,5 0 0,1 5-206,2-1 0,-1 2-37,5 2 1,-2 4-22,2 2 1,1-1-1,-5 2 1,1 0 49,-5 7 0,-4-2 85,-2 5 0,-3-3-177,-1 3 1,-6 0-202,-5 4 1,1 2-301,-5-3 1,2-1-327,-1-9 1,3-2-772,1-1 1,0-4 1372,7-7 0,-6-22 0,4-9 0</inkml:trace>
  <inkml:trace contextRef="#ctx0" brushRef="#br0" timeOffset="49">17509 4617 7892,'0'6'1594,"0"-2"0,2-4-1037,1 0-274,3 5 1,6-4 109,2 3 0,2-3-572,1-1 1,4 0-1077,-4 0 1255,3 0 0,21 0 0,4 0 0</inkml:trace>
  <inkml:trace contextRef="#ctx0" brushRef="#br0" timeOffset="50">17520 4766 7872,'-6'0'4938,"1"0"-4915,15 0 0,1 0-547,6 0 1,4 0 569,-4 0-46,3 0 0,21 14 0,4 4 0</inkml:trace>
  <inkml:trace contextRef="#ctx0" brushRef="#br0" timeOffset="51">18085 4137 7889,'0'-6'-9,"-1"-2"47,-2 4 0,1-1 149,-1 2 0,2 1 299,1-6-660,0 6-36,0-7 85,0 3 1,0-1 118,0-1-175,0 6 327,0-3 1,1 2 327,2-1 187,-1 1-392,2 3 1,-4 4-132,0 4 0,0 1 132,0 2 1,0 3 206,0 0 1,0 6-169,0 2 0,0 0-107,0 7 0,0 0-33,0 7 0,0-2 47,0 5 0,0-1-214,0 1 0,0 3 41,0-3 0,0 1-20,0-1 1,0-2 59,0-5 1,0-1-126,0-3 1,0 2 57,0-5 0,0 3-140,0-3 1,0 0-33,0-4 0,0 4 70,0 0 1,0 0-32,0-4 1,0 0 129,0 1 0,0-1-6,0 0 0,1-3-21,3 0 1,-3 0-10,3 3 1,-3-3 21,-1-1 0,0 0 9,0 1 1,0 2 0,0-2 1,0 1-6,0-2 0,0 2-3,0-4 1,0 4-5,0-2 0,0 0-36,0 1 1,0-2 31,0 2 1,0-1 0,0-3 0,1-1 13,3 5 1,-3-5-1,2 1 1,-1-1 28,-2 1 1,0-2 98,0 2 0,0-2 66,0-1 0,0 3-46,0 0 0,0 2-53,0-2 1,0-2 36,0 2 0,0 1-2,0-1 0,0 4-142,0-4 1,0 2-164,0-2 1,0-2 134,0 2 0,0 2 21,0-2 0,0 0 124,0-3 0,0 0-56,0 4 1,0-3 113,0 2 0,0-2-59,0-2 0,0 1 15,0 0 1,0-1-129,0 1 1,0-4-99,0 0 0,0 0-232,0 4 1,0-4-38,0 0-197,0 0 94,0 4-55,0 0 1,0-4-977,0 0 1503,0-5 0,-15-16 0,-2-10 0</inkml:trace>
  <inkml:trace contextRef="#ctx0" brushRef="#br0" timeOffset="52">18544 4308 7990,'6'-11'0,"-2"4"219,-4 0 0,2 1 962,1-1-643,-2-3 0,4 4 296,-5-4-302,0-1 0,0 0-25,0 1-397,-5-1 0,-1 5-174,-4 2 1,-2 3 220,-2 1 0,2 0-108,-2 0 0,-2 4 27,2-1 1,0 6 49,3-2 0,1 2-102,-1 2 0,1 0-36,3-1 0,-1 1-34,4 0 0,1-1 77,3 1 1,0 0-14,0-1 1,3 1 0,1 0 1,4-1-23,-1 1 1,6 0-33,2-1 1,0 1-4,-1 0 1,-2-2-221,2-2 0,2 3 20,-2-3 0,0-1 14,-3 1 0,-2 0 193,-2 4 1,2-4-32,-6 0 7,1 0 0,-4 3 151,0 1 0,-1-4-118,-3 0 0,-2-3 112,-5 3 0,-3-3-94,0 3 0,-4-5 19,4 2 0,-4-3-322,4-1 0,-4 0-120,4 0 0,0 0-187,3 0 0,1-4 31,-1 1 583,0-6 0,20-39 0,-3 16 0,1 0 0</inkml:trace>
  <inkml:trace contextRef="#ctx0" brushRef="#br0" timeOffset="53">19077 4350 7940,'-6'0'932,"-3"0"1,6 0-80,-4 0-20,5 0-314,-3 0 0,6 0-128,3 0 1,-1 0-360,8 0 0,-3 0 81,6 0 0,3 0-749,1 0 0,-2 0-152,2 0 0,0 0 788,3 0 0,29 14 0,7 4 0</inkml:trace>
  <inkml:trace contextRef="#ctx0" brushRef="#br0" timeOffset="54">19365 4446 7940,'0'6'0,"-5"4"574,4-4 0,-4 1 2202,5 0-2297,0-5 0,5 3-231,2-5 0,6 0-205,1 0 0,4-5-232,-4-2 0,5-4-346,-1-3 1,2 1 306,2-5 1,-5 4-7,1-4 1,-1 2 17,0-2 0,2-1 45,-4 5 1,-1-4 66,-4 4 0,0 0 98,-3 3 535,3 0-239,-9 5 854,3 2-799,-4 4 1,0 4 319,0 3 0,-3 4-139,-1 3 1,1-2-50,3 2 0,-1 2-247,-3-2 1,3 5-163,-3-1 1,3-2-649,1 2 1,0-4 417,0 4 0,0-4-2758,0 4 2920,0-5 0,10 7 0,1-3 0</inkml:trace>
  <inkml:trace contextRef="#ctx0" brushRef="#br0" timeOffset="55">20133 4382 10542,'-6'0'1992,"2"0"-1770,8 0 0,-1 0-160,8 0 0,-2 0-107,9 0 1,-4 0-398,4 0 1,0 0-1014,3 0 1,2 0 1454,2 0 0,16 10 0,9 2 0</inkml:trace>
  <inkml:trace contextRef="#ctx0" brushRef="#br0" timeOffset="56">20538 4201 11095,'7'0'566,"0"0"0,4 0-640,3 0 0,5 0 12,-1 0 0,-2 0-98,2 0 0,-1 4 200,0-1 0,2 4 71,-4-3 1,-2 4 510,-6-1 0,-1 3-68,-3 0 1,-2 1 257,3 0 0,-8 0-314,-3 4 0,-3 0-69,-5 3 1,4 2-132,-4-2 0,0 1 130,1-2 1,-1 4 35,5-4 0,3-1-199,0-2 1,4-2-50,0-2 0,2 2-169,1 3 1,1-7-247,2 3 0,3-7-337,5 3 0,1-4-759,2 0 0,-1 2 426,5-1 1,-1-1 868,5-3 0,13-9 0,4-3 0</inkml:trace>
  <inkml:trace contextRef="#ctx0" brushRef="#br0" timeOffset="57">18554 4990 8051,'0'-6'1021,"-4"-3"1,1 6-462,-4-4-310,5 5 0,-6-4 195,4 2-257,-4 3 0,2-4 312,-5 5-142,1 0 1,-1 0-20,0 0 0,1 4 90,-1-1 0,0 9-142,1-1 1,0 3-37,3 0 1,-1-1-62,4 5 0,-3-1-28,3 1 0,1 0-225,3-3 0,1 2 142,3-2 1,2 2-471,4-2 0,4-5 50,1-3 0,4-4-103,-2 0 0,4-1 237,0-2 1,0-2-10,0-1 0,1-4-70,-1-8 1,-3 2-160,0-4 1,-5 0 81,1-1 1,-2-2-50,-2 2 1,-4 3 373,-2 1 1,-3-2-11,-1 2 1,-1 0 123,-3 3 1,-2 1-82,-4-1 1,-2 4 91,-2 0 0,1 4-38,-5 0 0,1 2-30,0 1 1,-2 0-94,4 0 0,-2 0-24,2 0 1,1 3-704,4 1 402,4 4 399,1-7 0,24 9 0,4-4 0</inkml:trace>
  <inkml:trace contextRef="#ctx0" brushRef="#br0" timeOffset="58">19610 4969 9166,'0'-6'1935,"-1"-3"-1622,-3 6 1,2-1-38,-5 4 1,3-3-112,-3-1 0,4 1 0,-4 3 1,-1 0-31,-2 0 0,-1 0 281,1 0-208,-1 0 0,0 0 87,1 0-368,-1 4 0,4-1 41,0 4 1,4 0-95,0 4 1,2-4 26,1 0 1,4 1 55,3 6 0,0-2-82,4 2 1,-3-2 77,7-1 0,0 0 2,-1-1 0,0 1 20,-3 0 0,3-2 24,1-2 0,-2 3 88,-6-3-33,2 2 1,-4 2-3,2 0 1,-2-4 121,-5 0 1,0-4-116,0 4 0,-5-1-14,-2 1 1,-6-1 8,-1-2 1,-4-3-56,4 3 0,-5-3-10,1-1 1,1 0-39,0 0 0,-1 0-165,-3 0 0,-1 0-237,1 0 0,3-4-67,0 1-525,5-6 0,-1 4 1043,7-6 0,40-28 0,-9 16 0,0 0 0</inkml:trace>
  <inkml:trace contextRef="#ctx0" brushRef="#br0" timeOffset="59">20261 5043 7900,'-6'0'612,"-4"0"2005,3 0-1042,2 0-672,1 0-700,4 0 1,4 0-100,3 0 0,7 0-169,0 0 0,5 0-88,-2 0 0,2 0-432,-1 0 1,2 0-822,-2 0 0,-1 0 272,0 0 1134,1 0 0,13 5 0,2 1 0</inkml:trace>
  <inkml:trace contextRef="#ctx0" brushRef="#br0" timeOffset="60">20602 4905 7889,'6'-6'529,"0"1"173,-3 5 0,0-4-328,4 1 0,0-1-171,3 4 0,1 0-31,0 0 0,-4 0-114,0 0 1,0 2-236,4 1 0,-2-1 207,-2 6 0,2-5-180,-6 4 0,1-3 199,-4 3 6,0 0 1,0 4 64,0-1 1,-4-3 210,1 1 1,-6-5 93,2 4-226,-2 0 0,-2 3-89,0-3 1,6 2 20,1-2 0,-1-1-20,2 2 0,-1-5 26,4 4-209,0 0 0,1 3 37,3-3 0,2 1-141,4-4 0,1 4-2,0-1 1,3-1 134,0 1 1,2-1-51,-2 1 0,-2 3 66,2-3 0,-2 2-53,-2 2 224,1 0 1,-5-1 265,-2 1 1,-3 0 1,-1-1 0,-5 1 227,-2 0 1,-3-4-186,0 0 0,-4-4 114,-1 4 1,-2-4-478,2 0 0,-4-1-57,2-2 1,0 0-121,-1 0 0,2 0-549,-2 0 1,-1-2-947,5-1 0,-2-2 1581,2-2 0,9-20 0,3-8 0,-3 0 0,1-1 0</inkml:trace>
  <inkml:trace contextRef="#ctx0" brushRef="#br0" timeOffset="61">18576 5790 7870,'0'-6'0,"0"-4"0,0 3 227,0-2 0,0-2 390,0 0 1,-1 4 951,-3 0-293,3 0-558,-9-4 0,4 5-124,-4 3 0,-1 2 76,0 1 1,3 1-173,-2 2 1,4 5 26,-9 6 0,9 1-181,-4 3 1,3 2-240,0-2 1,2 2-182,5 1 0,0 1-59,0-1 0,3-3-298,1-1 1,8-3 58,-2 0 1,5-6-524,-1-1 1,2-5 238,6 2 1,0-4-222,3-4 0,-3-1 415,-1-6 1,0-3 166,-3-1 0,-3-3 179,0 0 1,-4-2 7,0-2 1,-5 5 142,-2-1 1,-3 1-104,-1-1 1,-1-1 122,-3 5 1,-2-4-4,-5 4 1,0 1 40,-4 6 0,4-1-32,-4 4 1,0 1-85,1 3 0,-2 0-194,2 0 1,2 0-566,-2 0-478,7 4 1262,2 2 0,34 14 0,6 3 0</inkml:trace>
  <inkml:trace contextRef="#ctx0" brushRef="#br0" timeOffset="62">19546 5758 7836,'-15'-6'0,"2"0"0,-5 2 0,5 3 2032,-1-2 1,-2-2-764,2 1 0,0 1-337,3 3 0,1 4-525,-1 4 0,1 1-70,3 2 1,-1 3-111,4 0 0,-3 5-27,4-1 1,-4 1-55,3-1 0,1 2 21,3-3 0,3 0-129,1 1 0,4-5-49,-1 1 1,6-3-227,1-4 0,4 1-125,-4-4 1,5-1-286,-1-3 1,2-5-355,2-2 0,-1-2 437,0-2 1,-1-3 56,-2 0 1,-1-4 149,-3 4 1,-6-5 270,3 1 0,-8 2 15,1-2 0,-3 4 125,-1-4 1,-1 5-71,-3-2 1,-3 4 144,-7 0 0,1 2-166,-5 1 1,0 0 10,-3 5 0,-1-1-990,-3 4 0,6 1 54,-3 3 962,4-3 0,-4 23 0,1-1 0</inkml:trace>
  <inkml:trace contextRef="#ctx0" brushRef="#br0" timeOffset="63">20399 5630 7830,'0'-6'714,"0"-4"1,0 8 89,0-5-578,-5 4 1,3-2-65,-5 1 0,0 3 0,-4-3 1,1 4-69,-1 4 1,-3-2 72,-1 5 1,-2-1 42,2 1 0,-2 3 137,3-3 0,-3 2-205,6 2 0,-2-4-77,6 0 231,2 0-247,1 4 0,5 0-4,2-1 0,4-3-215,8 1 1,-2-5-183,5 4 0,-1-3 229,5 3 0,-5-5-110,1 2 1,-1 1 146,1-2 1,-3 2 186,-4-2 0,-4 2-101,0 2 0,-5 3 142,2-3 0,-3 2-96,-1 2 1,-5-4-8,-2 0 0,-4 0-24,-3 4 1,1-2 34,-5-1 1,1-3-205,-5-1 0,1-3 62,0 3 1,3-3-37,0-1 0,1 0 2,0 0 0,-2-4-131,5 1 0,0-5-488,7 0 58,3-1 0,4-2 202,0 1 0,6-1-576,4 0 1061,1 1 0,28-6 0,1 0 0</inkml:trace>
  <inkml:trace contextRef="#ctx0" brushRef="#br0" timeOffset="64">20517 5704 7830,'5'0'631,"1"0"154,-2 0 0,-2 0-275,5 0 0,1 0-5,2 0 0,2 0-634,2 0 0,-1 0 134,5 0 1,0 0-429,3 0 0,-3 0-192,0 0 0,-2 0 615,2 0 0,2 10 0,-3 2 0</inkml:trace>
  <inkml:trace contextRef="#ctx0" brushRef="#br0" timeOffset="65">20655 5619 7830,'-6'0'439,"1"0"130,1 0 1,1 0 253,-4 0 55,5 0-440,-3 0 0,5 2-171,0 6 0,0-1-261,0 7 1,0 2-107,0 2 0,0 2-125,0 2 0,0-1 63,0 0 1,0 1-728,0-1 889,0 0 0,10-4 0,1-2 0</inkml:trace>
  <inkml:trace contextRef="#ctx0" brushRef="#br0" timeOffset="66">20804 5747 7830,'-10'5'799,"-1"-3"1182,0 5-715,1-4 158,4 6-1117,1-3 0,6 0-248,3-3 0,2-1-74,4-2 1,1-2 161,0-1 0,3 1-407,0-6 1,4 1 10,-4-3 1,2-1-248,-2 0 0,-2 1 55,2-1 1,1 0-107,0 1 0,-1-5 218,-4 1 1,0 0 1,-3 3 0,2 1 522,-1-1 1,-4 4 138,0 0 172,2 4 364,-5-1-17,4 4 1,-5 4-245,0 4 1,-1 2 220,-3 4 0,3-1-390,-3 5 0,3-4-151,1 4 1,-1 0-828,-3 3 1,3-3 410,-2 0 1,1-2-1809,2 2 1,0 1 1934,0-5 0,10 1 0,2-5 0</inkml:trace>
  <inkml:trace contextRef="#ctx0" brushRef="#br0" timeOffset="67">21220 4073 7819,'0'11'-144,"-1"1"-36,-2 2 0,1 2 501,-1 6 0,2 0 572,1 3 1,0 6-361,0 4 0,0 10 47,0 2 1,1 4-251,2 2 0,0 0 149,4 0 0,-5 2 25,2 2 0,1-4-270,-2 0 1,1 0-44,-4-7 0,0 4-173,0-4 0,0 0 147,0-3 0,0-2-17,0-2 0,0 5-198,0-5 0,0 0 215,0-7 0,0-3-179,0-1 1,0-1-176,0 2 1,0-3 475,0-5 1,0 4-88,0 0 0,-4 3 174,1-3 0,-5 4 40,5-5 1,-4 5-140,3-4 0,1 2-94,3-6 1,-4 3-136,1-6 1,-1-2 89,4 2 1,0-1-176,0 1 1,0-2-28,0-2 0,0-2-203,0 2 1,0-2 82,0-1 1,0 0-39,0-1 1,0 1-392,0 0 336,0-1 0,0 1 0,0 0 0,0-4-229,0 0 1,0-4-1314,0 4 457,0-4-507,0 6 1871,0-8 0,-5-38 0,-1-17 0</inkml:trace>
  <inkml:trace contextRef="#ctx0" brushRef="#br0" timeOffset="68">21583 4883 8379,'-7'0'1425,"0"0"-877,4 0 0,-1-1 265,4-2 0,1 0-59,2-4 1,3 5-275,5-2 1,0-1-14,-1 2 1,4-1-283,1 4 1,-1 0-160,-3 0 1,-1 0-135,1 0-418,4 0 0,-3 4-265,2-1 1,-3 6 790,-4-2 0,3 21 0,-5 7 0</inkml:trace>
  <inkml:trace contextRef="#ctx0" brushRef="#br0" timeOffset="69">21594 5001 8283,'0'6'1655,"-5"-2"-338,4-4-928,-4 0 0,6 0-93,3 0 0,2 0-92,4 0 0,1 4-134,0-1 0,3 2-794,0-1 1,4-3 315,-4 2 408,5 3 0,12 0 0,8 5 0</inkml:trace>
  <inkml:trace contextRef="#ctx0" brushRef="#br0" timeOffset="70">22319 4798 8209,'6'-11'26,"-2"4"116,-4 0 313,5 0 0,-4-4 10,3 1 1,1 3 154,-2 0-350,1-1 1,-4-2 333,0-1-103,0 0 0,0 1-349,0-1 0,-2 2 269,-1 2-581,-3 2 0,-5 5-90,1 0 0,-5 0-292,1 0 1,0 5 262,3 2 1,-3-1-135,0 1 0,0 0 199,3 3 0,4 1 52,0 0 1,3-1-174,-3 1 280,5 4 0,-3 1 239,5 2 1,1-3 108,3-4 1,-2-1 109,5 1 1,0 0-124,4-1 0,1-3 140,2 1 1,-2-1-205,2 3 1,-1 1-208,1 0 0,-2-1 105,2 1 0,-2 0-188,-1-1 1,-4 5-15,0-1 0,-4 1 257,0-1 1,-2-1-40,-1 5 0,0-5-17,0 1 0,-4 2 169,-4-2 1,-1 0-251,-2-3 1,-1-4-87,-2 0 1,2-5-50,-2 2 1,-1 1-335,1-2 1,-4 1-611,4-4 0,-1-4 240,5 1 1,-1-6 806,0 2 0,10-45 0,2 20 0,-1 0 0</inkml:trace>
  <inkml:trace contextRef="#ctx0" brushRef="#br0" timeOffset="71">22681 4212 8254,'0'-11'0,"0"0"0,0 1-306,0-1 0,0 4-1073,0 0 1246,0 4 1006,0-6-372,0 8-376,0-4 0,0 4-147,0-3 29,0 3-156,0-4 316,0 5 29,0 5 1,0 1-21,0 5 1,0-1-38,0 1 1,0 3 17,0 0 0,0 5 4,0-1 0,0 2-42,0 2 0,0-1 4,0 0 1,0 2-109,0 2 1,0-2 46,0 6 1,-3-2-10,-1 1 1,1 2-25,3-5 1,-2 1-5,-1-1 0,2-3 3,-3 3 1,3-2-13,1-2 1,0 0-4,0 1 1,-1-1 5,-3 0 1,3-3-32,-3 0 0,3 0 38,1 3 1,0 0-1,0 1 1,0-1-18,0 0 0,-3-1-1,-1-2 1,1 2-12,3-2 0,0 2-8,0 2 1,0-5-6,0 1 0,0-4-5,0 4 1,-2-4-101,-1 4 1,2-5 71,-3 1 1,3 3 28,1 1 0,0-3 26,0-1 1,0-2-3,0-1 1,0 3 14,0 0 1,0 1 93,0-5 0,0 4-81,0 1 0,-4 2 19,1-2 0,-1 2-39,4-2 1,0 0 7,0-1 0,0-2 12,0 2 0,0-1-99,0 2 0,0-4-167,0 4 1,0-4-2,0 0 141,0 0 1,0-1 180,0 1 0,0 0-182,0-1 271,0 1 1,0 0-78,0-1 0,0 1-12,0 0-112,0-1 0,0 1-76,0 0 0,0-1 79,0 1-5,0 0 1,0-1-13,0 1 0,0 0-25,0-1 1,0-3 272,0 1-125,0-1 1,0 3-16,0 1 0,0-4-45,0 0-2,0 0 0,0 4 44,0 0 0,0-4-9,0 0 0,0 0 154,0 4-175,0-1 0,0 1 12,0 0 0,0-4-47,0 0 1,0-4-9,0 4 1,0-3-161,0 3-406,0-4 48,0 1-446,0 1 462,0-4 509,0 4 0,5-34 0,1-6 0</inkml:trace>
  <inkml:trace contextRef="#ctx0" brushRef="#br0" timeOffset="72">23129 4297 8272,'0'-6'886,"-1"1"134,-3 5-401,3-4 222,-8 2-634,3-7 0,-5 8-189,0-3 0,1 3-78,-1 1 1,-3 1 152,0 3 1,-4-2-268,4 5 0,-4 0 10,4 4 1,-1 0-9,5-1 1,-1 1 98,0 0 1,6-1 21,1 1 0,3 0 59,1-1 0,0 1 2,0 0 0,6-1 167,4 1 0,2 0-95,6-1 0,0 0-41,3-3 0,-3 1-47,0-4 0,-2 3-74,2-4 0,1 4 59,-5-3 0,0 3-17,-3-3 1,-1 0-14,-3 0 1,1-2-32,-5 5 1,1 0 29,-4 4 0,-5-4 14,-2 0 1,-2 0-122,-2 4 0,-4-1 0,-3-3 0,-2 2-107,-2-2 1,1-2 82,0-1 1,-1-3-197,1-1 1,1 0 120,2 0 1,-1 0-77,5 0 0,3-1-646,4-3 980,5-2 0,16-15 0,10-6 0,2-2 0,1-1 0</inkml:trace>
  <inkml:trace contextRef="#ctx0" brushRef="#br0" timeOffset="73">23865 4425 8334,'-11'0'0,"0"0"335,1 0 1,-1 0 1403,0 0 248,6 0-1361,0 0 0,6 0-86,3 0 0,1-4-223,6 1 0,1-2-239,2 1 0,-1 3 80,5-2 0,-4 2-153,4 1 0,-1-2-1177,0-1 0,4 2 1172,-4-3 0,27 12 0,7 4 0</inkml:trace>
  <inkml:trace contextRef="#ctx0" brushRef="#br0" timeOffset="74">24270 4201 8334,'-17'0'810,"2"0"1,4 0 618,1 0 1172,4 0-2003,1 0 0,10-4-242,2 1 1,4-1-307,3 4 1,2 0-109,6 0 0,-2-3-380,-2-1 0,2 1 47,-2 3 0,-2 0-1044,2 0 1027,-5 0 1,2 0 22,-4 0 1,-5 1 440,-3 2 1,-3 0-114,-3 4 0,1 0 49,-6 4 0,-2 3-57,-4 0 0,-1 0 101,5-3 0,-1-2 43,0-1 0,2 1-55,2-2 1,1 3 119,2 0 0,3-3-176,-2 0 0,1-3-15,2 3 1,5-3 108,2 3 0,3-4 176,0 4 0,2-4-210,2 0 0,-1 2-12,5-1 1,-5 3 21,1-4 1,2 4-1,-2-3 0,-3 4 225,-4-1 1,-5 3-146,2 1 1,-3-1 200,-1 1 0,-1 0-12,-3-1 1,-2 1-134,-4-1 1,-5 1-64,1 0 1,-5-4-130,1 0 1,-2-1-200,-1 1 0,1-1-536,2-2 0,-2-3-1179,2 2 1932,3-2 0,-5-24 0,3-7 0</inkml:trace>
  <inkml:trace contextRef="#ctx0" brushRef="#br0" timeOffset="75">23108 5448 8214,'0'-10'1116,"0"-1"1,-4 0-762,1 1 0,-1 3-40,4 0 1,0-1-25,0-2 0,-4 3 352,1 0-437,-5-1 1,2 3-1,-5 1 0,0 3-39,1 1 1,-4 1-202,-1 3 1,-2 6 60,2 8 0,-2 2-191,2 1 0,1 2 62,3 2 1,4-3 70,0 3 1,5-2-126,-2-2 0,4 0 117,4 1 0,5-6-112,6-1 1,4-5 26,-2-3 1,7-2-231,1-5 1,0 0-87,-4 0 1,0-5 101,1-2 1,-1-3 94,0-5 1,-4-1 89,-3-6 0,-2 5 112,-1-1 1,-2 0-61,-2-3 1,-2 4 148,-5 3 1,-5-1-114,-2 0 1,-2 1 5,-2 3 0,-3 6-260,0 1 0,-2-1 148,2 2 1,2-1-809,-2 4 979,2 0 0,6 14 0,1 4 0</inkml:trace>
  <inkml:trace contextRef="#ctx0" brushRef="#br0" timeOffset="76">23950 5267 8184,'-15'0'251,"-2"-3"63,-4-1 0,3 1 122,0 3 1,4 0 511,-4 0 1,5 1-1113,-1 2 0,-1 0 118,0 4 1,5 0-265,3 4 1,4-4 112,0 0 0,2 0 112,1 3 1,0 1 76,0 0 0,4-4-18,3 0 0,3-1-29,1 1 1,-1 1 258,1-4 0,3 3 41,0-3 1,2 0-13,-2 0 0,-2-3-163,2 3 1,1 0-63,0 0 1,-1 3-152,-4-3 1,1 3 98,0-4 0,-4 6-119,0-2 1,-3 2 64,3 2 0,-5-1-125,2 1 1,-8 0 96,-3-1 0,-3 1 66,0 0 0,-4-1 107,-1 1 1,-4-1-193,2-3 1,-4 1 9,0-5 0,0 1-98,-1-4 1,2 0-276,3 0 0,0-4 131,3 1 0,5-5 377,-1 1 0,20-22 0,4-5 0</inkml:trace>
  <inkml:trace contextRef="#ctx0" brushRef="#br0" timeOffset="77">24089 5384 8240,'10'5'7,"-2"-4"184,-1 3 0,0-3 208,3-1 1,1 0-209,0 0 1,3-1-119,0-3 1,4 3 22,-4-2 1,5-2-284,-1 1 0,1-3-106,-1 4 1,2-4 292,-2 3 0,6-4 0,4 2 0</inkml:trace>
  <inkml:trace contextRef="#ctx0" brushRef="#br0" timeOffset="78">24259 5267 8240,'0'6'0,"-4"4"0,1-8 0,-4 5 0,5 0 212,-2 4 0,3-1 412,1 1 1,-1 0-284,-3-1 0,3 2-75,-2 3 0,1-4-454,2 4 1,2 0-463,1-1 650,-2 0 0,14 2 0,-4 0 0</inkml:trace>
  <inkml:trace contextRef="#ctx0" brushRef="#br0" timeOffset="79">24419 5427 8240,'0'6'1002,"0"-1"1,1-6-556,3-3 0,2 2-185,5-5 1,4-4-182,3-3 1,-2-4-273,2 4 0,-4-5 85,4 1 0,-4 1-168,4 0 1,-5 0 206,1-1 1,-5 3-119,-2 4 1,-5 4 341,2 0-77,-3 5 116,-1-3 0,-4 6-130,1 3 1,-2 3 154,2 7 1,0-1-31,-4 5 1,5-4 201,-2 4 0,2-4-248,-2 4 0,3-4-33,-3 4 1,3-4-559,1 4 0,0-5 237,0 1 1,4-2-2118,-1-2 2326,1 1 0,20-10 0,5-2 0</inkml:trace>
  <inkml:trace contextRef="#ctx0" brushRef="#br0" timeOffset="80">24846 4158 10019,'-6'0'-157,"0"0"512,2 0 139,3 0 0,-3 1 225,4 3 0,0-2-48,0 6 0,0-1-30,0 3 0,1 7-94,2 4 0,0 6 251,4 9 1,-4 8 63,4 9 0,-4 6-592,-1-25 1,-1 0 0,0 1 0,-1 0 191,1 2 1,-2 0 0,1 1 0,0-1-36,1 0 0,-2 1 0,0-1 0,-2 0-421,-1 1 0,1-1 0,-1-2 0,-1-1 63,2-2 1,-1 0 0,-4 27 21,4-6 1,1-4-129,3-3 0,0-7-968,0-3 1,0-4 523,0-4 0,0 2-944,0-5 0,1-5 499,3-6 0,-3-6-1911,2-1 3021,-1-4 1,-2-32 0,0-12 0</inkml:trace>
  <inkml:trace contextRef="#ctx0" brushRef="#br0" timeOffset="81">14662 6899 7845,'-10'0'4034,"4"0"-3021,1 0 0,6 0-549,3 0 0,3 0-250,7 0 1,3 0-246,4 0 1,0-2-332,1-1 0,-1 2-123,0-3 0,2 3-487,2 1 0,-4-4-1564,0 1 2536,1-1 0,-6 4 0,6 0 0</inkml:trace>
  <inkml:trace contextRef="#ctx0" brushRef="#br0" timeOffset="82">14705 7037 10371,'11'0'3023,"1"0"-2631,2 0 0,-1 0-311,5 0 0,-3 0-182,6 0 1,-2 0 100,6 0 0,26 10 0,6 1 0</inkml:trace>
  <inkml:trace contextRef="#ctx0" brushRef="#br0" timeOffset="83">15665 6728 8003,'-5'-11'-6,"0"1"1,-3-1 658,1 0 1,0 4-149,-4 0 0,0 5-258,1-2 0,-1 3-121,0 1 0,-3 1-144,0 3 1,-5 3 134,1 7 0,3-2 17,1 2 1,2-1 74,1 1 1,4-2-10,0 2 1,5-2-222,-2-1 1,3 0-36,1-1 0,1 1-51,3 0 1,1-1 60,6 1 1,3-2-103,1-2 0,4 3 87,-2-3 1,0 1-81,1-1 1,-4 3-34,4-3 1,-5-1-60,1 1 1,-2-1 271,-2 1 1,1 3-1,0-3 1,-5-1 216,-3 1 0,-2 0-158,-1 3 0,-1 1 85,-2 0 1,-7-1-192,-4 1 1,-1-4-4,0 0 1,-1-3 21,-6 3 1,2-5-154,3 2 0,-2-3-103,4-1 0,-4-5-335,2-2 0,1-2-1077,2-2 1657,2-4 0,11-35 0,2 19 0,-1-1 0</inkml:trace>
  <inkml:trace contextRef="#ctx0" brushRef="#br0" timeOffset="84">15793 6376 10986,'7'-1'848,"0"-3"0,0 3-699,4-2 1,-1 1-187,1 2 1,3 0 139,0 0 1,1 0-62,-5 0 1,1 2 69,0 1 0,-2 0-208,-2 4 1,-2-4 89,-5 4 1,0 0 43,0 4 0,-1 0 209,-3-1 0,-3 5-88,-7-1 0,2 4-84,-2-4 1,2 1-79,1-1 0,1-2-157,-1 2 0,5-2 96,3-1 0,1-4-397,2 0 62,0 0 1,5 4-400,2 0 0,7-5 159,4-3 639,2-2 0,25-5 0,6-2 0</inkml:trace>
  <inkml:trace contextRef="#ctx0" brushRef="#br0" timeOffset="85">16262 6387 7973,'-11'4'408,"1"2"0,-1 5-3,0 0 1,1 3 455,-1 0 1,0 6-280,1 2 0,-1 4-7,0 6 1,1 6-261,-1 4 0,0 0-317,1 0 0,4 1-118,2-4 0,-1-1-110,2 1 0,-1-6-250,4-1 0,1-3 263,3-4 217,2-3 0,9 4 0,2-5 0</inkml:trace>
  <inkml:trace contextRef="#ctx0" brushRef="#br0" timeOffset="86">16539 6632 7949,'-11'-6'351,"1"-3"0,-2 6 1386,-2-4-1190,2 5 0,-4-3 117,6 5 0,-1 0-305,0 0 0,4 1-138,0 3 1,5 2-196,-2 4 0,2 1 10,-2 0 1,3-1 30,-2 1 0,3 3 94,3 0 0,0 4-230,4-4 0,0 1 45,3-5 0,1 1-24,0 0 0,1-1-4,2 1 1,-2 0 63,2-1 0,-2 1-395,-2 0 254,6-1 0,-5 1 128,-1 0 1,0-1 22,-7 1 1,1 0 114,-4-1 0,-1 0-127,-3-3 1,-5 2 20,-6-2 0,-4 3-153,2 0 0,0 0-16,-1-3 0,0 1-114,-3-4 0,-4-1-228,0-3 1,2 0-311,5 0 0,-1-4 136,5-3 0,1-3-841,6-1 1495,2 1 0,21-16 0,11-6 0,-1-3 0,1 0 0</inkml:trace>
  <inkml:trace contextRef="#ctx0" brushRef="#br0" timeOffset="87">16710 6771 7941,'0'5'737,"1"0"1114,2-5-1400,3 5 1,9-4-19,-1 3 1,1-3-395,-1-1 0,3 0-311,4 0 0,-3-4-721,0 1 0,-2-1 272,2 4 721,2 0 0,-8-5 0,4 0 0</inkml:trace>
  <inkml:trace contextRef="#ctx0" brushRef="#br0" timeOffset="88">16891 6696 7894,'-11'0'0,"5"0"0,-2 1 2353,5 3-1593,-6-3 1,8 8-218,-2-2 1,-2 3-456,1 1 1,1 0-324,3 4 1,0 1 104,0 6 1,0-1-71,0 0 1,3 1 199,1-1 0,14 14 0,-1 4 0</inkml:trace>
  <inkml:trace contextRef="#ctx0" brushRef="#br0" timeOffset="89">17094 6867 7890,'-7'0'1636,"-1"0"2198,6 0-2252,-3 0-902,5-5 0,5-1-929,2-5 0,3 1 200,0-1 1,4 0-234,1 1 1,4-6-100,-2-2 0,0 2-423,1-2 0,-4 1 402,4 0 1,-4-2-306,4 5 0,-5-4 382,1 4 1,-6 0 264,-1 7 604,1-2 169,-3 8 19,5-4 0,-9 10-331,3 2 0,-3 6 162,-1 1 1,0 5-13,0-1 0,0 2 175,0 1 1,-4 4-436,1 0 1,-1 1-50,4-1 1,-1-1-840,-3 4 0,3-4-337,-2 1 1,2-3-860,1-1 1,0 1 1792,0-1 0,18-23 0,6-7 0</inkml:trace>
  <inkml:trace contextRef="#ctx0" brushRef="#br0" timeOffset="90">17424 6344 7890,'0'6'858,"0"3"0,1-6-216,3 4 1,1 0 451,2 4 1,6 1-498,-3 2 0,8 2 64,0 6 0,2 4-206,1 2 0,1 3-124,-1 1 1,-3 6 93,0 5 1,-6-1-13,-2 4 1,-4 2-145,-6-2 1,-5 0-41,-2-3 1,-7 3-186,-4 0 1,-3 4-1251,-4-4 0,-1 4 723,-2-4 1,-2 6 482,5-5 0,-2 5 0,1-10 0,0 2 0,7 0 0,7-1 0</inkml:trace>
  <inkml:trace contextRef="#ctx0" brushRef="#br0" timeOffset="91">12754 8167 7907,'0'-6'1301,"0"-3"-379,0 3 345,0-5-830,-5 5 1,-1-2-25,-5 5 1,1 0-83,-1 7 1,-4 2 149,-3 4 1,1 5-74,-1-1 0,2 8 140,-2 0 0,-1 1-175,5-1 0,1 3-47,6-1 1,2 1-270,5-3 0,0-1-195,0 0 1,2-1-240,6-2 1,0-2 7,10-6 0,-1 1-404,5 0 1,-2-4 277,-2 0 0,2-5-221,-2 2 0,-3-3 286,-1-1 0,-2 0-62,-1 0 385,-5 0 0,-1 0-75,-1 0 279,-3 0 1,4-1-63,-5-3 1,-4-2 151,1-4 1,-1 1-149,4-1 0,-3 1-100,-1-5 1,1 2-154,3 2 0,0-1 118,0 0 0,0 1 39,0-1 0,3-3 20,1-1 1,4 1 74,-1 4 0,-1 0 29,1 3 0,4-2 255,3 1 0,0 4-34,-3 0 1,1 3 191,2 1 0,-2 0-9,2 0 1,-2 1-174,-1 3 1,-1 2-63,1 4 0,0 4-66,-1 1 1,-4 2-143,-2-2 1,0 2-182,0-2 1,0 4-551,-4-2 1,0 0-23,0 1 0,0-5-1714,0 1 2439,0 3 0,-10-20 0,-2 1 0</inkml:trace>
  <inkml:trace contextRef="#ctx0" brushRef="#br0" timeOffset="92">13180 8029 7907,'-10'4'404,"-1"-2"1,4 6 601,0-5 1,3 6-324,-3-2 0,1 2 126,-1 2 1,-1 4-268,4 3 0,-1 4 19,2 2 0,0 4-465,-4 4 1,5 0-108,-2 0 1,3 0-38,1 0 0,0 0-354,0 0 0,0-5-717,0-2 0,5-2 597,2 2 522,3-2 0,10-16 0,2-9 0</inkml:trace>
  <inkml:trace contextRef="#ctx0" brushRef="#br0" timeOffset="93">13372 8210 7907,'-11'0'710,"1"-5"197,-1 4 0,0-4 339,1 5-486,-1 0 1,2 2-386,2 1 0,-3-1-181,3 6 0,2-5-3,2 4-193,1 0 1,2 4 39,0 0 0,0-1 61,0 1 0,4 0-136,0-1 0,4 1-1,-1 0 0,2-1-24,2 1 0,0-4 5,-1 0 0,5-1-132,-1 1 0,0 3-99,-3-3 1,-1-1 99,1 1 0,-4-4 253,0 4-46,0 1 1,-1 2 164,-2 1 1,-3 0 79,-1-1 45,0 1 0,-5-2-129,-2-2 0,-3 3-14,-5-3 0,4-2-90,-4-2 0,2-1-190,-1-2 0,2 0-689,-2 0 1,2-2-61,1-1 0,1 0-450,-1-4 1,4 0 1312,0-3 0,9-20 0,-1-4 0</inkml:trace>
  <inkml:trace contextRef="#ctx0" brushRef="#br0" timeOffset="94">13457 7933 11015,'5'7'1119,"2"0"0,3 0-651,0 4 1,2-1-175,2 1 1,0 4 35,3 3 1,-3 4 169,4 2 1,-6 0-153,-1 5 1,-1 3 11,-2 3 0,-4 1-322,0-4 1,-3 4-187,-1 3 0,-5 2-395,-2-2 1,-2-2-40,-2-5 1,4 0-669,0 0 1,1-2 449,-1-1 1,-2-7 799,6-4 0,-1-14 0,4-1 0</inkml:trace>
  <inkml:trace contextRef="#ctx0" brushRef="#br0" timeOffset="95">13852 8189 7902,'0'6'4340,"0"-2"-3088,0-4-1108,5 0 1,1 2-415,4 1 1,5-2-462,-1 3 1,3-2 216,-2 2 514,4-3 0,21 8 0,11-3 0</inkml:trace>
  <inkml:trace contextRef="#ctx0" brushRef="#br0" timeOffset="96">13863 8359 10218,'-6'0'1426,"1"0"1,6 0-839,3 0 0,3 0-422,7 0 0,-1 0-318,5 0 0,0 1 152,3 3 0,29 16 0,-22-6 0,1 1 0</inkml:trace>
  <inkml:trace contextRef="#ctx0" brushRef="#br0" timeOffset="97">15164 7986 7977,'-6'0'2331,"-4"0"-234,9 0-410,-4 0-739,5 0-859,5 0 0,1-1 102,5-3 0,3-2-405,0-4 1,4-2 109,-4-2 0,5 1 11,-1-5 1,2-3-258,1-4 1,1-1-530,-1 1 0,-1 2 115,-2-2 1,1 3 272,-5 1 0,-3 4 382,-4 3 500,-5 7 153,3 2 0,-6 10-92,-3 2 0,2 7 459,-5 4 0,1 5-391,-1 2 0,2 1 132,5-1 1,-4 1-153,1 3 0,-1 2-115,4-3 0,0 2-994,0-2 0,5-1-494,2-2 1,2-2 1102,2 2 0,19-27 0,4-6 0</inkml:trace>
  <inkml:trace contextRef="#ctx0" brushRef="#br0" timeOffset="98">14492 8274 7897,'0'6'661,"0"-1"211,-5-5-227,4 0 42,-4 0-250,5 4-246,0-2 1,5 2-20,2-4 1,2 0 26,2 0 1,0 0 18,-1 0 1,5 0-45,-1 0 1,4 0 23,-4 0 1,5 0-116,-1 0 1,-2 0-149,2 0 0,0 0 57,3 0 1,0 0-192,1 0 0,-1 0 132,0 0 0,1 0-95,-1 0 0,4 0-205,0 0 0,-4-1 134,-3-2 1,0 1-8,3-1 0,0-2 147,1 2 0,-5-1 95,1 4 1,-4-4-53,4 1 1,-4-1 138,4 4 0,-5 0-82,1 0 0,2 0-46,-2 0 1,1 0 196,0 0 1,-4 0-18,4 0 1,-2 4-248,1-1 0,-1 1 61,5-4 0,-5 0-22,1 0 0,1 0 2,0 0 1,2 0-17,-2 0 1,0 0 44,-1 0 1,-1 0-7,5 0 0,-5 0 52,1 0 1,2 0 9,-2 0 1,1 0 116,0 0 0,-4-1-26,4-3 0,-4 3 97,0-3 0,1 3-129,2 1 1,-2 0 111,2 0 0,-2 0-137,-1 0 0,3 0 5,0 0 0,2 0-92,-2 0 1,-2-3 104,2-1 0,-1 1-122,1 3 1,-1 0 64,5 0 0,-5 0-8,1 0 0,2-4-11,-2 1 0,4-1-13,-4 4 1,0 0 40,-3 0 1,3 0 4,0 0 0,0 1 104,-3 3 1,0-3-57,-1 2 0,5-1 10,-1-2 0,1 0-30,-1 0 1,-2 0 13,2 0 0,-1 0-16,2 0 1,-3 0-18,2 0 1,1 0 57,-1 0 0,1 0 78,-5 0 1,1 0 102,0 0 1,-1 0-114,1 0 0,0 0 71,-1 0 1,1 0 116,0 0-208,-1 0 0,1 0-44,0 0-261,-1 0 0,1 3 179,0 1-85,-1-1 1,1-3-188,0 0 194,-1 5 0,1-4 479,0 3-243,-1 2 0,1-5 299,-1 2-498,1 3 0,0-4-125,-1 1 1,0-1 52,-3 2 0,3-3-215,-3 3 1,-1-3-57,1-1-59,0 0 1,3 0-850,1 0 632,-5 0 0,0 0-995,-2 0 1637,-3 0 0,-30 9 0,-12 3 0</inkml:trace>
  <inkml:trace contextRef="#ctx0" brushRef="#br0" timeOffset="99">14566 8679 7872,'-15'6'0,"0"2"284,-3-4 1,-2 3 462,2-3 1,1 3-232,0-4 1,2 6-13,-2-2 0,7-1-318,-1 1 1,4-4 40,0 4 0,2-3-348,5 3 93,0-5 0,2 8 28,1-3 1,3-1 72,5 1 1,-1-3-126,1 3 0,0-4 3,-1 4 0,5-1-38,-1 1 0,1 3-33,0-3 0,-4 1 43,4-1 0,-4 3 41,0-3 1,0 2 2,-1 2 1,-2-4-144,-1 0 0,-5 0 149,2 4 0,-3 0-17,-1-1 1,-1 1 71,-3 0 0,-2-2 142,-5-2 0,-4 3-64,-3-3 0,-2-1-242,-1 1 0,-1-5-212,1 2 0,0-3 275,-1-1 0,1 0 63,0 0 1,1-5-501,2-2 1,4-2 509,7-2 0,11-28 0,8-7 0</inkml:trace>
  <inkml:trace contextRef="#ctx0" brushRef="#br0" timeOffset="100">14641 8551 7699,'6'0'208,"0"0"1914,-3 0-1474,-1 0 1,7 0-252,-2 0 0,3 0 54,0 0-258,1 0 0,0 1 27,-1 3 0,1-3-46,0 3 1,-4 0 175,0 0 34,-5 4-216,8-2 0,-9 5-35,2-1 0,-3 0-40,-3-3 0,1 5-164,-6-5 0,3 8 90,-3-4 1,-1 0-104,2-1 1,1-1-425,-1 5 375,4-2 0,-1-2-78,4 1 0,0 0-246,0-1 1,1-2-279,2-1 1,3-1-17,5 1 1,1-1 750,2-3 0,31-2 0,12 4 0</inkml:trace>
  <inkml:trace contextRef="#ctx0" brushRef="#br0" timeOffset="101">15153 8498 7866,'-6'0'0,"-4"0"2037,5 0-402,-6 0-821,0 0 1,2 6-177,2 4 1,-3 6 60,3 5 0,1 5-220,-1 3 1,0 6-27,-4 4 1,2 3-78,2 0 0,-2 1-167,6 0 0,-1-4-1019,4 0 0,0-9 557,0-2 0,5-4-1849,2-3 1,3-4 2101,0-3 0,15-17 0,4-4 0</inkml:trace>
  <inkml:trace contextRef="#ctx0" brushRef="#br0" timeOffset="102">15366 8690 7866,'0'-6'3697,"-5"1"-2041,-1 0-633,-4 4 1,3-5-577,0 3 1,3 2 252,-3-3-404,5 3-265,-8 6 0,8 0 83,-5 6-11,4 0 0,-1-1-26,4 1 1,0 0-37,0-1 0,1 1-285,2 0 1,2-1 21,2 1 0,3 0-61,-3-1 1,3-2-92,5-1 1,-4-1 22,4 1 0,0 1-29,-1-4 0,4 0 231,-4 0 1,0-2 333,-3 5 1,-1-3-139,-3 3 0,1-4 278,-4 5-83,-1-1 1,-3 3 225,0 1 0,-1-4-184,-3 0 0,-2-3 9,-4 3 1,-4-4-311,-1 5 1,-2-6 123,2 1 0,-4-1-502,2-2 1,-2 0 32,1 0 1,-1 0-118,5 0 0,0 0-205,3 0 1,1-2-552,3-1 1,3 1 1234,4-6 0,23-18 0,7-8 0</inkml:trace>
  <inkml:trace contextRef="#ctx0" brushRef="#br0" timeOffset="103">15569 8743 7849,'0'6'4102,"0"-1"-2946,0-1 1,4-2-699,4 1 1,1 2-111,2-1 1,3-1-743,0-3 0,4 1 303,-4 3 0,5-3-1345,-1 3 0,2-3 255,1-1 1181,-4 0 0,13 4 0,-2 2 0</inkml:trace>
  <inkml:trace contextRef="#ctx0" brushRef="#br0" timeOffset="104">15750 8700 7817,'-5'6'0,"1"4"515,-4-3 0,0-1 735,5 1 1,-5 0-49,5 4 1,-2-1-593,2 1 1,1 3-787,-1 1 0,2 2-424,1-2 0,3 3-705,1 0 1,3-2 759,-4-2 545,6-2 0,16-2 0,9 1 0</inkml:trace>
  <inkml:trace contextRef="#ctx0" brushRef="#br0" timeOffset="105">15921 8892 7813,'-5'6'0,"3"3"3101,-6-6-1403,6 1-84,-3-4-1289,5 0 1,5-1-328,2-3 0,3-2-86,0-5 0,1 0-300,0-4 1,3 2 302,0-4 0,1 2-108,0-2 1,-3 0-415,2-1 1,-2-2 22,-2 2 0,1 2 122,0-2 1,-2 5 46,-2-1 515,3 2-208,-9 1 6,8 5 1,-7 3 334,1 6 1,-2 4 544,-1 8 1,0-2 709,0 4 0,0 0-541,0 1 1,0 2-387,0-2 0,0 2-558,0 1 1,0-3-495,0 0 1,0-2-278,0 2 0,1 1-2266,3-5 3034,-3 0 0,23-41 0,0-10 0</inkml:trace>
  <inkml:trace contextRef="#ctx0" brushRef="#br0" timeOffset="106">16219 8413 7813,'-10'5'0,"4"0"1832,1 0 0,5 1-882,0 5 1,0 0 131,0 4 0,6-2-387,4 4 1,2 1-161,6 4 0,0 2-5,3 1 0,-3 5 184,0-2 1,-5 3-273,1 1 1,-3 0-49,-4 0 0,-2 5-78,-5 2 0,-2 2-108,-1 2 0,-7-4-1272,-4 0 1,-4-3 491,4 3 337,-5 0 0,3-1 1,-6-1-1</inkml:trace>
  <inkml:trace contextRef="#ctx0" brushRef="#br0" timeOffset="107">16827 7869 7889,'0'-11'834,"0"5"1232,0-3-892,0 3 78,0-5 1,0 5-428,0 1-377,0 20 1,0-2-84,0 12 1,0 2-16,0 1 1,0 5-74,0 7 1,0-1-14,0 7 1,0 2-198,0 2 0,0 3 199,0 4 1,-4-3-122,1-1 1,-2-4-92,2-7 1,1 0-309,-1-3 0,2-7 75,1-7 1,0-8-88,0-2 1,0-4 72,0 0 0,4-4-38,4 0 1,-3-4 105,3 0 0,-1 2 79,3-1 1,5-1 228,-1-3 1,1 0-64,-1 0 1,3 0-115,4 0 1,1 0-379,-1 0 0,0 0-503,1 0 0,-1 0-110,0 0 1,1 0 984,-1 0 0,10-5 0,2-1 0</inkml:trace>
  <inkml:trace contextRef="#ctx0" brushRef="#br0" timeOffset="108">16848 7752 14538,'16'-6'1632,"0"1"-1678,6 5 1,4 0-751,2 0 1,4 0 657,4 0 138,2 0 0,0 10 0,4 4 0,3 0 0,0 1 0</inkml:trace>
  <inkml:trace contextRef="#ctx0" brushRef="#br0" timeOffset="109">17307 8061 7889,'-17'0'543,"-3"-5"1,5 4 773,-3-3 1,3 4 109,4 4 1,1 2-584,3 4 0,-1 5-256,4-1 1,-3 6-83,4 1 0,-1 1 110,4 2 1,0 3-315,0-3 0,5 1-202,2-3 0,3-2-127,0-2 0,4-1-364,1-6 1,4 1 7,-2-9 1,4 1-407,0-4 1,0 0-344,1 0 0,-5-5 431,1-2 0,0-4 200,3-3 0,-4-2 232,-3-6 1,-2 1 40,-2 0 1,1-4 55,0 0 1,-5-1 13,-3 1 0,-2 1-39,-1-4 0,-4-1 8,-3-3 1,-6 5 14,-2 2 1,-4 4-3,2 3 1,-3 4 129,-2 7 1,4 2-183,1 5 1,4 5-142,-2 2 0,4 7 369,0 4 0,24 31 0,6 7 0</inkml:trace>
  <inkml:trace contextRef="#ctx0" brushRef="#br0" timeOffset="110">18000 8125 7889,'-5'-11'0,"-1"0"1333,-4 1 1,-1-1-267,0 0 1,4 2-7,0 2 1,-4 2-502,-3 5 0,0 0 27,3 0 1,1 6-163,-1 5 0,0 4-19,1 6 1,0 1 78,3-1 0,1 4 16,3 0 1,1 1 34,-1-1 0,2-3-254,1 3 0,4-4-107,4-3 1,1 1-231,2-5 1,4-3-311,3-4 0,2-4 412,1 0 0,1-3 97,-1-3 0,0-5-2342,1-6 0,3-2 963,-1-6 1,-2 1 654,-4 0 0,-5-2 307,1-2 1,-2 3 284,-2-3 1,-4-1-111,-2 1 0,-3-1 34,-1 1 1,-5 4-53,-2-1 1,-2 2-1,-2 6 0,-4 3-28,-3 4 0,-2 5 50,-2-2 0,1 4-972,0 4 0,1 2-56,2 4 1122,2 1 0,10 9 0,2 3 0</inkml:trace>
  <inkml:trace contextRef="#ctx0" brushRef="#br0" timeOffset="111">18363 8242 7876,'-11'11'1671,"0"-2"303,1-2 0,4-1 181,2-2 452,-2-3-1974,5 4 1,-3-7-303,8-1 1,2 1-280,5-6 1,0 1 98,4-3 1,1-6 75,6-2 1,-2-2-801,-3-1 1,4 0-1154,-4-1 0,0 1 717,1 0 1,-4-2-56,4-2 1,-5 3 704,1-3 0,-2 6 252,-2 1 1,-4 5 568,-2-1-168,2 7 59,-5 2-37,4 5 1,-9 6 507,1 5 1,-2 1-121,1 5 0,3-2 311,-2 2 0,-2 1-453,1 3 0,0 1 55,0-1 1,3 2-1069,-3 1 1,3-1-491,1 2 1,0-6-849,0-1 0,0-1 1030,0 5 759,0-1 0,10 5 0,1 1 0</inkml:trace>
  <inkml:trace contextRef="#ctx0" brushRef="#br0" timeOffset="112">18608 7560 15073,'10'0'1648,"5"0"-859,-1 0 1,6 0-500,1 0 1,1 1-386,3 2 1,1-1 12,-1 1 1,1-1-247,-2 2 1,-2-2 46,-1 5 1,-1 1 302,-6 2 0,0 1-637,-7 0 0,1 0 116,-5 4 1,0-2 107,-7 4 1,-2 5 213,-4 3 0,-1 0 312,0-4 0,1 4 40,-1 0 1,0 3 276,1-3 0,0 3-113,3-3 1,1 1 249,3-1 1,1 1-69,-1 3 0,2 0-104,1-4 0,1 4 46,2-5 1,2 5-158,2-4 0,3 3-46,-3-3 1,2 1-148,2-1 0,0 1-214,-1 3 1,-3-3-371,1-5 1,-6 4 347,2 0 0,0 3-580,0-3 1,-1 0 330,-3-4 1,-1-3 89,-2 0 0,-3-2 373,-5 2 1,-1-3 363,-2-4 1,-1-1-208,-3-3 1,-2 1 214,2-4 0,-2-1-1780,-2-3 0,1 0 179,0 0 1138,-1-9 0,-4-17 0,-2-8 0,-3-6 0,-1 0 0</inkml:trace>
  <inkml:trace contextRef="#ctx0" brushRef="#br0" timeOffset="113">19312 7208 7935,'0'-11'0,"4"0"0,-2 1 63,1-1 0,-2 0 392,-1 1 176,0 4 217,0 1-427,0 5 1,0 6-43,0 5 0,0 2 33,0 8 1,0-1-116,0 9 0,0 4 143,0 6 0,0 4-144,0 3 0,0 0-294,0 7 0,0 3 147,0-25 1,0 2 0,0 1-1,0 1 38,0 0 0,0 1 1,0-2-1,0 0-77,0 0 0,0 0 0,0 0 0,0 1 14,0-2 0,0 1 0,0 0 0,0-1-312,0 27 0,0-2-111,0-5 1,0-1-44,0-2 1,-3 0 113,-1-7 0,1-2 65,3-5 0,-2-3 127,-1 2 0,2-2-34,-3-1 0,3-4 202,1-3 0,-1-3 10,-3-1 0,3 3 136,-3-3 0,3-2 724,1-8-416,0 0-161,0-1-237,0-4 310,0-1-157,0-5 205,-4 0-20,2 0 305,-2 0 862,4 0-1354,0 5-331,0-4 1,1 5-49,2-3 187,-1-1 1,6 4 2,-5-3 1,2-2 167,-1 3-31,-3 2 0,7-4-146,-4 5 23,4-4-204,-2 6 0,7-7-310,-2 6 1,5-6-687,-5 1 0,7-1-45,-1-2 1,5 0-469,3 0 1,-2 0 668,6 0 0,-1-4-143,4 1 0,-3-2 342,-1 1 681,-4 3 0,2-4 0,-5 5 0</inkml:trace>
  <inkml:trace contextRef="#ctx0" brushRef="#br0" timeOffset="114">19301 7005 8059,'6'0'864,"0"0"210,-3 0 0,4 0-312,8 0 0,1 4 270,6-1 0,7 1-843,3-4 0,7 0-699,0 0 510,8 0 0,-6-4 0,4-2 0,5 0 0,1 0 0</inkml:trace>
  <inkml:trace contextRef="#ctx0" brushRef="#br0" timeOffset="115">19770 7272 7975,'-5'-6'627,"-1"1"1,-4 1-135,-1 1 0,4-1-27,0 4 0,0-3-229,-4-1 1,0 1-203,1 3 0,-1 0 87,0 0 0,1 0-126,-1 0 0,0 1 9,1 2 327,-1-1-301,0 7-130,1-3 1,4 5-23,2-1 1,4-3 96,4 1 0,-1-1 39,8 3 1,-3 1-28,7 0 1,0-4-8,-1 0 0,5 0-138,-1 4 0,-3-2 51,0-2 0,0 3 24,-1-3 0,0 1 105,-3-1 1,-4 3 3,0-3 0,-4 2-19,0 2 1,-2-4 162,-1 0 0,-4 0-125,-3 4 0,-3-4 21,-1 0 0,-3-3-211,0 3 1,-5-5-23,1 2 0,-1-3-199,2-1 1,-2-1 22,4-3 1,1-2-251,3-4 0,1 2 162,-1 1 1,5 0-135,3-3 0,1-1-66,2 0 630,0 1 0,38-20 0,10-4 0</inkml:trace>
  <inkml:trace contextRef="#ctx0" brushRef="#br0" timeOffset="116">20015 7101 7975,'-6'0'490,"1"0"732,1 0 0,2 0-350,-6 0 0,5 6-125,-4 5 0,1 4-276,-1 6 0,-3 5-59,3 3 0,-1 2-451,1 1 0,1 0 111,2 0 0,3-2-914,-2-1 0,1 1 193,2-6 0,2-2-268,1-5 1,3-1-17,5-2 0,-1-1 933,1-9 0,9-15 0,3-7 0</inkml:trace>
  <inkml:trace contextRef="#ctx0" brushRef="#br0" timeOffset="117">20175 7186 7975,'-16'0'0,"0"5"1152,6-4 0,0 5 290,3-2-423,-2-3-800,7 8 0,-2-6-166,4 4 1,0-4-13,0 5 0,0-5-292,0 4 1,1-3-66,2 3 0,2-4 287,2 5 0,3-2-294,-3 1 1,1 2 87,-1-2 1,3-1 23,-3 1 0,2-1 174,2 1 0,0 2 28,-1-6 1,-3 4 157,1-3 1,-6 4-32,1-1 0,2-1 307,-1 1-273,-1 0 1,-7 4 48,-4 0 1,-1-4-132,-2 0 0,-3-5 14,0 2 0,-4 1-91,4-2 1,-2 1-196,2-4 1,1 0-137,-5 0 0,5-2 172,-1-1 1,6 1-962,1-6 0,4 1 417,0-3 0,2 3 710,1-1 0,47-27 0,-17 12 0,-1 0 0</inkml:trace>
  <inkml:trace contextRef="#ctx0" brushRef="#br0" timeOffset="118">20325 7250 7975,'0'6'895,"0"4"209,0-9 1,1 7-209,2-4 0,3-1-414,5-3 0,0 0-238,-1 0 0,2 0-285,2 0 0,-1 0-348,5 0 0,-4 0-149,4 0 1,-5 0-526,1 0 1,-1 2-428,2 1 1,-7-2 1489,3 3 0,-8-3 0,2-1 0</inkml:trace>
  <inkml:trace contextRef="#ctx0" brushRef="#br0" timeOffset="119">20474 7218 7975,'-6'6'1363,"0"0"-401,2-2-374,3-3 0,-7 8-231,4-1 1,1-3-194,3 3 1,0-1-174,0 3 0,0 2-308,0 2 0,0-2-194,0 2 1,0 2-565,0-2 1,0 5-532,0-1 1606,0-3 0,19 1 0,5-6 0</inkml:trace>
  <inkml:trace contextRef="#ctx0" brushRef="#br0" timeOffset="120">20591 7346 7975,'0'6'591,"0"4"1,0-8 2266,0 5-1462,0-4 34,0 1-814,0 1-568,5-4 1,0 3-583,2-8 0,2 2 420,-2-5 0,3 0-189,0-4 1,1 4-48,0 0 0,-1-4-489,1-3 0,0 0 317,-1 3 0,-2-1 75,-1-2 1,-1 2 273,1-2 1,1 6 216,-4 0 1,0 3 860,0-3-447,-3 4 0,5 4 261,-2 0 1,-3 1-272,2 2 0,-2 3 35,-1 5 1,0 0-17,0-1 1,0 2 46,0 2 0,0-2-763,0 3 0,4 0-344,0-1 1,3 0-614,-4-3 0,2 3 171,-1 0 0,0 1-1955,3-5 2990,3 1 0,10-43 0,8-11 0</inkml:trace>
  <inkml:trace contextRef="#ctx0" brushRef="#br0" timeOffset="121">20890 7048 7837,'0'7'1362,"0"0"0,1-1-788,2 1 0,2 6 56,2-2 1,4 3-246,0 0 0,-1 3-123,5 4 0,-2 2 77,1 1 0,-2 0-85,2 5 0,-2-2 101,-2 1 0,-4 3-111,-2-2 1,-3 0-14,-1 0 1,-1 1-261,-3-1 1,-2-2-327,-4 1 1,-1-3 370,0 4-16,1-6 0,-34-20 0,-8-11 0</inkml:trace>
  <inkml:trace contextRef="#ctx0" brushRef="#br0" timeOffset="122">21668 7186 7585,'-1'-9'790,"-3"2"1,2-1-415,-5 4 0,5-1 79,-2 2-267,-2 1 1,0-6-181,-4 5 0,2-1 121,1 4 0,0 0-50,-3 0 0,-1 0-156,0 0 0,1 4 88,-1-1 0,4 5-108,0 0 0,1-2-10,-1 1 1,-2-4-143,6 4 212,-1 0 0,4 4-7,0 0 0,5-2 114,2-2 0,3 3 2,0-3 1,1-1 109,0 1 0,3-1-97,0 1 1,0 1 576,-3-4-354,4 4 1,-3-3-15,2 2 1,-2 2-59,-1-1-116,-5 1 0,2 2-19,-4-1 1,-1 1-186,-3 0 1,-1-1-29,-3 1 0,2-2-18,-5-1 1,0 1-33,-4-2 0,-1-1-67,-2 1 1,2-4-258,-2 0 1,-1-2-32,0-1 1,1 0-237,4 0 1,-1 0-124,0 0 0,4-4 876,0-4 0,19-20 0,1-6 0</inkml:trace>
  <inkml:trace contextRef="#ctx0" brushRef="#br0" timeOffset="123">21785 7261 8211,'6'0'87,"4"0"1,-5 1 916,2 3 1,2-3-582,-2 3 0,-1-3-149,1-1 0,0 0-248,4 0 1,-4 0-321,0 0 0,0 0-174,4 0 1,0 0 315,-1 0 1,-2 0-1426,-1 0 1577,0 0 0,3 4 0,1 2 0</inkml:trace>
  <inkml:trace contextRef="#ctx0" brushRef="#br0" timeOffset="124">21924 7144 8211,'-6'0'-28,"-3"4"229,8 2 0,-8 5 136,6 0 1,-1-1 138,4 1 0,-3 0-113,-1-1 0,0 2-115,4 2 0,0-2-415,0 3 1,0-2 235,0 1 0,0-2-347,0 2 0,0-2 201,0-2 77,0 1 0,10-5 0,2-1 0</inkml:trace>
  <inkml:trace contextRef="#ctx0" brushRef="#br0" timeOffset="125">22031 7304 8205,'6'0'667,"-2"0"431,-4 0 0,5 0-912,2 0 0,2-1-68,-2-3 1,2-2-178,-2-5 1,4 1 192,3-1 1,-2-1-78,2-2 1,-2 2-212,-1-2 0,-1 1 12,1-1 0,-2 5-180,-1-1 284,1 1 0,-7 0 214,6 2 1,-6 1 77,1 2 78,3 3 0,-4-2-26,1 6 0,-2 3 181,-1 5 0,0-1-50,0 1 0,2 4-43,1 3 1,-2-1-279,3 1-1,-3-2-278,-1 2 1,1 2-473,3-2 0,0-3-139,4-1 0,1 2 774,-2-2 0,26 0 0,8-3 0</inkml:trace>
  <inkml:trace contextRef="#ctx0" brushRef="#br0" timeOffset="126">22894 7101 8212,'0'-6'1503,"0"1"9,0 5-1024,5-4 0,-2 3 121,4-3 0,-4 3-248,4 1 1,0 0-299,4 0 0,3-4 125,1 1 0,-1-1-167,-4 4 0,1 0 64,0 0 0,-1 0-255,1 0 1,-5 1-200,-2 3 1,-3-2 107,-1 5 1,-3 2-11,-4 5 1,0-2 152,-7 2 1,-1-2 88,0-2 0,1 1-95,3 0 1,1-4 7,-1 0 0,2-3 25,2 3 0,1-4-118,2 4 302,3-4 1,-3 5-107,8-5 0,-2 2 328,5-1 0,0-2-27,4 5 0,0-3-63,-1 3 1,1-4-165,0 5 1,1-2-37,2 1 1,-2 2 26,2-2 0,-2-1-194,-2 1 1,-2 0 163,-1 4 1,-5 0-121,2-1 1,-3 1 29,-1 0-167,0-1 0,-5 1-162,-2 0 1,-4-2 191,-3-2 1,-3-2 62,-4-5 0,3 0-106,1 0 1,0 0-192,-1 0 0,3 0-504,4 0 35,0-5 0,2-1 908,2-4 0,21-15 0,10-4 0</inkml:trace>
  <inkml:trace contextRef="#ctx0" brushRef="#br0" timeOffset="127">23214 7218 8212,'-6'0'457,"-3"0"1,7 0 657,-6 0 131,6 0 1,-1 0-495,6 0 1,3 0-501,5 0 1,4 0-360,3 0 0,-2 0-199,2 0 1,0 0-566,3 0 1,1 0 458,-1 0 0,0 0-274,1 0 0,-1 0 686,0 0 0,5 0 0,2 0 0</inkml:trace>
  <inkml:trace contextRef="#ctx0" brushRef="#br0" timeOffset="128">23332 7112 8192,'-6'5'-788,"-3"-3"731,6 5 1,-1-3 56,4 3 0,-3-4 410,-1 4 1,1 0 619,3 4 1,0 3-902,0 1 1,0 0 38,0-1 0,0-1-276,0 5 0,0-5-264,0 1 1,3 2 371,1-2 0,14 5 0,-1-3 0</inkml:trace>
  <inkml:trace contextRef="#ctx0" brushRef="#br0" timeOffset="129">23630 7080 8192,'-10'0'384,"4"0"1,-4 0 69,3 0 1,2-1 796,2-3-432,2 3-403,1-9 1,4 9-225,3-2 1,4-2 30,3 1 0,2 1-77,1 3 1,0-4-149,-3 1 1,-2-1 212,2 4-75,3 0 0,-5 0-128,2 0 1,-6 1 119,-1 3 0,-4-2 44,0 5 1,-1 4-131,-2 3 1,-5 2-91,-2-2 0,-3 2 97,0 6 1,-5-1-143,1 0 0,-4 1 21,4-1 0,0 0 24,3 1 1,1-2-90,-1-2 0,4 1-41,0-5 0,4 0-263,0-3 1,3-2-208,3-2 1,3-1-1307,5-2 1954,0-3 0,16-8 0,8-5 0,3-3 0,0 0 0</inkml:trace>
  <inkml:trace contextRef="#ctx0" brushRef="#br0" timeOffset="130">24035 7197 8192,'-15'0'378,"3"0"1,-7 0 580,5 0 0,-4-1-275,4-3 1,0 3 222,3-2 0,0-2-557,1 1 1,-1 1-353,0 3 1,4 0-131,0 0 0,5 1-34,-2 2 115,3 3 0,1 5 202,0 0-367,0-1 0,1 1 99,3 0 1,-2-2 107,5-2 1,0 2 39,4-6 1,3 5 16,1 0 0,-1-3-98,-4 3 1,1-5 19,0 4 1,-1-3-15,1 3 0,-1-4 104,-3 5 0,1-5-4,-4 4 0,-1 0-3,-3 4 0,0-4 13,0 0 1,0 0-52,0 4 0,-6-2 9,-4-1 0,-1 0-391,-3-5 1,-2 1-477,2-4 0,0 0 843,3 0 0,-3-23 0,-1-11 0,-3-1 0,1-1 0</inkml:trace>
  <inkml:trace contextRef="#ctx0" brushRef="#br0" timeOffset="131">24057 6877 8294,'-6'0'173,"-4"0"0,8 0 946,-5 0 770,4 0-517,-1 0-3,4 0-1044,4 0 1,6 0-133,4 0 0,2 0-40,-2 0 1,1-1-235,3-3 0,1 3 174,-5-2 0,4 2-44,-4 1 1,2 0-104,-2 0 1,-2 0-372,2 0 1,-6 0 177,-1 0 1,0 0 167,4 0 0,-5 4 97,-3 3 1,0-1-69,0 1 0,-1 1 25,1 2 0,-2 1-11,-1 0 0,0-3 1,0 2 0,0-1 35,0 5 1,0-1-12,0 1 1,-3-1 86,-1 5 1,-1 0-16,2 3 0,1 0 14,-6 1 1,5 0 5,-4 3 0,3-1 14,-3 4 0,4-3-72,-5 4 1,6-5 0,-1 5 1,-2-1-30,1 4 0,1-3 45,3-1 0,-1-3-165,-3 3 1,3 1 134,-3 3 0,3 0-9,1 0 1,-1 0 3,-3 0 0,3 2-3,-2-2 1,1 3 7,2-7 1,-1-1 7,-2 2 1,1-2-151,-1 1 0,2-2 75,1-4 0,0-1-126,0 0 0,0 1 234,0-1 1,0 0-14,0 1 0,0-1 17,0 0 1,0-3 155,0 0 0,0 0-85,0 3 0,0-3 161,0 0 1,0-2-261,0 2 0,-1-3 4,-3-4 1,3 3 5,-3 0 0,-1 2-10,2-2 0,-1-2-20,4 2 1,-1-2 0,-2-1 0,1-1 11,-1 1 1,2 0 59,1-1 1,-4 4 30,1 1 0,-1-1-101,4-3 0,0-4-3,0 0 0,0 0-147,0 4 1,0-4-7,0 0 118,0-5 1,1 6 14,3-4 1,-3 4-17,3-1 1,0-1 47,0 1 1,-1 0 21,-3 4 1,2-4-118,1 0 43,-2 0 1,4 4 168,-5 0 1,0-4 75,0 0 280,0-5-186,0 8-180,0-4 1,0 1 9,0 0 46,0-5-223,-5 8 1,4-8 51,-2 5 0,1-3-155,2 3 63,0-5-25,0 8 121,0-4 14,0 4 163,0 1 347,0 0-108,0-5-337,0 3 1,-1-8 475,-2 3-323,1 2 0,-3-5 500,1 3-497,3-3 0,-5 2 275,2 1-394,3-1 0,-5-3-234,3 0-244,1 0 233,-2 5-136,-1-4-168,4 4-156,-9-5 299,4 0 1,-4 1-101,-1 3 1,-1-3-34,-2 3 1,1-3-225,-5-1 1,-1 0 138,-6 0 1,2 0-39,-6 0 0,2 0-7,-1 0 1,-2 0 94,5 0 1,1 0-529,7 0 972,1 0 0,29-43 0,6-10 0</inkml:trace>
  <inkml:trace contextRef="#ctx0" brushRef="#br0" timeOffset="132">24569 6888 8546,'0'6'135,"0"-1"407,0-5-299,0 4-313,0-3 1,-2 4 155,-1-5 63,2 0-330,-4 0 2322,5 0-1802,0 5 0,0-3 100,0 5 0,0-3-69,0 3 1,-1 0-92,-3 4 1,2 4-22,-5 3 0,3 3-35,-3 4 1,1-1-39,-1 4 1,-2 4-155,1 4 0,2 3 3,-1-4 0,4 2-201,-4-1 1,3-3 7,-3 2 1,5 1 165,-2-4 0,-1 2-27,2-5 1,-1-2 16,4 1 0,-1 1-25,-2 3 1,1-4 34,-1 1 0,0-4 6,0 3 1,2 1-37,-3 2 1,2-3-1,-2-3 0,3 1-58,-3-1 0,3 3 86,1-3 1,0 1-27,0-1 0,0-3 11,0 3 0,0 2-2,0 2 1,0-2 48,0 2 1,0-5 134,0 5 0,-3-2 15,-1 2 0,1 0-81,3-4 1,0 1 2,0-1 0,0-1-36,0 4 0,0-4 166,0 1 1,0-3-137,0 0 0,0-1-5,0 0 0,0 1-48,0-1 0,3 0-5,1 0 1,0 1-92,0-1 1,-3-1 101,3-2 0,1 1-1071,-2-5 0,4 2 487,-3-2 1,3-2-2754,-4 2 3281,6-2 0,1-6 0,7-2 0</inkml:trace>
  <inkml:trace contextRef="#ctx0" brushRef="#br0" timeOffset="133">24878 7090 10884,'0'-10'3060,"0"-1"1,0 0-79,0 1-1979,-5-1 0,4 0 354,-3 1-298,-2-1-921,0 0 1,-4 6-538,-1 1 1,1 4 551,-1 4 0,0 3-41,1 7 0,-1 2-93,0 6 0,-2 3 160,2 0 1,0 3-46,7-3 1,-3 3 190,3-3 1,1 0-114,3-4 0,5-3 257,2 0 0,6-5-516,1 1 0,5-6-376,-1 0 0,3-6-364,4 1 0,-3-3 66,3-3 1,-2-4 188,-2-7 0,-1-3-61,-2-4 1,1-1 317,-5 1 1,-1 1 284,-6 2 1,-2-2 393,-5 2 0,0-1 147,0 2 1,-1 0-204,-3 3 1,-5 2-578,-5-2 1,-2 7-780,2 3 1,1 3 123,-5 1 0,2 0 116,-2 0 1,2 5-263,6 2 1,0 2 854,3 2 1,26 4-1,11 2 1</inkml:trace>
  <inkml:trace contextRef="#ctx0" brushRef="#br0" timeOffset="134">24867 7730 13492,'-7'0'1957,"0"0"-2006,5-5 0,-7 3 714,6-5 1,-2 3 117,1-3 537,3 0-905,-8-3 0,3 0-127,-5 3 1,4 2-399,0 5 0,0 0 123,-4 0 0,-3 1 327,0 3 0,-2 5 282,2 6 0,2 4 42,-2-2 0,2 0-236,2 1 0,0-1 104,3 5 1,2-1 40,5 0 1,0-4-116,0-3 0,6-2-927,5-1 0,3-4-191,4 0 0,6-5-147,-3 2 1,3-4 62,-3-4 1,4-2-61,0-4 0,-1-2 325,-2-2 1,-2 2 177,-2-2 1,-3-2 317,-4 2 1,-4-4 601,0 4 1,-5-1-25,2 0 0,-6 4-539,-2-4 1,-8 5-649,2 3 1,-7-3-25,3 3 1,-5 2 65,1 2 1,1 2-376,0 1 0,0 0-770,-1 0 0,-1 1 634,5 2 911,5-2 1,23 18 0,10-1-1</inkml:trace>
  <inkml:trace contextRef="#ctx0" brushRef="#br0" timeOffset="135">24654 8306 12823,'-5'11'5192,"0"-1"-4072,-2 1 0,-1 0 264,4-1 0,-3-3 27,4 0 521,-1-4-1397,4 2 0,5-5-751,2 0 0,3 0 351,0 0 0,1-5-247,0-2 0,3-3 109,0 0 0,4-5-9,-4 1 0,4-1-45,-4 1 0,1 1-307,0-5 0,-2 1-213,4-1 0,-4 2 695,2 2 0,-4 2-165,0-2 1,-1 2-35,-3 1 0,1 4-50,-4 0 626,-1 4-385,2-1 1,-4 10 234,3 4 1,-3 2-40,-1 6 1,-1-4 257,-3 4 1,3 0-308,-3 3 1,3-3-232,1 0 1,0-1-1198,0 5 1,0-2-474,0-2 0,4 2-2416,-1-3 3914,6-1 0,15 4 0,11-3 0</inkml:trace>
  <inkml:trace contextRef="#ctx0" brushRef="#br0" timeOffset="136">25091 6867 10174,'5'10'347,"-3"4"-105,5 1 0,2 4-1,5-2 1,-2 3 26,2 2 1,-2 3 15,-2 0 0,1 4-27,0 0 1,-1 1-16,1 2 0,-4-1-186,0-2 1,-3 1 7,3-1 0,-5-2-130,2 2 0,1-6 75,-2 2 0,1-1-156,-4 1 0,0-3 61,0 3 0,-4-2-112,1-2 0,-2 4 73,1 0 0,2 1 91,-5-1 1,4-3-6,0 3 1,1-2 60,-2-2 1,3-1 150,-3-2 1,3 1-141,1-5 1,0 1 20,0 0 0,0-4-57,0 4 1,0-2-82,0 1 1,0-2-42,0 2 0,0 1 135,0 0 0,0-1-121,0-4 0,1 6 72,3 2 0,-3-2-155,3 2 0,-3-1 144,-1 0 0,0 3 43,0-2 0,0-1 17,0 1 1,-4-5 16,1 1 0,-1 1-39,4-1 0,-1 4 18,-3-4 1,3 1-215,-2-5 1,1 5 148,2-1 0,0 0 56,0-3 1,0-1-21,0 1 0,-3 3-14,-1 0 0,1 1-72,3-5 0,0 1-6,0 0 0,0-1 48,0 1 0,-4 0 9,1-1 1,-1-3 132,4 0 1,-1 1-61,-3 2 1,2 1 126,-5 0 1,3-1-131,-3 1 0,1 3 21,-1 0 0,-1 4 24,4-4 1,-4 2 25,1-2 0,1-1-65,-1 5 0,3-5 2,-3 1 1,4-1-215,-4 1 0,3-2 61,-3 2 1,5-1-378,-2 2 1,-1-4-224,2 4 0,-1-4 733,4 0 0,-5-10 0,-1-2 0</inkml:trace>
  <inkml:trace contextRef="#ctx0" brushRef="#br0" timeOffset="137">20229 7826 7930,'0'-6'-1784,"0"-3"2163,0 2 1,-2 2 699,-1 1 0,-3 0-443,-5 0 0,1 0 23,-1 4 0,-3 0-200,0 0 0,-4 0-106,4 0 0,-5 5-115,1 2 1,1 3 5,-1 0 0,5 1 13,-1 0 1,2 3-70,2 0 1,4 5-15,2-1 1,3 2-42,1 1 0,0 1-187,0-1 1,8-1-410,3-2 1,7 2 58,0-2 0,3-3-215,4 0 0,-2-8 302,6-4 1,-4-2-107,3-1 1,-3-1-22,4-2 0,-6-4-17,2-8 1,-6 0 113,-1-3 1,-5-2 51,1 2 1,-7-2 112,-3-1 1,-3-1 62,-1 1 0,-1 3 176,-3 1 0,-2 0 29,-4-1 0,-6 3 129,-2 4 1,-2 0-85,-1 1 0,0 4 23,-1 2 1,1 4-69,0 4 0,-1-2-26,1 5 0,4 0-196,3 4 1,7 0-691,4-1 826,1 1 0,26 0 0,6-1 0</inkml:trace>
  <inkml:trace contextRef="#ctx0" brushRef="#br0" timeOffset="138">20154 8477 7923,'0'-6'23,"0"0"153,0 2 0,0 2 284,0-5-54,0 0-147,0-4 1,0 0 33,0 1 1,0 2 66,0 1 1,-5 5-40,-2-2 1,-4 0 181,-3 0 1,1 1-140,-5 3 0,4 4 88,-4 3 1,1 4 30,-5 3 1,1 3 164,0 4 1,1 2-166,2 2 1,2-2-195,6 6 1,0-2-288,3 1 0,4-2-59,6-4 0,3-2-220,5-2 1,4-1 19,3-6 0,3 1-316,4-8 0,-1-1 98,4-3 0,1-1 138,3-3 0,-4-5-342,1-5 0,-2-5 120,1 1 0,-2-2 27,-4-2 1,-6 2 186,-2 3 1,-3-4-37,-4 4 1,-2-2 184,-5 1 0,-1-1-15,-3 5 1,-5-2 33,-6 2 0,-3 3 13,0 1 1,-2 4 46,-2 6 0,1 0-116,0 0 1,4 0-108,3 0 0,-2 3-41,2 1 381,0 4 0,41-7 0,10 4 0</inkml:trace>
  <inkml:trace contextRef="#ctx0" brushRef="#br0" timeOffset="139">21519 8530 7863,'-5'-11'752,"0"1"1125,-2-1-586,-2 0-441,3 1 0,-5 0-363,1 3 0,-5 2 37,1 5 0,-1 0-109,1 0 1,-2 5-156,-2 2 0,-1 6 302,5 1 0,-4 5-98,4-1 1,0 6-40,3 1 1,4-1-243,0-2 1,5-1-125,-2 0 1,4 1-120,4-1 1,6-4-260,8-3 1,3-3-578,4-4 0,1 1 254,3-4 1,2-1-58,-3-3 1,3-5 118,1-2-1,0-6-110,0-1 1,-4-5 292,1 1 0,-9-1 133,1 2 0,-4-4 143,-3 4 1,-1-2 137,-9 1 0,-1-1 181,-3 5 0,-2-4-203,-5 4 1,-2 0 300,-8 3 0,-2 0-96,-6 1 1,-1 0-28,-3 3 0,-3 2-25,0 5 1,0 0-68,-3 0 0,2 0-519,1 0 0,4 0 207,3 0 1,8 1-1775,2 3 2006,4-3 0,24 9 0,6-4 0</inkml:trace>
  <inkml:trace contextRef="#ctx0" brushRef="#br0" timeOffset="140">21220 7773 8232,'11'-6'2093,"-5"-4"-1812,-1 5 0,-2-3-219,1 1 0,-1 5-146,-7-8 1,-2 9 37,-5-2 0,-3 2-197,0 1 0,-5 0 73,1 0 0,-1 1 112,1 2 0,-2 3-123,2 5 0,3-4 69,1 0-1,2 0 81,1 4 1,2-4 27,1 0 0,4-3 24,4 3 0,0-4-58,0 4 0,1-3 30,2 3 0,3-3 368,5 3 1,1-4-52,2 4 0,-2-3-178,2 3 1,2-3-101,-2 3 0,0-1-114,-3 1 0,-1 2 78,1-2 1,-5-1-176,-3 1 0,2 0 139,-1 4 0,-1 0-169,-3-1 0,-4 1 70,-4 0 0,-2-2-179,-4-2 0,1 3-29,-5-3 1,0-1-11,-3 1 1,-1-1-499,1 1 856,0-2 0,-15-5 0,-3 0 0</inkml:trace>
  <inkml:trace contextRef="#ctx0" brushRef="#br0" timeOffset="141">21402 7602 7117,'0'-6'2615,"0"-3"-2047,0 8-30,0-4-267,0 14 0,0 3-76,0 10 0,-4-1-16,0 0 1,1 5-109,3 3 1,0-1-258,0 4 0,-4-2-196,1 5 1,-1-2-451,4-1 1,0 0 831,0 0 0,24 0 0,6 0 0</inkml:trace>
  <inkml:trace contextRef="#ctx0" brushRef="#br0" timeOffset="142">21636 7709 8165,'-6'0'0,"-2"-1"-85,4-3 52,-4 3 0,2-4 66,-4 5 1,2 0-119,1 0 1,4 0 49,-4 0 0,1 1 27,-1 3 1,1-2 30,2 5 1,3-3 15,-3 3 1,0-3-14,0 3 0,1-4 0,3 4-6,0 1 14,0 2 0,1 1 57,2-1 1,0-2 129,4-1 0,0 0-93,4 3 1,-2-2 11,-2-1 1,3 0 9,-3 3 0,2-2 3,2-1 1,-4-1-27,0 1 1,-3 2 174,3-2-101,-5 3-65,3 0-182,-5 1 1,-1-1 32,-3-3 1,-2 1-182,-4-4 1,-1-1-10,0-3 0,1 0-260,-1 0 1,-3 0 1,-1 0 0,1 0-205,4 0 0,-1-1-30,0-3 696,5 3 0,11-32 0,7-3 0</inkml:trace>
  <inkml:trace contextRef="#ctx0" brushRef="#br0" timeOffset="143">21711 7783 8165,'10'0'-831,"-2"0"1014,-1 0 518,0 0 1,3 0 161,1 0-594,0 0 0,-1 0 110,1 0-328,0 0 0,-1 0-138,1 0 0,-4 4-453,0 0 0,-3-1 540,3-3 0,0 0 0,4 0 0</inkml:trace>
  <inkml:trace contextRef="#ctx0" brushRef="#br0" timeOffset="144">21849 7709 8165,'-5'6'-497,"0"-1"0,1-4 660,1 2 0,-2 0 568,1 4 1,3-4-311,-2 4 0,-2 1-133,1 2 1,1 1-183,3-1 1,0 1-29,0 0 0,-4-1-246,1 1 1,-1 0-94,4-1 0,0 1-1005,0 0 1266,0-1 0,10 11 0,1 1 0</inkml:trace>
  <inkml:trace contextRef="#ctx0" brushRef="#br0" timeOffset="145">21913 7858 9391,'-5'0'1850,"1"0"-1663,8 0 0,-2-1-114,5-3 0,0-2-9,4-4 1,-1-1-323,1 0 0,0 0 64,-1-4 0,2 4-165,2-4 1,-2 4-29,3 0 1,-7 1-146,-1 3 284,0-2 1,3 6 105,-3-4 68,-3 5-50,-4-3 279,0 5 61,0 5 92,0 1 1,0 5 148,0-1 0,0-3-170,0 0 0,0 1-81,0 2 0,0 1-35,0-1 1,0 5-189,0-1 1,0 1 10,0 0 0,0-2-253,0 4 1,0-2-1644,0 2 1902,0-4 0,10 22 0,2-1 0</inkml:trace>
  <inkml:trace contextRef="#ctx0" brushRef="#br0" timeOffset="146">22148 7549 8165,'5'11'674,"-1"-1"-222,4 1 1,0 0 159,-5-1 0,6 4-189,-2 1 1,-1 4 63,1-2 0,-1 0-124,1 1 0,1 0 118,-4 3 0,3 4-283,-4 0 0,1-1-16,-4-2 1,0-1-408,0 0 1,0 1-94,0-1 1,0 0-355,0 1 0,-4-2 524,1-2 1,-5 2-214,0-2 361,4-3 0,-25-4 0,0-7 0</inkml:trace>
  <inkml:trace contextRef="#ctx0" brushRef="#br0" timeOffset="147">23076 7656 8118,'-11'0'248,"5"-2"643,3-1 87,-3 2-554,4-9 0,1 8-126,5-5 0,4 4-92,-1 0 1,6-2-16,1 1 0,2 1-24,-2 3 0,-2 0-131,2 0 1,2 0-158,-2 0 0,-4 0 52,-2 0 0,-1 1 40,3 3 0,-4-2 69,-2 5-180,-3 0 1,-2 4 64,-3 0 0,-2-1-182,-4 1 0,-1 0 122,0-1 0,1 0-103,-1-3 0,0 2 186,1-2 1,0-1-95,3 1-2,-2-4 109,3 6 0,0-6-47,2 4 161,3-5 153,6 3 0,1-2-100,4 1 1,1-1 112,0-3 1,3 4-163,0 0 1,0-1-56,-3-3 0,0 1-149,-1 3 0,1-2 133,0 5 0,-4-3-184,0 3 165,-5 0 1,3 4-17,-5-1 0,-1 1 18,-3 0 1,-3-1 110,-7 1 0,1-1-75,-5-3 1,0 1-18,-3-4 1,1 3-254,2-4 0,-2 1-148,2-4 1,3 0-217,1 0 1,2-5 86,1-2 0,5 1-900,3-1 1420,1 0 0,26-18 0,6-4 0</inkml:trace>
  <inkml:trace contextRef="#ctx0" brushRef="#br0" timeOffset="148">23598 7720 8118,'-10'0'584,"-1"0"0,0-2-153,1-1 1,2 2 255,1-3 1,1 2-255,-1-2 1,-2 3-161,2-3 1,-3 3-338,0 1 0,-1 0 189,0 0-103,1 0 1,-1 1 43,0 3 1,1 1-133,-1 2 0,4 1-280,0-4-19,4 4 209,-1-2 1,4 5 102,0-1 1,4-3 63,3 0 1,3-1-11,1 1 1,0 3 1,4-3 0,-2-1-1,4 1 1,-2-3-4,2 3 0,-3-1-24,0 1 0,-2 2-3,-2-2 1,1-1 61,0 1 0,-6 0 4,-1 4 0,1-4 123,-2 0 1,0 0-109,-7 4 0,-2-4-47,-4 0 0,-2-1-23,-3 1 0,-1 2-1,-5-6 0,0 1-156,4-4 0,-3 0-330,2 0 1,-1 0 503,1 0 0,-12-29 0,2-6 0</inkml:trace>
  <inkml:trace contextRef="#ctx0" brushRef="#br0" timeOffset="149">22980 8338 8317,'0'-6'66,"-1"-2"1,-3 4 133,-3 2 1,1-3 228,-1 1 0,0 0 472,-4 0 1,0 3-368,1-3 1,-1 3-183,0 1 1,-3 0-501,0 0 0,-4 0 219,4 0 0,-5 5-437,1 2 0,3 3 234,1 0 1,2 1 20,1 0 0,2-1-192,2 1-101,2 0 0,5-1 155,0 1 0,1 3 144,3 0 0,2 1 45,4-5 0,2 4 135,2 1 1,3-1-12,4-3 0,0-1-109,1 1 1,-4-2-5,-1-2 1,1 3 44,3-3 1,-3 1 3,0-1 1,-6 3 29,-2-3 0,0 2 125,-6 2 1,-1-4-54,-3 0 1,-6 0 208,-5 4 1,0 0-66,-7-1 1,1-2-212,0-1 0,-4-5-143,4 2 1,-5 0 77,-3 0 1,6-1-246,-2-3 1,3-1-208,1-2 0,1-3 482,6-5 0,8-23 0,4-7 0</inkml:trace>
  <inkml:trace contextRef="#ctx0" brushRef="#br0" timeOffset="150">23225 8071 8267,'-15'0'-1033,"3"0"1118,-4 0 1,6-3 1094,-1-1-444,5 1-310,1-2 1,7 4-162,1-3 0,3-1 0,5 2 0,1-1-67,2 4 1,1 0-162,3 0 0,1 0-228,-5 0 0,4 0 13,-4 0 0,4 0-124,-4 0 0,0 4 172,-3-1 1,-4 2 23,0-1 1,-3-2 157,3 5 52,-5 0 1,-2 8-27,-7-1 0,-4 1 323,-3-1 1,-1-2 173,-3 2 0,-2 2-153,2-2 1,3 4-39,1-4 0,2 0-165,1-3 0,5 0-190,3-1 1,3 0-103,3-3 1,4 1-504,7-4 1,3-1-1177,4-3 0,5 0 1752,3 0 0,3-8 0,5-3 0,2-1 0,1 1 0</inkml:trace>
  <inkml:trace contextRef="#ctx0" brushRef="#br0" timeOffset="151">19983 9052 8430,'-1'6'-1466,"-2"-2"1864,1-3 0,-3-1-38,1 0 0,3 1 55,-3 3-2,3-3-5,1 4 85,0-1-272,0-2 0,1 6 36,3-5 1,-2 5-17,5-5 0,-3 5-25,3-1 1,-4-1 25,5 1 1,-2-3 31,1 3 0,2 0-25,-2 4 0,3-4 4,0 0 0,1 0-13,0 4 1,-1-4-29,1 0 1,1-1-23,2 1 0,-1 3 48,5-3 1,-4-3-156,4 0 0,0-2 55,3 2 0,1-3-17,3 3 1,-2-3 47,2-1 0,1-4 7,-1 1 0,1-1-7,-1 4 1,-3-3-11,3-1 1,-6 1-62,-1 3 1,0-4-4,3 0 1,0 1 165,1 3 1,-5 0-182,1 0 0,1-1-4,6-3 0,-3 3 18,3-3 1,1 2-112,-1-1 1,5 1 75,-2-1 0,3-3-18,1-1 0,1 1 41,3-1 0,-2 0-18,5-4 0,-4 4-87,0 0 1,0 1 14,0-1 0,-2 1 5,3 2 0,-7 3 19,0-3 0,-5 3-12,0 1 0,-1 4-10,-2-1 0,-1 4-17,-2-3 0,1 4 115,-5-1 1,2 2-85,-2-2 1,-2 2 30,2-2 1,-2 3 3,-1 1 0,0-1 7,4 1 1,-4 0-29,4-1 1,-3 1 4,-2 0 0,1-1-61,0 1 0,-2 0-15,-2-1 0,3 1-10,-3 0 1,-1 0-168,1 4 0,-4-7 86,4 3 0,-3-3 34,3 2 0,-5-2-143,2-1-112,2 0-357,-5-1 248,9-2-169,-9-4 425,8 0 0,-6-4-110,4-3 1,-4 1 263,4-1 0,-3-1-94,3-2 1,-3 3 8,3 0 0,-4 0 35,4-4 0,-3 4 152,3 0 0,0 1-92,4-1 1,-4-3 103,0 3 1,0 1-35,4-1 1,-1 3 116,1-3 0,0 5 81,-1-2 0,1 0-88,0 0 1,3-1-53,0 2 1,4 2-37,-4-3 0,5 3 16,-1 1 1,3-1-27,4-3 1,-2 3-24,2-3 1,-2 3 29,2 1 1,2 0-13,5 0 1,-3 0 37,-1 0 1,1 0 14,3 0 1,0 0 5,0 0 1,-2 0-36,-1 0 1,2 0 9,-3 0 1,6-1-9,2-3 0,0 3 2,-4-2 1,0 2-32,0 1 1,0-2-111,-1-1 0,0 2-19,-2-3 0,2 3 119,-3 1 0,2 0 109,-2 0 0,3 0-111,-3 0 1,2 0 14,-2 0 1,5 0-67,-4 0 0,4 3-130,-4 1 0,-2 0 132,1-4 1,-1 3-15,2 1 1,1 0-103,-6 0 1,6-3 16,-2 3 1,3-2 33,1 2 0,-1-3 93,-2 2 1,1-1 1,-1-2 1,2 1-25,1 2 1,-5-2 19,-2 3 0,1-2 23,-1 2 1,0-3 11,-4 3 0,0 0 90,0 0 1,2 0-113,2-4 0,-1 0 6,4 0 0,-3 0-56,3 0 0,-3-2-111,4-1 1,-2 0 151,1-4 0,2 5-1,-5-2 0,1 0-256,-1 0 1,-3 1 65,3 3 0,-2-4 51,-2 0 1,2 1 78,1 3 0,-5 0 2,3 0 0,-5 0 39,1 0 1,2 0 139,-2 0 1,1 0-129,-1 0 1,2 0 105,-2 0 0,-2-4-136,2 1 1,-1-2 18,1 1 1,0 2-186,-3-5 1,2 3 46,-2-3 1,2 5 37,-2-2 1,-1 0 89,-3 0 0,-1-1-36,1 2 1,0 2 128,-1-3 0,-3-1 258,0 2 0,-3-4 260,3 3-128,-5-4 1,3 2-90,-5-5 0,0-1-253,0-2 0,-1 1-336,-3-5 1,-1 4 92,-6-4 1,0 1-267,1-5 0,-1 6 184,0 2 220,1 2 0,-6 6 0,0 1 0</inkml:trace>
  <inkml:trace contextRef="#ctx0" brushRef="#br0" timeOffset="152">22255 9457 8221,'0'6'-121,"-2"-1"-43,-1-5 412,2 5 136,-4-4-169,0 9 0,4-5 41,-2 6 1,-3 5 58,-2 1 0,3 6-93,-3 5 0,0 7 15,-6 11 0,1 8-369,4-22 1,0 0-1,2 2 1,0 1 239,-2 2 0,0 1 1,2-1-1,1 1-20,-1 1 0,0 1 0,1-2 1,0 1-5,1 2 0,-1-1 0,1-4 0,1-1-18,0-1 1,1 0 0,0-1 0,2-1-178,3-2 1,0 1 0,-1 0 0,0 0-85,2 1 1,1 0-1,1 0 1,1-1-137,1 0 1,0-1 0,9 28-520,-2-5 0,2-3 850,6-1 0,-1 0 0,0 1 0,1-4 0,-1-2 0</inkml:trace>
  <inkml:trace contextRef="#ctx0" brushRef="#br0" timeOffset="153">22553 9489 8236,'6'0'673,"4"0"0,-4 0 269,4 0 0,-3 0-408,0 0 0,-3 0-260,3 0 0,0 0-154,4 0 0,-4 2-195,0 1 1,-3-2 49,3 3 0,-4-2-307,4 2 1,-4-2 147,0 5 0,-1-3-114,-2 3 0,-2-1 40,-1 1 0,0 3 59,-4-3 1,0 2 237,-3 2 1,-2-4-48,-3 0 0,7-1 156,-2 1 0,1 2-5,-1-1 0,2-2 157,1 1 0,5-4-28,-2 4 1,3-3 142,1 3 0,1-3-93,3 3 0,2-4-137,5 4 1,3-3-174,0 3 1,4-1 30,-4 1 0,4 2 29,-4-1 1,1 1 69,0 2 1,-7-1-36,3 1 0,-4 1 27,0 2 1,-2-2 139,-5 2 0,-2 2-122,-1-2 0,-3 1-10,-5-1 0,1-5-226,-1 1 1,0-3-129,1 1 1,-5-3-165,1-1 1,-1-3-67,0 3 1,4-4-316,-4-4 1,4 2-4,0-5 0,0 0 190,1-4 0,4 4-476,2 0 1,3 0 1045,1-4 0,28-9 0,8-3 0</inkml:trace>
  <inkml:trace contextRef="#ctx0" brushRef="#br0" timeOffset="154">22948 9681 8189,'7'0'472,"0"0"1,0 0 697,4 0 0,-1-3-219,1-1 0,0 1-397,-1 3 0,2 0-892,2 0 1,0 0 73,3 0 0,1 3-78,3 1 1,1 1 307,-1-2 34,0-2 0,15 14 0,3-4 0</inkml:trace>
  <inkml:trace contextRef="#ctx0" brushRef="#br0" timeOffset="155">23129 9596 8093,'-11'5'191,"1"-4"1,-1 4 899,0-5 589,5 4-1129,2 2 0,4 5-112,0 0 1,0 1-379,0 2 0,1-1-189,2 5 0,0-2-257,4 2 0,-5 2-534,2-2 1,2-2 918,1 2 0,12 19 0,3 8 0</inkml:trace>
  <inkml:trace contextRef="#ctx0" brushRef="#br0" timeOffset="156">23396 9479 8093,'-6'0'852,"1"-5"1,5 3-388,0-5 0,0 3 52,0-3 0,5 3-227,2-3 0,6 5-51,1-2 1,5 3-283,-1 1 1,1 0 93,-1 0 1,0 0-251,-3 0 0,2 4 247,-2-1 0,-2 6-148,-6-2 0,-2 3-53,-5 5 1,0-2-5,0 4 0,-5-2 76,-2 2 0,-3 1 208,0 3 0,-6 1 18,-2-1 1,2 0-62,-2 1 1,1-1 176,0 0 1,1-3-187,6 0 1,-1-2-254,0 2 0,5 1 75,3-5 1,2 1-174,1-5 1,4-3-196,3 1 0,4-6 471,3 1 0,36-16 0,-18 5 0,-1-1 0</inkml:trace>
  <inkml:trace contextRef="#ctx0" brushRef="#br0" timeOffset="157">23918 9607 8093,'-16'0'378,"-5"-5"1,10 4 591,-4-3 0,3 0 570,2 0-1117,-1 0 1,4 1 101,0-1-286,5 1-423,-3 3 204,5 4 0,1 2-201,3 5 1,-2-4 189,5 0 1,-1 0-117,1 4 1,3 0 53,-3-1 1,2 1 50,2 0 1,-1-4 2,1 0 1,0 0-47,-1 4 1,1-1 9,0 1 0,-2-4 16,-2 0 0,3 0-16,-3 4 0,-2-4 112,-2 0 0,-2-3-8,-1 3 1,0 0 154,0 4 1,-1-4-80,-2 0 0,-7-4-44,-4 5 0,-1-6-120,0 1 0,0-1-115,-3-2 1,-1 0 169,5 0-36,0 0 0,-6-34 0,-3-7 0</inkml:trace>
  <inkml:trace contextRef="#ctx0" brushRef="#br0" timeOffset="158">22969 10161 11863,'7'0'843,"0"0"1,0 0-674,4 0 1,0 0-146,-1 0 0,1 0 127,0 0 1,-1 4-80,1-1 0,0 2-489,-1-1 219,-4-3 0,3 5-421,-6-3 0,1-2 287,-4 9 1,-1-5-207,-3 2 209,-2 2 0,-5-3 240,1 5 1,-1-1 49,0 1 1,2-4 166,2 0 0,-1 0-59,4 4 0,-1-4 185,2 0 0,1 0-122,-1 4 0,3-1 123,3-3 0,0 2-78,4-2 0,0 2-72,4-2 1,-1 2 45,1-2 1,0 3-53,-1 0 0,-3 1 128,1 0 0,-2-1-46,1 1 0,-3 0 171,-4-1 0,4 2-171,-1 2 1,0-2 38,-7 3 0,2-4-126,-5 0 1,0 0-135,-4-1 1,0-3-422,1 1 1,-1-5 256,0 4 0,1-4-632,-1 0 0,-3-2 190,0-1 0,-2-3-96,2-1 0,3-4 101,1 1 640,-1-3 0,34-29 0,1-7 0</inkml:trace>
  <inkml:trace contextRef="#ctx0" brushRef="#br0" timeOffset="159">23502 10225 8160,'-4'-6'238,"-2"-3"1,-9 4-14,1-2 0,0-1 388,3 4 1,1 1 136,-1 3 0,-3 0-289,0 0 0,-2 0-425,2 0 0,2 1-51,-2 2 0,2 3-100,1 5 1,1 1 133,-1 2 1,5-2-126,3 2 0,1-2 96,2-2 0,0 1-171,0 0 1,5-1 22,2 1 1,4 0 93,3-1 0,3 0 41,4-3 0,-3 1-18,0-4 1,-1 3-6,5-3 1,-5 3 85,1-4 1,-5 4 1,1-3 1,-2 3 750,-1-3-324,-5 4-215,3-2 1,-9 7-157,0-3 1,-4 3-97,-7-5 0,-3 1-208,-1 2 1,0-2-501,1-2 1,2 2 705,-2-6 0,-17-18 0,-3-9 0</inkml:trace>
  <inkml:trace contextRef="#ctx0" brushRef="#br0" timeOffset="160">23150 10982 8138,'0'-6'375,"0"-3"195,0 2 0,0 1 206,0-1 1,-3 0-308,-1-4 1,0 1-97,0 3 1,2-1-160,-6 4 0,5-3-98,-4 4 0,3-4 29,-3 3 0,0 1-166,-4 3 1,1 0 51,-1 0-202,0 4 1,1 2-184,-1 5 0,2 0 180,1-1 0,4-3-173,4 0 0,0 1 62,0 2 1,0 1 156,0 0 1,1-2-2,2-2 1,2 3 0,2-3 0,3 2 89,-3 2 1,2-4 145,2 0 1,0 0 88,-1 4 1,1-2 34,0-2 0,-4 3 79,0-3 1,-1 2-134,1 2 0,-2 0 64,-5-1 0,0 1-76,0 0 0,0-1-18,0 1 1,-5 0-243,-2-1 1,0 0 94,-4-3 0,3 1-386,-6-4 0,1 1-66,-2-2 1,3-2-266,-2 3 1,-1-4 71,1-4 1,-1-2-1101,5-4 1745,4-1 0,1-23 0,5-7 0</inkml:trace>
  <inkml:trace contextRef="#ctx0" brushRef="#br0" timeOffset="161">23214 10769 13115,'11'0'287,"0"0"-256,-1 0 1,5 0-51,-1 0 0,4 0-216,-4 0 1,4 0 140,-4 0 0,0 0-226,-3 0 0,-1 0 134,1 0 1,-4 1 113,0 3 1,-4-2 221,0 5 0,-3 0-106,-3 4 0,-3 0 61,-5-1 0,0 1-13,1 0 0,-1-1 162,0 1 1,1 3-98,-1 0 0,4 1 367,0-5-442,4 1 1,-1 0-96,4-1 1,1 0-367,2-3 1,5 1-197,6-4 1,2-1-442,6-3 1,-1 0 1015,0 0 0,7-10 0,4-4 0,2 0 0,0-1 0</inkml:trace>
  <inkml:trace contextRef="#ctx0" brushRef="#br0" timeOffset="162">24110 9404 9328,'4'11'792,"-1"-1"0,5 6-376,0 2 0,1 8-80,2 6 0,3 6-30,0 8 0,4 4-351,-4 6 1,-7-26 0,-1 0 258,-2 2 1,-1 0-1,2-1 1,-1 0 25,-2 0 1,-1-1-1,1 1 1,0-1 46,-2 27 1,-4 1-121,1-1 1,-6-2 63,2 2 0,-3-3 0,-5-1 1,2 2-163,-5 2 0,4 0 49,-4 0 1,1-1-98,-5-6 0,1 2-94,0 2 1,-2-2-115,-2-3 1,3 2-111,-3-4 1,-1 2-310,1-2 0,-3 2 114,3-2 0,-4-6-320,4-5 0,1-3 207,2-1 1,2-5 604,2-2 0,2-3 0,4 0 0,1-1 0,3 0 0</inkml:trace>
  <inkml:trace contextRef="#ctx0" brushRef="#br0" timeOffset="163">14332 11153 7968,'-11'-11'1049,"0"2"-619,1 2 0,-1-3 20,0 3 1,-3 2 34,0 2 1,-5 3 96,1 3 1,-3 4-210,-4 8 1,3 2-32,-3 8 0,-1 2-11,1 5 1,0 4 91,4-1-1,4 1-192,3-4 1,7-1 20,3-3 0,3 2-359,1-5 0,5-2 132,2-5 1,6 1-101,1-5 1,4 1-222,-4-5 0,5-4-368,-1-2 0,-2-3 238,2-1 0,-1 0-242,0 0 0,-1-5 233,-5-2 0,-4 1 60,0-1 1,-4-4 277,4-3 0,-4 0-48,0 3 1,-1-3 55,-2 0 1,-4-4-62,0 4 0,-3-4 26,4 4 0,-1 0 4,4 3 114,0-4 1,0 3-8,0-2 1,0 2 203,0 1 0,5 4 102,2 0 0,3 4-110,0 0 1,6 2 37,1 1 1,0 0-140,1 0 1,-1 1-42,5 2 1,-2 3 14,-2 5 1,1 0-23,-5-1 1,-1 5-33,-6-1 1,3 5 38,-3-1 0,-3 2-504,0 1 0,-3 0-213,-1 1 1,0 0 676,0 3 0,-9 2 0,-3 5 0</inkml:trace>
  <inkml:trace contextRef="#ctx0" brushRef="#br0" timeOffset="164">14758 10961 7916,'-10'5'0,"-1"-3"507,0 5 0,2-3 729,2 3 0,-3 5-204,3 5 1,1 6-492,-1 5 0,1 2-124,-1 9 1,-1 4-306,4 3 0,-3 5-475,4-1 1,-1-3-38,4-1 0,0-3-475,0-4 0,1-2 713,3-5 162,2-5 0,9-11 0,2-6 0</inkml:trace>
  <inkml:trace contextRef="#ctx0" brushRef="#br0" timeOffset="165">14929 11217 7892,'-21'0'238,"4"0"1,-2 0 419,5 0 0,0 3-128,3 1 1,5 4 81,3-1 0,1-1-432,2 1 0,0 4 0,0 3 0,4 0-266,-1-3 0,9 0-34,-1-1 1,2 1-97,-2 0 1,3-1 29,0 1 0,4-1-242,-4-3 1,4 2 168,-4-2 0,0-1-88,-3 1 0,0-3 128,-1 3 0,0 0 96,-3 4 0,-2-1 369,-5 1 1,0 0-54,0-1 1,-5 1 119,-2 0 0,-4-1-104,-3 1 1,1-2-88,-5-1 0,0 0-167,-3-5 1,1 5-250,2-5 1,-2 1-76,2-4 0,3-4 170,1 1 1,3-6 198,4 2 0,11-26 0,8-7 0</inkml:trace>
  <inkml:trace contextRef="#ctx0" brushRef="#br0" timeOffset="166">15100 10982 7802,'5'0'495,"1"0"155,-2 0 1,-2 4-123,5-1 1,1 2 49,2-1 1,1 2-208,0 4 1,3 2-24,0 2 0,5 3-221,-1 4 0,-2 2 87,2 2 0,-8 2 167,0 5 1,-6 4-123,-1 4 0,-1 1-66,-2 2 1,-5-4-65,-2 0 1,-3 0-150,0 4 1,-1-5-324,0-3 0,1-6-658,-1-5 0,4 0 1001,0 1 0,-5-21 0,-5-2 0</inkml:trace>
  <inkml:trace contextRef="#ctx0" brushRef="#br0" timeOffset="167">15515 11206 7874,'6'0'0,"4"0"374,-3 0 1,2-1 545,2-3 1,1 2-608,2-5 1,-1 3-236,5-3 0,0 5-16,3-2 0,-3 0-349,0 0 287,-1 0 0,5 9 0,-1 1 0</inkml:trace>
  <inkml:trace contextRef="#ctx0" brushRef="#br0" timeOffset="168">15579 11355 7843,'0'6'732,"0"0"182,0-2 1,2-3-513,1 3 1,3-3-62,5-1 1,1 0-1187,2 0 0,-1 0 845,5 0 0,18 0 0,9 0 0</inkml:trace>
  <inkml:trace contextRef="#ctx0" brushRef="#br0" timeOffset="169">16870 10502 7931,'-11'-4'511,"-3"1"160,0-4 0,-2 5-207,2-2 0,-1 0-178,-3 0 1,-1 0-115,5 4 1,-4 0-66,4 0 0,-3 2-243,6 1 183,-2 3 0,9 5-215,-4-1 1,4 1 114,4 0 0,1-4-31,2 0 0,2 0-57,2 4 1,6-1-11,-2 1 1,3 0 202,0-1 1,0 1-63,3 0 0,0-1 12,1 1 1,-2 0-11,-2-1 0,-2-3-6,3 1 1,-4-1 20,0 3 1,-4 1-8,0 0 1,-4-4 26,0 0 0,-2 0 2,-1 4 1,-1-4 42,-2 0 1,-3-4-60,-5 4 0,-3-4-162,0 0 0,-4-1-109,4-2 0,-4 0-257,4 0 0,-4-5 71,4-2 444,-1 2 0,-5-28 0,-2-3 0</inkml:trace>
  <inkml:trace contextRef="#ctx0" brushRef="#br0" timeOffset="170">17008 10214 7912,'-6'-4'832,"-3"3"1232,3-9-1560,0 9 0,1-5-253,5 2 0,6 3-347,5-2 1,1 2 33,6 1 0,-4 3 29,4 1 0,-1 0 13,5 0 1,-5-3-197,1 3 0,-4 0 90,4 0 1,-4-1-179,4-3 0,-5 4 630,1 0 0,-5 0-156,-2 0 0,-5-2 608,2 5 1,-4-3-215,-4 3 1,1 0-8,-8 4 1,3 3-217,-7 0 1,0 0-121,1-3 0,0 3-79,3 1 0,4 0-149,0-1 1,4-2 192,0 2 1,3-2 44,3-1 1,3-1-1777,5 1 0,4 0 680,3-1 1,2-2-779,2-1 1,2-5 1642,1 2 0,24-13 0,2-3 0</inkml:trace>
  <inkml:trace contextRef="#ctx0" brushRef="#br0" timeOffset="171">16273 10972 7912,'5'0'0,"1"0"117,-2 0 0,-2 0 224,5 0 0,-3 0 150,3 0 1,0 0-148,4 0 1,4-2 61,3-1 1,2 2-218,1-3 1,2 3 13,2 1 0,2 0-205,5 0 1,1 0 79,3 0 0,-3 0-131,3 0 1,-3 0-28,-1 0 1,-5 0-132,-2 0 0,1 0 52,-1 0 1,0 0-124,-4 0 0,-3 0 39,0 0 1,-4 0-17,4 0 1,-4 0 60,4 0 1,-2 0 27,2 0 0,1 0 110,-5 0 0,4 0 4,-4 0 1,4 0 161,-4 0 0,0 0-111,-3 0 1,3 0 163,0 0 0,1 0-65,-5 0 0,1 0 115,0 0 1,0 3-143,4 1 1,-4 0-41,4-4 0,-3 0 18,-2 0 1,2 0 0,2 0 0,-2 1 10,2 2 1,-2-2-43,-1 3 1,3-3-13,0-1 1,-2 4 76,-1-1 0,-5 1 109,8-4 1,-5 0-99,6 0 1,-4 3 110,0 1 1,0 0 28,-1-4 0,1 0-133,0 0 1,-1 1 11,1 2 0,-4-2 49,0 3-216,5-3 87,5-1 0,1 0-128,-1 0-1,-4 0 51,2 0 1,-4-3-124,0-1 1,0 1 270,-1 3 1,1-2-55,0-1 1,-4 2 5,0-3 0,0 3-41,4 1 1,-4 0 24,0 0-47,0-5 34,4 4-34,-1-4-233,1 5-189,0 0-215,-1 0-583,-4 0 780,4 0 452,-9 0 0,-15 5 0,-10 1 0</inkml:trace>
  <inkml:trace contextRef="#ctx0" brushRef="#br0" timeOffset="172">16326 11377 7923,'-16'0'408,"5"-4"160,-4 1 1,-1-1-162,-2 4 1,1 0-127,0 0 1,2 0-174,-2 0 1,-1 5 5,-3 2 0,4 2-90,3 2 0,3 0 7,4-1 1,-1-3-184,4 1 1,1-1 93,3 3 0,4 1-74,3 0 0,3-4 28,1 0 0,0 0 57,4 4 1,-2-4 99,4 0 1,-2 0 19,2 4 1,-4-1-6,2 1 1,-3-4 2,-2 0 0,1 0 110,0 4 0,-1 0-71,1-1 0,-5 2 17,-3 2 0,-1-2-3,-2 2 0,-2-1 83,-1 2 0,-4-7-120,-8 3 0,0-3-26,-3 3 1,-2-4-5,2 0 1,-2-5-129,-1 2 1,0-4-249,-1-4 1,2-2-203,2-4 0,3-2-1197,4-3 1718,1 4 0,18-38 0,5-3 0</inkml:trace>
  <inkml:trace contextRef="#ctx0" brushRef="#br0" timeOffset="173">16390 11217 7943,'5'-10'897,"2"3"0,2-1-191,2 4 0,3 0-422,0 0 0,5 3-338,-1-3 0,-1 3 52,0 1 0,0 1-233,1 3 1,-4-2 235,-7 5 0,-2 0 104,-5 4 0,0 3 90,0 1 1,-5 2-134,-2-2 1,-6 3 279,-1 0 1,-4-1-15,4 1 0,-4-4-114,4 4 1,-1-5-74,5 1 0,-1 1-178,0-1 0,6 1-139,1-5-306,3 1 0,1 0 359,0-1 0,6-3 34,4 1 1,6-6 88,5 1 0,34-6 0,-24 0 0,0 0 0</inkml:trace>
  <inkml:trace contextRef="#ctx0" brushRef="#br0" timeOffset="174">16827 11195 8287,'-11'5'414,"1"-4"148,-1 3 0,2 3-29,1 4 0,-1 2 117,2 8 0,-3 3-216,0 8 0,-1 4-13,0 4 0,1 2-435,-1 4 0,5-2-51,3 2 0,1-3-902,2-4 1,2 1 268,1-4 1,3-5 697,5-6 0,9-8 0,2-1 0</inkml:trace>
  <inkml:trace contextRef="#ctx0" brushRef="#br0" timeOffset="175">17051 11409 7929,'-11'-5'818,"-4"-1"199,3 0 0,-3 0-472,4 3 0,4 1 24,0-1 1,4 3-285,0 3 0,0 0-54,0 4 1,2 0-194,-3 4 1,3-1 63,1 1 1,4 0-140,-1-1 1,5 5-8,-1-1 0,3 0-97,1-3 1,0-4 30,4 0 1,-2 0-74,5 4 0,-2-4 45,2 0 1,1-5-78,-5 2 1,1-2-90,0 2 264,-3-3 1,3 7 220,-4-4 1,-5 0 58,-3 0 1,-2-2 87,-1 5 1,-6-1-105,-4 2 0,-2 1 51,-6-2 1,0 1-240,-3 0 1,0 1-188,-1-2 0,1-1-750,0 1 1,-1-5 276,1 2 1,3-3-741,0-1 1364,5 0 0,22-23 0,10-7 0</inkml:trace>
  <inkml:trace contextRef="#ctx0" brushRef="#br0" timeOffset="176">17222 11462 7916,'5'0'1284,"0"0"-850,-5 0 0,5 0-111,2 0 0,-1 0-35,1 0 1,4 0-28,3 0 1,5 0-702,-1 0 1,2 0 356,1 0 0,-1 0-1861,-2 0 1944,2 0 0,2 0 0,5 0 0</inkml:trace>
  <inkml:trace contextRef="#ctx0" brushRef="#br0" timeOffset="177">17350 11398 7910,'-5'6'368,"-1"3"1,0-6 98,2 4 0,0 0 330,0 4 0,1 1-456,3 2 1,0 2-176,0 6 0,0 0-509,0 3 0,0-1-1737,0 4 2080,4-4 0,7 7 0,6-4 0</inkml:trace>
  <inkml:trace contextRef="#ctx0" brushRef="#br0" timeOffset="178">17531 11558 7882,'0'6'876,"-1"-1"1284,-3-5-976,3 0 46,-4 0-556,5 0-446,5 0 1,1-2-822,4-1 0,5-3 273,-1-5 1,4 1 83,-4-1 1,5 0-39,-1 1 0,-3-2-486,-1-2 1,2 1 220,-2-5 0,0 5 84,-3-1 1,-2 2 657,-2 1 1,2 0 137,-6 1 301,1 4-304,-4 1-74,0 5 0,0 5 11,0 2 1,0 2 103,0 2 0,0 3-187,0 0 0,1 5-183,2-1 1,-1 1-269,1-1 1,0 2 149,0-2 0,0-2-668,4 2 0,-5 0 68,2 3 709,1 1 0,6-1 0,6 0 0</inkml:trace>
  <inkml:trace contextRef="#ctx0" brushRef="#br0" timeOffset="179">17893 11185 7882,'5'10'-130,"1"1"1,5 0 531,-1-1 1,5 5 596,-1-1 0,0 1-400,-3-1 1,-1 3 116,1 4 0,0 5-262,-1 3 0,-3-2-37,1 2 1,-6 0-236,1 7 1,-3 2-218,-3 4 0,-7 1-1102,-4 0 1,-5 3-543,1 0 1679,-2 10 0,4-27 0,-3 1 0,-1 5 0,1 0 0</inkml:trace>
  <inkml:trace contextRef="#ctx0" brushRef="#br0" timeOffset="180">18235 10769 8775,'-6'-1'1481,"2"-3"0,4 3-1190,4-3 1,2 3-135,4 1 1,6-1-172,1-2 1,5 1-879,3-1 1,-2 2 274,6 1 617,-1 4 0,-1 7 0,2 3 0,2 3 0,-1 1 0</inkml:trace>
  <inkml:trace contextRef="#ctx0" brushRef="#br0" timeOffset="181">18277 10918 9666,'11'0'128,"0"0"0,0 0-1237,4 0 1109,1 0 0,43-5 0,-24 3 0,-1-1 0</inkml:trace>
  <inkml:trace contextRef="#ctx0" brushRef="#br0" timeOffset="182">19482 10673 7960,'-6'5'3251,"2"-4"-2298,4 4-508,0-5 0,5 0 136,6 0 1,1-2-465,6-1 0,0-3-371,3-5 1,4-3-96,0 0 0,1-5-451,-1 1 1,-3-1 432,3 1 0,-4-2-197,-3 3 1,-3-2 316,-4 1 1,-4 2 188,0 6 0,-4-1 711,0 0-420,-2 1 1,-2 4 71,-2 2 1,2 4 63,-3 4 1,-1 2 207,2 4 0,-1 2-164,4 2 0,0 0 49,0 3 0,0 1-339,0 3 0,0 1-358,0-1 1,1 4-1002,3 0 1,1 0 252,2-4 983,2 5 0,2 20 0,5 10 0</inkml:trace>
  <inkml:trace contextRef="#ctx0" brushRef="#br0" timeOffset="183">19056 10982 7960,'6'5'-126,"-2"-3"81,-4 5 0,2-4 282,1 0 1,-1 2 170,6-1 0,-5-1 24,4-3 0,1 0 116,7 0 1,-2 0-159,5 0 0,4 0 36,6 0 0,3 0-162,1 0 1,5-1-43,2-3 1,3 3-132,0-2 0,4-2-37,1 1 1,-1 1-107,-4 3 1,-1-4-37,1 1 1,-6-1-361,3 4 0,-1 0 62,-2 0 0,0 0-302,0 0 1,-3 0-394,3 0 1,-3-3 450,-1-1 0,-4 1-314,1 3 944,-10 0 0,-4 4 0,-10 2 0</inkml:trace>
  <inkml:trace contextRef="#ctx0" brushRef="#br0" timeOffset="184">19184 11323 7934,'-17'0'0,"-3"0"0,2 0 0,2 0 329,-2 0 1,0 4 508,-3-1 0,1 2-358,2-1 0,1-2-169,3 5 0,3-3 13,1 3 0,4 0-37,6 4-319,0-1 0,1 5 69,2-1 0,7-1-132,4-6 1,5 2-47,-1-1 1,3 1-178,4 2 0,-2-2-104,1-2 1,-5 3 182,-1-3 0,-1 1 23,1-1 1,-3 3 166,-4-3 1,-1 1 100,1-1 0,-5 6 25,-3-2 0,-3 0 245,-3-1 1,-4-4-53,-7 8 0,0-4 19,-3 4 0,-1-6-62,-3-1 1,-2-3-60,-2 3 1,3-5-265,-3 2 1,6-3-2,1-1 1,2-1-16,-2-3 0,2 0-202,6-3 0,0-3-343,3 3 0,2-6-518,5-1 0,2 0 1175,1 3 0,46-23 0,-17 13 0,0 1 0</inkml:trace>
  <inkml:trace contextRef="#ctx0" brushRef="#br0" timeOffset="185">19386 11441 7934,'7'0'817,"0"0"0,1-4-358,2 1 1,2-2-116,2 1 0,3 3-317,4-2 0,1 0-194,-1 0 0,4 1-252,0-1 1,-1 2-26,-2 1 0,-2 0 444,-2 0 0,-3 9 0,-4 3 0</inkml:trace>
  <inkml:trace contextRef="#ctx0" brushRef="#br0" timeOffset="186">19536 11355 7934,'-11'6'400,"5"0"147,2-2 0,0-2-315,0 5 1,-1 0 0,2 4 1,2 0-182,-3-1 1,3 5-224,1-1 1,0 5-416,0-2 0,0 4 586,0 0 0,14 24 0,4 6 0</inkml:trace>
  <inkml:trace contextRef="#ctx0" brushRef="#br0" timeOffset="187">19791 11462 10986,'0'6'2067,"2"-1"-2046,1-5 1,4 0-40,7 0 1,0-2-357,3-1 0,1-3 82,3-5 0,-3-3-225,0 0 1,0-2 346,3 2 0,-3 2-344,0-2 0,-5-1 256,1 1 0,-4-1-23,-2 5 1444,1 4-33,-8 1-100,9 5 0,-9 5-277,2 2 0,-1 6 260,-2 1 1,0 5-506,0-1 0,0 3 9,0 4 0,0-1-350,0 4 1,0 1-453,0 3 0,0-4-525,0 0 0,1 0-330,2 0 0,-1 2 1140,1-5 0,8-29 0,1-10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3:09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21608,'0'8'131,"0"1"1,0-5-210,0 5 1,0 0 2,0 4 1,0-3 46,0 3 0,0-3-27,0 7 0,0-2 48,0-2 1,0 4-13,0 0 1,0 6 15,0-1 1,0-2 13,0 2 1,0-1-10,0 5 0,0-3 3,0 3 0,0-7-7,0 7 1,0-5-17,0 1 0,0 3-3,0-4 0,0-1-30,0 2 1,0-5-9,0 5 0,0-5 33,0 5 1,0-6-8,0 1 1,0-1 15,0 1 1,0-1-14,0 6 0,0-7 59,0 3 0,0-2-28,0 1 0,0-3 7,0 4 1,0 0-12,0 0 0,0 0 1,0 0 1,0-4-35,0 3 1,0 2-7,0-2 0,0 1 0,0-5 0,0 4 25,0 0 1,0 0-7,0-4 0,0 5 9,0-1 1,0 2 6,0-2 0,0-3 4,0 4 1,0-4 3,0-1 1,0 4-10,0 1 1,0-1 4,0-4 0,0 0-107,0 0 1,0 4 69,0 0 1,0 1-8,0-5 1,0 0 9,0 0 0,0 0-5,0 0 0,0 0 43,0 0 1,0 0-3,0 0 1,0-1 33,0 1 1,0 2 15,0 2 0,0-2-16,0 2 1,0-3-48,0-1 0,0 0 4,0 0 1,0 4 13,0 1 1,0-1-3,0-4 1,0 0 5,0 0 0,0 0-4,0 0 1,0 4 40,0 0 1,0 1 5,0-5 0,0 0-14,0 0 0,0 0-22,0 0 1,0 0-23,0 0 19,0 0 1,0 4-3,0 0 1,0 0-21,0-4 0,0 0-10,0 0 1,0 0-7,0 0 1,0 0-11,0 0 1,0 5 25,0-1 1,0 0 48,0-4 0,0 0 5,0 0 0,0 0-40,0 0 1,0 0 3,0 0 1,0 0 3,0 0 1,0 0 3,0 0 1,0 0-6,0 0-10,0 0 1,0 0-46,0 0 1,0 0-8,0 0 19,0 0 1,0-1-33,0 1 1,0 0-4,0 0 1,0 0 28,0 0 1,0 5-7,0-1 0,0 0 26,0-4 0,0 0-3,0 0 1,0-3 19,0 3 1,0-7 25,0 7 14,0-3 1,0 3-22,0 0 13,0 0 4,0 0-23,0 0 0,0 0-10,0 0 0,0-5 0,0 1 0,0-5-2,0 5 0,0-5 4,0 5 0,0-5-98,0 5 63,0 0 0,0 4-6,0 0 1,0-5-5,0 1-9,0 0 48,0 3 1,0 1-1,0 0 0,0-4 54,0 0-17,0-1 0,0 5-25,0 0 0,0-4-59,0 0 0,0-1-1,0 5 1,0-4-6,0 0 0,0-1-14,0 5 0,0-4 58,0-1 1,0 1-10,0 4 1,0-4 34,0-1 1,0 1 103,0 4 1,0-4 142,0-1-252,0 1 1,0 4 19,0 0 0,0-5-42,0 1 1,0-5-8,0 5 1,0-5 47,0 5 1,0-5 20,0 5-449,0-6 102,0 8 355,0-3 0,0 5-47,0 0 1,0-5 203,0 1-200,0-6 1,0 8 51,0-2-57,0-3 0,0 5 28,0-2 0,0-2-148,0 2 1,0-5-99,0 5 44,0-6 146,0 8 1,0-8-3,0 6 1,0-5 8,0 5 16,0-7 26,0 10 241,0-5-212,0 6 1,0-4-32,0-1 0,0-3-223,0 3 167,0-5 4,0 9 1,0-9-44,0 5-18,0-5 49,0 9-6,0-11 67,0 11 1,0-9 58,0 5 83,0-5-134,0 9-12,0-11 1,0 6 2,0-2-6,0-4-19,0 11-10,0-11 16,0 11-15,0-11-8,0 11 0,0-10 14,0 7 1,0-5-4,0 5 5,0-6 0,0 8 0,0-2 1,0-2-29,0 2 0,0-5-3,0 5 0,0-5 27,0 5 1,0-5-47,0 5-17,0 0 90,0 4 0,0-1 2,0 1 0,0-4 17,0 0 1,0-5 11,0 5 1,0-1-29,0 5 0,0-4 13,0 0 0,0-1-47,0 5 1,0 0-3,0 0 1,0 0-5,0 0 1,0 0 17,0 0 1,0-4-8,0-1 1,0 1 0,0 4 1,0 0-15,0 0 23,0 0 0,0 0 13,0 0-11,0 0 0,0 0-7,0 0 0,0-5 3,0 1 3,0 0-4,0 4 1,0 0 7,0 0 1,0 0-3,0 0 1,0-1-29,0 1 0,0-2-28,0 2 14,0-3 0,0 8 55,0-5 1,0 0-1,0 0 1,0 0-3,0 0-7,0 0 1,0 0-10,0 0-1,0 0 1,0 0 3,0 0 0,0-4-6,0-1 1,0-3-114,0 3 118,0 1 1,0 4-11,0 0 0,0 0-26,0 0 0,0-5 4,0 1 0,0 0 87,0 4-19,0 0 0,0 0-17,0 0-7,0 0 0,0 0-11,0 0 1,0-1-65,0 1 1,0-4-12,0 0 0,0-1 34,0 5 1,0 0-11,0 0 1,0 0 19,0 0 0,0 0-1,0 0 0,0 4 49,0 1 1,0-1 123,0-4 0,0 0-52,0 0 1,0 0-77,0 0 0,0 4 10,0 1 0,0-1-38,0-4 0,0 0-3,0 0 1,0 4 8,0 0 0,0 1-13,0-5 0,0 0 6,0-1 0,0 6-15,0-1 0,0 5-78,0-5 0,0 2 90,0-2 0,0 2 63,0 2 0,0 0-1,0-4 1,0-3 7,0 4 0,0 0-52,0 0 0,0-1 17,0-4-18,0 6 0,0-1 2,0 4 1,0-8-6,0-5 1,0 0 2,0 4-62,0 0 0,0 0 52,0-1 0,0 1-8,0 0 1,0 0 9,0 0 0,0 0 4,0 0 0,0 0 33,0 0 1,0 0 45,0 0-73,0 0 0,0 2-39,0 2 1,0-3-7,0 4 0,0-4 39,0-1 0,0 0-3,0 0 0,0 4 12,0 0 0,0-4-1,0-4 1,0 0-21,0 4 10,0 0 0,0 0 10,0 0 1,0-5-7,0 1 0,0-5 1,0 5 0,0-5-5,0 5 1,0-5-3,0 5-1,0-1 3,0 5 1,0 0-20,0 0 8,0 0 1,0 0-12,0 0 1,0 0 49,0 0 0,0 0 3,0 0 0,0 0 17,0 0 0,0 2 10,0 2 0,0-3-79,0 4 1,0-4-1,0-1 0,0 0 21,0 0 0,0 0-5,0 0 0,0 0-30,0 0 1,0 0-19,0 0 0,0 0-6,0 0 1,0 0 76,0 0 1,0 0 6,0-1 0,0 1 8,0 0 0,0 0 14,0 0 1,0 2 14,0 2 0,0-3 11,0 4 1,0-8-51,0-2 0,0 1 13,0 4 1,0 0-3,0 0 1,0 0 40,0 0 0,0-4 0,0-1 0,0 1-13,0 4 1,0-4 8,0-1 1,0 1-70,0 4 0,0-5-8,0 1 0,0 0 29,0 4 0,0-5-4,0 1 1,0 0-9,0 4 0,0-5-28,0 1-1,0 0 1,0 4 12,0 0 1,0-5-3,0 1 1,0-5 22,0 5 1,0-5 13,0 5-27,0-1 0,0 5 3,0 0 0,0-4-13,0 0 1,0-5 11,0 5 0,0-1 0,0 5 1,0-4 24,0-1 1,0-3 0,0 3 0,0 1 4,0 4 1,0-4 3,0-1 0,0 1-6,0 4 1,0-4 6,0-1 0,0 1-57,0 4 0,0-4 30,0-1 1,0 1-1,0 4 0,0-5 24,0 1-24,0 0 0,0 4 3,0 0 1,0 0 8,0 0 0,0 4 50,0 0 0,0 1-74,0-6 1,0 6-1,0-1 1,0 0-11,0-4 1,0 0-7,0 0 0,0 0 19,0 0 0,0 0-5,0 0 0,0 0 58,0 0 1,0 0 126,0 0 0,0 0-58,0 0 1,0 0-86,0 0 0,0 0 6,0 0 0,0-5-50,0 1 1,0 0-17,0 4 0,0-5 15,0 1 1,0-5-35,0 5 36,0 0 1,0 4-13,0 0 1,0-5 82,0 1-72,0 0 103,0 4 0,0-1-78,0 1 1,0-4 2,0 0 0,0-1 34,0 5 1,0-4 1,0 0 1,0-1-27,0 5 1,0-4 36,0 0-70,0-1 1,0 5-11,0 0-1,0 0 1,0 0 17,0 0 1,0 0-8,0 0 1,0-4 15,0-1-11,0 1-33,0 10 0,0-5 2,0 3 1,0-2-9,0-2 1,0 4 31,0 0 0,0-4-4,0-4 1,0 0 11,0 4-5,0 5 35,0 2 1,0 1 8,0-4 1,0-3-56,0-1 1,0 0 5,0 0 0,0 0-36,0 0 1,0 0-27,0 0 25,0 0 0,0 0 29,0 0 1,0 0-9,0 0 1,0 0 11,0 0 1,0-4-3,0-1 1,0 1 28,0 4 1,0 0-31,0 0 0,0 0-2,0 0 0,0 0 6,0 0 1,0 0 15,0 0 0,0 0-2,0 0 1,0 0-2,0-1 1,0 3 40,0 2 0,0-2 8,0 2 0,0-3 83,0-1 0,0 0-111,0 0 0,0 0-39,0 0 1,0-4-8,0-1 1,0 1-10,0 4 0,0 0 12,0 0 1,0 0-14,0 0 1,0 0 20,0 0 0,0 1-8,0 4 0,0-7 15,0 6 14,0-5 1,0 11 24,0-6 1,0 1 29,0-5 0,0 0 11,0-1 0,0 1-79,0 0-3,0 0 0,0 0 0,0 0 1,0 0-8,0 0 1,0 0 13,0 0 0,0 0-5,0 0 1,0 0-25,0 0 0,0 0-4,0 0 1,0 0-7,0 0 0,0 4 22,0 1 1,0-1 1,0-4 0,0 4-23,0 0 0,0 2-5,0-2 1,0-1 86,0 6 0,0-6-62,0 1 0,0-3 59,0-1 0,0 0-50,0 0 1,0 0 27,0 0 1,0 0-31,0 0 0,0 0 3,0 0 0,0 0-29,0 0 1,0 0-85,0 0 0,0 4 50,0 1 0,0 0-22,0 0 1,0-2 164,0 5 1,0-5-71,0 1 0,0-2 20,0-2 1,0 0 14,0 0 0,0 0 20,0 0 0,0 0-48,0-1 1,0-3 10,0 0 1,0-1-19,0 5 0,0-4-3,0 0 1,0-1-57,0 5 48,0 0 1,0 0-4,0 0 1,0 0 21,0 0 0,0 0 12,0 0 45,0 0-31,0 6 1,0-5 26,0 4 1,0-4-44,0-1 0,0 0-67,0 0 1,0-5 4,0 1 1,0 0-10,0 4 1,0 0 43,0 0 1,0-5-10,0 1 0,0 0 62,0 4 1,0 0 4,0 0 1,0-1-43,0 1 0,0 0-6,0 0 1,0 0-7,0 0 1,0 0 2,0 0 1,0 0-4,0 0 1,0 0 21,0 0 0,0-4-5,0-1 0,0 1-17,0 4 0,0 0 1,0 0 1,0 0 138,0 0-125,0 0 0,0 0-26,0 0 1,0 0-24,0 0 0,0 0-7,0 0 1,0 0-12,0 0 17,0 0 0,0 4 21,0 0 1,0 1 0,0-5 0,0-1 5,0 1 1,0 2-18,0 2 1,0-2 120,0 2 1,0-1-67,0 1 0,0-3 14,0 4 0,0-2-34,0 1 1,0-3 4,0 4 1,0-4 13,0-1 1,0 0-2,0 0 1,0 0-58,0 0 0,0 0 46,0 0 1,0 0-89,0 0 0,0-5 23,0 1 0,0 0-10,0 4 0,0 0 45,0 0 1,0 0-7,0-1 0,0 6 43,0-1 1,0 2 3,0-2 1,0-3 45,0 4 0,0-4-73,0-1 0,0 4 274,0 1-248,0-1 1,0-4 56,0 0-117,0 0 15,0 0 0,0 0-11,0 0 0,0-4-295,0-1 251,0 1 1,0 4 49,0 0 0,0 0 49,0 0 1,0-5-2,0 1 0,0 1 6,0 7 1,0-2-37,0 2 1,0-3 11,0-1 1,0 0 17,0 0 0,0 0-12,0 0 1,0 0-11,0 0 0,0 0-8,0 0 0,0 0 95,0 0-94,0 6 0,0 0 1,0 2 0,0-2 4,0-6 1,0 0 2,0 0 0,0 1-5,0 4 0,0-4-5,0 3 1,0-1-54,0 1 0,0-1-11,0 6 0,0-5-13,0 5 1,0-2 70,0 2 0,0 4 0,0-1 0,0 1 7,0 5 1,0-4 3,0-1 0,0 6 0,0 2 0,0-2 9,0-2 0,0 2 185,0-2 0,0 0-51,0-4 1,0 0 8,0 0 1,0-6-83,0-2 1,0-4-13,0-1-34,0 0 1,0 0-109,0 0 0,0-4 90,0-1 0,0-3-220,0 3 165,0 1 0,0 4 38,0 0 1,0 0 12,0 0 1,0 0 18,0 0 0,0 0 16,0 0 0,0 0 42,0 0-24,0 0 1,0 0-45,0 0 8,0 0-14,0 0-15,0-1-33,0 1 0,0 0 2,0 0 1,0-4-63,0 0 92,0-1 0,0 5-6,0 0 1,0 0 35,0 0 0,0 0 4,0 0 0,0 0-22,0 0 1,0 0 8,0 0 0,0 0-42,0 0 1,0 0 9,0 0 1,0 0-22,0 0 18,0 0 0,0 0-46,0 0 65,0 0 0,0 0-15,0 0 36,0 0 1,0 0-32,0 0 1,0-5-20,0 1 0,0 0 23,0 3 0,0-3 28,0 0 0,0-1-20,0 5 1,0-4-2,0 0 0,0-1 4,0 5 0,0-4 3,0 0 0,0-5 16,0 5-73,0-1 0,0 5-9,0 0 1,0 0-9,0 0 0,0-4 56,0-1 1,0-3-33,0 3 39,0 1 1,0 4 4,0 0 1,0-4 62,0-1-81,0 1 0,0 4 55,0 0 0,0-5-50,0 1-1,0 0 7,0 4 1,0 0-9,0 0 1,0-5-13,0 1 12,0 0 1,0 4 13,0 0 0,0-5 2,0 1 1,0-1 27,0 5-33,0 0 0,0 0 3,0 0 0,0 0-27,0 0 1,0-4-6,0 0 0,0-1 3,0 5 11,0 0 0,0 0 21,0 0 0,0 0-18,0 0 1,0-4 1,0-1 0,0 1 26,0 4 0,0 0 7,0 0 0,0 0 22,0 0 1,0 0 7,0 0 0,0-5-41,0 1 0,0 0 5,0 4 1,0-5-17,0 1 1,0 0 29,0 4-24,0 0 1,0 0 16,0 0 0,0-1-4,0 1 1,0 0 22,0 0 0,0-4 4,0 0 0,0-1-37,0 5 0,0 0 5,0 0 1,0-4-14,0 0-1,0-1 1,0 5-92,0 0 0,0-4 35,0-1 0,0 1-15,0 4 0,0-4-22,0-1 0,0 1-445,0 4 344,0 0 1,0 0-620,0 0 819,0-6 0,0-82 0,0 25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18.8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26 7959,'-13'0'0,"0"0"3348,0 0-1352,6 0-809,1 0-938,18-6 1,2 5-244,12-4 1,-4 3 5,0-3 1,-1 4-193,5-3 0,-4 2 195,-1 2 0,-5 0 7,2 0 4,-4 6 0,-3 1 122,-2 6 1,-3 6 281,-6 2 1,-2 1-164,-2 4 1,-7-2 204,-7 11 1,-3-2-174,3 2 1,-3 1-58,3-6 0,-3 0-47,4-4 1,-1 4-28,5 1 0,6-5 6,3-5 1,2-5-111,2 1 0,0-2-625,0-2 1,8-2-113,5-2 0,-1 1-472,6-6 0,2 1 222,2-5-1,-2 0-461,1 0 0,0-5 1385,0 1 0,15-23 0,-1-2 0</inkml:trace>
  <inkml:trace contextRef="#ctx0" brushRef="#br0" timeOffset="267">27 234 7959,'-9'0'3673,"0"0"-2363,6 0-644,-2 0 0,12 0-360,6 0 1,1 0-313,8 0 0,4 0-1097,4 0 0,6 0 396,-1 0 707,2-6 0,54-13 0,-39 5 0,0 1 0</inkml:trace>
  <inkml:trace contextRef="#ctx0" brushRef="#br0" timeOffset="626">455 272 7959,'-6'8'0,"3"-1"2663,-6-3-1877,6-2 1,-1 3-341,8-5 1,4 0-331,5 0 1,5 0-272,4 0 1,-2-5-79,2-4 1,-1-3-309,5-1 1,-4 0 292,-1 1 0,-5-1 118,2 0 0,-4 0 148,-1 0 0,-2 4-6,-2 0 1,-3 1 196,-6-5 1,0 4-163,0 0 0,-2 5 132,-2-5 1,-7 7-161,-7-3 1,-5 4 22,2 1 0,-4 1 186,-1 4 1,0 6 193,0 6 0,5 6 660,-1-1 0,5 3-383,-5 1 0,11 1-135,-2 3 1,8-1-209,1 6 0,4-5-69,4 4 1,5-5-390,8 2 0,5-10-392,8-4 0,3-6-229,6-3 0,0-5-981,0 1 1,0-8 1703,0-5 0,34-54 0,-32 24 0,1 0 0</inkml:trace>
  <inkml:trace contextRef="#ctx0" brushRef="#br0" timeOffset="892">999 415 7926,'-1'9'821,"-4"-1"1,3-5-284,-7 2 1,6-3 644,-1 3-785,-3-4 0,4 5 426,-6-6-477,6-6 0,-7-1-86,6-6 1,-1-4 86,5-1 1,0-3-272,0 4 1,2-6-178,2 1 0,-1 2-230,6-2 0,-1 2-602,5-2 0,2 4 13,2 5 1,-1 0 918,5 0 0,30 11 0,11 4 0</inkml:trace>
  <inkml:trace contextRef="#ctx0" brushRef="#br0" timeOffset="1251">1414 117 7863,'-13'0'1267,"0"0"0,0 0-611,0 0 1,0 0 148,0 0 0,0 0-261,1 0 1,-1 6-3,0 2 1,-5-1 78,1 2 1,0 4-222,4 4 1,1 6 173,4-1 0,-3 2-148,7 2 1,0 0-110,4 0 1,0 0-219,0 0 1,6-4-202,2-1 0,4-6-170,1-2 0,5-2-386,4-6 0,-2-1-910,2-4 0,-1-1 724,5-4 1,-1-2-375,-3-6 0,1-1 551,-6-4 1,5 2 197,-5-5 0,0 4 232,-4-5 0,-6 6 137,-2-1 1,-4-2 79,-1 2 0,0 4 257,0 4 1,-10 1 152,-3-5 0,-7 5-289,3 4 0,-8-2 197,-1 2 1,0 0-68,-4 4 1,4 0-568,4 0 0,2 1 43,3 3 0,7-2-391,-3 2 684,8 3 0,29 6 0,12 7 0</inkml:trace>
  <inkml:trace contextRef="#ctx0" brushRef="#br0" timeOffset="1642">1790 117 7859,'-7'0'1033,"-4"0"1,3 0-339,-5 0 0,5 0 181,-1 0 0,1 0-434,-5 0 1,0 0 357,0 0-700,0 0 0,0 6 76,0 2 1,4-1-290,0 2 0,7 0 80,-3 4 1,4 0-16,1 0 0,0 1 177,0 3 0,6-4-149,2 0 0,4 0-172,1-4 1,1-2 19,3 2 1,-1-2-296,6 2 0,-5-2 44,5-3 1,-6-1 17,1 6 0,-3-1-8,-1 5 1,-1-4-42,-4 0 0,3 4 182,-7 4 0,0 2 227,-4-2 0,-6-3 86,-2 4 0,-5-3 323,-4 3 1,1-8 21,-6 3 0,0-5 345,-3 1 0,0-3-414,3-6 0,-1 0-37,6 0 1,-5 0-426,5 0 0,0-5-360,4 1 0,6-6-502,2 1 0,4-2 1007,1-2 0,40-40 0,11-11 0</inkml:trace>
  <inkml:trace contextRef="#ctx0" brushRef="#br0" timeOffset="1841">2205 156 7859,'-8'7'2546,"-1"-3"-3421,6-2 875,-3 3 0,30 14 0,4 9 0</inkml:trace>
  <inkml:trace contextRef="#ctx0" brushRef="#br0" timeOffset="1974">2244 376 7837,'-5'13'0,"-3"-4"0,-5-1 0,5-5 2109,-1 2-2109,6-4 0,9-12 0,8-4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23.7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52 130 7975,'-13'6'1781,"4"-5"-467,1 4-191,-1-4-285,2-1-315,1 0 0,8 0-284,2 0 0,5 4-43,8 1 1,-1-1-131,5-4 1,-3 0-229,3 0 1,-1 0-99,2 0 0,1 0 213,-6 0 1,1 0-69,-5 0 0,0 2 174,0 2 0,-5-1 144,1 5 0,-6-3-15,1 3 1,-3 1 334,-1 4 1,-5 6-81,-4 2 1,-2 4-87,-2 1 0,-2 0-360,-2 0 0,2 0 54,-2-1 1,3 0 81,1-3 1,4 1-10,0-6 0,5 5-40,-4-5 0,5 4-169,-2-3 0,5-1-159,5-4 1,2 0-804,6 0 1,0-4 513,0-1 0,5-5-1114,4 1 0,-2 2 1647,2-1 0,23-30 0,9-11 0</inkml:trace>
  <inkml:trace contextRef="#ctx0" brushRef="#br0" timeOffset="277">13 415 13182,'13'0'769,"1"0"-819,4 0 1,3 0-412,10 0 0,-3-1 466,7-3-5,-6 2 0,60-21 0,-40 12 0,0 1 0</inkml:trace>
  <inkml:trace contextRef="#ctx0" brushRef="#br0" timeOffset="619">493 662 7955,'-13'13'0,"0"0"0,4-5 2670,1 1-845,5-6-1435,-3 9 1,8-11-302,2 3 1,3-2-186,6-2 0,0-2 41,0-2 1,0-3-254,0-6 0,1 0 221,4 0 1,-4 0-10,3 0 0,-2-1-316,-2-4 1,0 4 173,0-3 0,-2 2 105,-2 2 1,2 0 190,-2 0 433,-3 0 202,5 0 606,-9 6-895,3 1 0,-5 13 142,0 6 0,0 2 12,0 6 0,0 1-139,0 4 1,0-3-738,0 3 1,0-7 262,0 7 1,2-5-2780,2 1 2834,-2 2 0,26 8 0,1 8 0</inkml:trace>
  <inkml:trace contextRef="#ctx0" brushRef="#br0" timeOffset="886">973 312 13756,'21'0'-1,"1"0"0,-5 0-891,5 0 1,0 0-1781,4 0 2672,-1 0 0,30 5 0,7 3 0</inkml:trace>
  <inkml:trace contextRef="#ctx0" brushRef="#br0" timeOffset="1169">1038 480 7884,'-13'0'3386,"0"0"-2037,0 0-429,6 0-613,1 0 0,7 0-124,4 0 0,3 0-173,10 0 0,-3 0-230,7 0 1,-2 0-148,2 0 0,2 0-391,-2 0 1,-2 0 757,2 0 0,22 0 0,11 0 0</inkml:trace>
  <inkml:trace contextRef="#ctx0" brushRef="#br0" timeOffset="1741">1582 299 7876,'-7'0'889,"-4"0"1,8 4 292,-6 0 350,6 1-526,-2-5-507,5 0 0,7 0-249,6 0 0,0-5-36,4 1 0,3 0-407,2 4 0,1 0-183,-2 0 0,4 0-488,-3 0 1,2 0 863,2 0 0,29 11 0,7 4 0</inkml:trace>
  <inkml:trace contextRef="#ctx0" brushRef="#br0" timeOffset="2308">2088 26 10378,'-7'-5'1386,"3"3"-545,8-2 1,3 2-364,6 2 1,2-4-258,2 0 1,-1-1-117,5 5 1,0 0-185,0 0 1,2 0 152,-5 0 0,3 5-45,-4-1 1,1 5-338,-5-5 1,-6 6 132,-3-1 0,2 2 27,-2 2 0,-1 0 96,-7 0 1,-5 5 225,-8-1 0,1 4-138,-6-3 0,5 3 104,-4-3 1,5-1-68,-2-4 0,5 0 10,5 0 1,-2 0-66,5 0 1,1 0 111,4 0 1,0-5-4,0 1 0,6-5-64,2 5 1,5-2-4,5 2 0,-2 1-53,5-6 1,-4 6-124,5-1 0,-2-2 56,2 2 0,1-2-184,-6 2 0,1 2 259,-5-2 0,-2-2 196,-2 2 1,1-1 332,-6 5 0,-1 0-3,-7 0 1,-4 0 329,-5 0 0,-1-4-378,-3-1 0,-3 1 14,-6 4 1,0-4-471,0-1 0,0-5-334,0 2 0,-1-4-1790,-4-1 1,4 0 426,-3 0 1660,2 0 0,2-17 0,0-5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30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40 364 7959,'-12'9'1395,"3"-1"0,-1-3-828,6 3 1,0 1 17,4 4 0,0 6-190,0 2 0,0 5 11,0 4 1,0 5-254,0 8 0,4-2 9,0 2 0,5-3-101,-5-1 1,5-4 27,-5-1 0,2-6-148,-2-2 1,-2-6 188,2-7-404,-3-6 107,-1-1 1,0-8-96,0-2 0,0-9-55,0-9 1,0-2-87,0-2 1,0-4-258,0-1 1,0-9 239,0 1 0,0 2 74,0 2 1,0 0 190,0-4 1,0 1 220,0-1 0,5 4-165,-1 1 0,2 5 80,-2-2 1,2 5 269,3 5 1,2 2-115,-2 6 0,2 2 140,2 2 0,0-1-94,0 6 0,2-1-9,2 5 0,-3 2-153,4 2 0,-4-1-22,-1 6 1,-1-1 73,-4 5 1,2 0-7,-5 0 1,-1 2 135,-4 2 0,0-1-107,0 5 0,-6-3 134,-2 3 0,-4-1-165,-1 2 1,0 1-199,0-6 1,0 1 56,0-5 1,-4 0-292,0 0 0,-1-2-546,5-2 46,-5-4 0,3-5 867,-2 0 0,31-46 0,9-11 0</inkml:trace>
  <inkml:trace contextRef="#ctx0" brushRef="#br0" timeOffset="349">493 299 7948,'-20'7'-19,"2"5"0,5-9 1166,0 5 1,0 1-180,0 4 1,4 0 33,0 0 0,6 4-482,-1 0 1,3 2 36,1-1 1,0-3-267,0 7 0,5-6-79,4 1 0,3-4-72,1-4 0,1 1-144,3-6 0,-1 5-515,6-5 0,-5 0 442,5-4 1,-5-4-873,5 0 1,-7-6 213,3 1 0,1-2 44,-2-2 0,-4-2 336,-5-2 0,0 2 144,0-2 0,-2 1 105,-6-1 0,0 3 193,0-4 1,-6 4 122,-2 1 0,-4 0-171,-1 0 1,-1 0-83,-4 0 1,4 6-152,-3 3 0,-2-2-294,2 1 1,4 1-603,4 4-421,6 0 1511,-3 0 0,41-6 0,8-1 0</inkml:trace>
  <inkml:trace contextRef="#ctx0" brushRef="#br0" timeOffset="599">844 1 7910,'-8'0'0,"-3"0"0,9 0 1414,-9 0 1926,9 0-2508,-3 0 0,5 6-357,0 2 0,0 9-60,0 5 1,4 3-106,0 1 1,1 5 151,-5 4 1,4 2-290,0 2 1,1 0-216,-5 0 1,4-2-262,0-2 0,1 1-646,-5-6 1,4-4-1302,0-4 0,5-6 2250,-5 1 0,18-31 0,-1-9 0</inkml:trace>
  <inkml:trace contextRef="#ctx0" brushRef="#br0" timeOffset="966">986 351 7910,'-5'13'383,"-3"0"0,1-4 574,3-1 1,2-3 581,2 3-1121,0-5 1,6 3-215,3-6 0,2 0-160,2 0 1,2 0-189,2 0 0,-3 0 145,4 0 1,0-5-2,0 1 1,-1-6 4,-4 1 1,3-2-485,-3-2 1,3 4 166,-8 1 0,-1-1 76,2-4 0,-5 0-26,5 0 164,-6 0 0,1 0 7,-8 0 0,1 2 89,-6 2 0,1 3 99,-5 6 0,-4 0-76,-1 0 0,-3 0 122,3 0 0,-3 7 717,3 6 0,1 0-260,4 5 0,0 0 162,0 0 1,6 5-416,3-2 1,2 0-264,2 0 0,0 1-312,0 4 1,6-6-564,3-3 0,7-2 17,1-2 1,6 0-919,-1-1 1,6-4 1691,3-4 0,33-37 0,6-10 0</inkml:trace>
  <inkml:trace contextRef="#ctx0" brushRef="#br0" timeOffset="1316">1583 247 7881,'-7'0'304,"-5"0"0,5 0 457,-6 0 1,0 0-153,0 0 1,0 0 106,0 0 1,0 0-195,0 0 0,0 2 20,0 2 1,2-1-141,2 5-256,-2 1 0,5 4-130,-3 0 124,3 0 1,8 0-51,2 0 1,-1 0-14,6 0 1,1-4-212,7-1 1,-3-1-104,4 2 0,0 1-199,0-6 0,3 5-295,-3-5 1,0 5 223,0-5 0,-4 7 8,3-3 1,-2-1 232,-2 2 1,-5-5 209,1 5 0,-6 0-49,1 4 1,-2 0 65,-2 0 1,-2-2-152,-2-2 0,-5 2 15,-8-2 0,1 1 1042,-5-1 1,-1 1-514,-4-6 1,4 0-496,1-4 1,3 0-199,-3 0 1,5-1-603,-1-3 0,4-4 941,4-5 0,26-46 0,12-11 0</inkml:trace>
  <inkml:trace contextRef="#ctx0" brushRef="#br0" timeOffset="1541">1998 286 7881,'-6'7'1013,"5"-1"0,-5-4-1227,6 2 214,0-3 0,12 17 0,2-4 0</inkml:trace>
  <inkml:trace contextRef="#ctx0" brushRef="#br0" timeOffset="1681">2037 481 7854,'-13'5'3063,"6"-3"-2741,-5 9 1,6-8-482,-2 6 159,2-6 0,23-9 0,5-8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33.5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271 338 7946,'0'-13'148,"0"4"36,0 1 1,1-1 668,4-4 1,-4 0 253,4 0-648,-4 0 0,-1 0-210,0 0 1,-1 5-59,-4-1 1,1 6-58,-9-1 0,3 4-116,-7 4 0,-2 3 117,1 6 0,-5 5-82,2-1 0,1 5-200,-2-5 1,6 4 65,-1-3 1,4 3-164,4-3 0,3-1 94,6-4 1,0 0-23,0 0 1,2-2 180,2-2 0,5 3 8,8-4 0,-1 2-23,6-1 1,-2 2 14,1-2 0,4-2-2,-3 2 0,-2-2-14,1 2 0,-5 2 69,2-2 0,-8 1 48,-2-1 0,-3 2 142,3-2 1,-5 2-96,1 2 0,-8 0-23,-5 0 1,-6 0-105,-3 0 0,-5 0-116,2 0 0,-4-4-80,-1-1 1,3-5 88,-3 2 1,7-4-726,-6-1 0,1 0-56,-1 0 0,4-6 858,4-2 0,26-79 0,-1 34 0,0 0 0</inkml:trace>
  <inkml:trace contextRef="#ctx0" brushRef="#br0" timeOffset="342">388 27 10317,'8'-5'1214,"1"1"0,-5 0-907,5 4 1,1-5-87,7 1 1,-2 0-282,2 4 0,-3 0 67,-1 0 0,0 1 30,0 4 1,0 0 159,0 4 1,-5 3-6,-4-4 0,2 4-33,-2 1 1,-1 0 83,-8 0 1,3 0-194,-7 0 1,0 4 117,-4 0 1,-3 0-168,4-4 1,-4 0 24,7 0-411,-3 0 50,5 0-381,2 0 388,5 0 1,7-6-79,6-2 0,5-4-294,8-1 0,2 0 700,2 0 0,44-11 0,15-4 0</inkml:trace>
  <inkml:trace contextRef="#ctx0" brushRef="#br0" timeOffset="567">919 429 7909,'-7'0'2706,"1"0"-1977,6 0 1,2 4-341,2 0 1,3 1-171,6-5 0,2 0-385,2 0 0,-1 0-530,6 0 1,-1 0-559,5 0 1,0 0 196,0 0 1057,0 0 0,11 0 0,4 0 0</inkml:trace>
  <inkml:trace contextRef="#ctx0" brushRef="#br0" timeOffset="775">1036 351 7909,'-6'7'684,"5"0"-514,-3-2 1,1-4 1116,-2 4-884,4 2 0,-5 0-187,6 6 0,5 0-103,-1 0 0,2 1-189,-2 4 0,2-3-221,2 7 1,2 0-1205,-5 4 1501,5-1 0,3 24 0,7 6 0</inkml:trace>
  <inkml:trace contextRef="#ctx0" brushRef="#br0" timeOffset="1310">1373 156 7909,'-7'-5'2941,"1"2"-2378,6-6 1,2 6-10,2-1 0,3-2-387,6 2 0,2 0-218,2 4 1,-1-5-56,6 1 0,-5 0 146,4 4 0,-5 0-281,2 0 1,0 0-58,0 0 130,-1 0 0,-6 1 112,-2 3 0,-3-1 166,-6 6 1,-2 0-97,-2 3 1,-3 6 140,-6-1 1,-4 5 15,-1-5 0,0 0-67,0-4 1,4 5 52,-3-1 1,4 0-82,4-4 1,-1 0-1,6 0 0,-1 0 53,5 0-84,0 0 0,6-2-41,3-2 1,2 3 1,2-4 1,4 0-79,1 0 1,3-5-195,-3 1 0,3 2-249,-3-2 1,3 7 199,-4-3 0,1-1 25,-5 2 1,0 0 162,0 4 0,-6 0 22,-3 0 0,-2 0 138,-2 0 1,-6-1 294,-3 1 1,-2 0-4,-2 0 1,-5-4-175,1 0 1,-4-6-206,3 1 1,-5 2 17,2-2 0,2 0-228,2-4 1,1-1-204,-2-3 0,10-4 467,-1-5 0,35-51 0,10-14 0</inkml:trace>
  <inkml:trace contextRef="#ctx0" brushRef="#br0" timeOffset="1667">2113 312 7855,'-13'0'647,"0"0"174,0 0 0,0-4-252,0-1 1,0 1 124,0 4 1,-2 0-213,-2 0 1,3 0-61,-4 0 0,4 4 159,1 1-448,0 5 0,4-4-105,1 2 0,5 4 123,-1-4 0,2 4-44,2 1 0,2 0-28,2 0 1,3 0-222,6 0 0,2 0-143,2 0 1,-3 0-60,4 0 1,0 0-233,0 0 1,3-5 271,-4 1 1,1-2-68,-5 2 1,-2 2 132,-2-2 464,2 2 0,-9 2-44,2 0 0,-2-4 345,-2 0 0,-8-2-155,-5 2 0,1 1-161,-6-6 0,-2 5-113,-2-5 1,2 0-289,-1-4 0,0 0-515,0 0 0,-2-1 21,5-3 0,1 1-1597,4-6 2281,6 0 0,19-32 0,9-8 0</inkml:trace>
  <inkml:trace contextRef="#ctx0" brushRef="#br0" timeOffset="1866">2320 416 7855,'0'7'2905,"0"0"-2250,0-2-506,0-4 0,6 5 120,3-6 1,-1 0-27,5 0 0,-3 0-621,8 0 0,2 0-84,1 0 0,2-5-437,-1 1 0,3-4 563,-4 3 336,-2 1 0,5-2 0,-3-1 0</inkml:trace>
  <inkml:trace contextRef="#ctx0" brushRef="#br0" timeOffset="2066">2450 338 7816,'-7'7'316,"-5"5"1,11-5 513,-4 6 1,0 0-426,0 0 1,1 0-3,4 0 0,0 1-461,0 4 0,4-3-424,1 7 0,3-5-475,-3 5 0,0-6 182,0 1 775,2 3 0,12 0 0,1 6 0</inkml:trace>
  <inkml:trace contextRef="#ctx0" brushRef="#br0" timeOffset="2435">2696 27 13004,'13'0'292,"5"-2"-258,-1-2 0,6 3-71,-1-4 0,2 4-373,2 1 1,0 0 112,0 0 0,0 0 232,0 0 1,-5 6 246,1 2 0,-8-1 37,-1 2 0,-1 0 244,-8 4 0,1 4-168,-5 0 1,-2 6 68,-2-1 1,-5 4-34,-8 4 1,2-2 41,-2 2 0,-2 1 46,2 0 1,1-1-185,8-4 1,-2-2-290,5-2 0,1 1 1,4-6 0,0 1-261,0-5 0,1 0-165,4 0 1,2-5-590,6 1 0,1-5 384,4 5 1,-3-6-1034,7 1 1717,0-2 0,21-14 0,4-2 0</inkml:trace>
  <inkml:trace contextRef="#ctx0" brushRef="#br0" timeOffset="2784">3423 169 9275,'-8'0'2548,"3"0"1,5 2-2149,0 2 1,7-2-335,6 2 0,1-3-237,8-1 1,-2 2-366,2 2 0,2-2 536,-2 2 0,31 9 0,9 1 0</inkml:trace>
  <inkml:trace contextRef="#ctx0" brushRef="#br0" timeOffset="3018">3449 364 7796,'0'7'1073,"0"-1"1547,0-6-1159,-6 0-78,4 0 0,8 0-1175,11 0 1,2 0-443,3 0 0,-1 0-373,5 0 0,-4 0-1777,0 0 2384,-1 0 0,22 11 0,5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38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182 195 7926,'-7'0'0,"-4"0"1489,2 0-471,3 0-412,-5 6 1,4 3-180,-6 8 0,4 5-203,0 8 1,1 10-75,-5 12 1,-2 3-123,-2 10 0,7-3 25,-3 7 0,4-4-134,1-5 1,2-3-971,6-10 1,3-5 135,5-12 915,1 0 0,39-27 0,1 2 0</inkml:trace>
  <inkml:trace contextRef="#ctx0" brushRef="#br0" timeOffset="401">507 455 7926,'-13'0'469,"0"0"0,0-5-76,0 1 1,-5 0 344,1 4 1,0 0-422,4 0 1,0 1-259,0 4 1,0-3-241,0 7 1,2 0 138,2 4 0,3-5-139,6 1 0,0 0 36,0 4 0,0 0 158,0 0 0,6 0 48,3-1 0,6 1-66,3 0 1,3 0-4,-3 0 0,3 0 28,-4 0 0,5 0 15,-5 0 1,1-4-14,-5 0 1,2-1 200,-2 5 1,3-1 25,-7-4 0,-3 4 44,-2-3 0,-3 2-132,-1 2 0,-5 0-31,-4 0 0,-4-4-66,-4-1 1,1-3-73,-6 3 1,1-5-234,-5 1 1,0-2 119,0-2 0,0 0-561,0 0 0,2 0-33,2 0 0,3-4-233,6-1 0,2-5 948,2 1 0,21-19 0,9-7 0</inkml:trace>
  <inkml:trace contextRef="#ctx0" brushRef="#br0" timeOffset="617">740 533 9949,'13'0'1091,"0"0"1,1 0-899,4 0 0,2 0-230,6 0 1,0 0-128,0 0 1,0 0-278,0 0 1,0 0-455,-1 0 1,0 1 894,-3 3 0,-4-2 0,-5 4 0</inkml:trace>
  <inkml:trace contextRef="#ctx0" brushRef="#br0" timeOffset="807">909 455 7877,'-8'6'1557,"-3"-5"-935,2 3 0,2 2-63,-2-2 1,7 6-167,-3-1 0,4 3 4,1 1 0,0 1-284,0 3 0,0-1-234,0 6 1,0-5-249,0 5 0,4-1-1233,0 5 1602,7-6 0,7 16 0,10-1 0</inkml:trace>
  <inkml:trace contextRef="#ctx0" brushRef="#br0" timeOffset="1192">1181 325 7877,'-7'0'3129,"-5"0"-2630,11 0 0,-5-1-73,6-4 0,6 4-287,3-3 1,4 1-204,4-2 0,2 4 160,2-3 0,8 1-105,-3-2 1,-2 4-34,-2-3 0,0 2 112,4 2 0,-2 0-134,-2 0 1,1 2 146,-6 2 1,-1-1 264,-7 5 0,1 1-37,-6 4 1,0 1 217,-4 4 1,-7-2-177,-6 5 0,-1 5-3,-8 4 0,0 5 40,-3-5 0,3 1-102,0-6 0,6 6-133,-1-1 1,4-4-56,5-4 1,2-5-145,6 4 1,0-5-125,0 2 0,1-8-417,4-2 1,-1-3-54,9 3 1,-2 0-638,11 0 0,-2-2 254,2-6 0,7 0 1021,-3 0 0,37-12 0,6-2 0</inkml:trace>
  <inkml:trace contextRef="#ctx0" brushRef="#br0" timeOffset="1559">1752 156 8225,'-7'0'1866,"1"6"-1051,6 3 1,1 2-339,4 2 0,2 6-100,6 3 0,1 4-49,3 4 1,-1-1-95,6 5 0,-6 1-14,1 4 1,-4-5-99,-4 1 0,1 1-155,-6 7 0,0-2-127,-4 2 1,-5-3-410,-4-1 0,-4 1 175,-4 4 0,1-4-832,-6 3 1226,6-2 0,-25 21 0,-1 5 0</inkml:trace>
  <inkml:trace contextRef="#ctx0" brushRef="#br0" timeOffset="1852">2348 131 7855,'-7'0'805,"-4"0"-402,3 0 1,0 1 467,-1 3 0,5 5-15,-5 8 0,0 5-324,-3 8 0,-3 5-65,-2 8 1,2 4-214,-2 10 0,3-4-149,1 3 1,6-2-219,2-3 0,4-4-379,1-4 1,1-4-270,4-5 0,2-6 761,6-7 0,17-22 0,5-2 0</inkml:trace>
  <inkml:trace contextRef="#ctx0" brushRef="#br0" timeOffset="2219">2660 364 7845,'-21'0'1675,"-2"0"-1298,6 0 0,0 0 1681,4 0-1448,0 0 0,6 1 204,2 4-665,-2 2 1,6 6-256,-4 0 1,5-2 100,5-2 1,-2 3-123,5-4 1,1 4 4,4 1 0,0-5 119,0 1 0,4-2-330,0 2 1,5 2 35,-5-2 0,1 1 34,-5-1 1,0 2 134,-1-2 0,1 1 165,0-1 1,-4 2 7,0-2 1,-6 2 186,1 2 1,-4 0-26,-4 0 1,-4 5 116,-5-1 1,-5-3-23,-4-1 1,-2-7-56,-2 7 0,0-7-83,0 2 0,0-5-274,0 2 1,0-4-396,0-1 0,1-1-154,4-4 1,4 2-1730,8-5 2388,3-1 0,41-38 0,8-10 0</inkml:trace>
  <inkml:trace contextRef="#ctx0" brushRef="#br0" timeOffset="2408">2945 494 8327,'1'7'963,"4"-3"0,-2-2-345,5-2 0,1 0-448,4 0 0,4 0-114,0 0 1,7 0-911,-3 0 0,-1 0 0,2 0 0,-5-5 854,5 1 0,5-18 0,6 1 0</inkml:trace>
  <inkml:trace contextRef="#ctx0" brushRef="#br0" timeOffset="2575">3075 377 7831,'-13'13'369,"4"-4"46,0-1 1,2-3 483,-1 3 0,2 2-326,6 8 1,-5-3-125,1 7 1,0-2-570,4 2 1,0 2-542,0-2 1,4 7 537,0 1 123,7 0 0,2 2 0,7 1 0</inkml:trace>
  <inkml:trace contextRef="#ctx0" brushRef="#br0" timeOffset="2927">3282 623 7822,'-13'0'3285,"0"0"-1873,0 0 811,6 0-1728,1 0 1,8 0-107,2 0 0,5 0-1037,8 0 0,2-1 477,2-3 0,4-4-680,-4-5 0,4-1 299,1-3 1,0 1 43,0-6 1,0 1 64,0-5 1,-2-5-201,-2 1 1,1-6 262,-6 2 1,0 2 170,-4 2 0,-5 4-448,-4 4 481,-3 3 741,-1 12 1,-1 3 112,-3 8 0,1 5 529,-6 8 1,2 3-535,-2 6 1,-1 0 173,6 0 0,-6 4-234,1 1 1,2 3 114,-2-4 0,6 2-1219,-1-2 0,3-2 385,1 2 0,0 2-1671,0-2 0,0 0 1777,0-4 0,34-40 0,9-11 0</inkml:trace>
  <inkml:trace contextRef="#ctx0" brushRef="#br0" timeOffset="3204">3788 1 7822,'6'13'400,"-5"0"0,11 1 22,-4 3 1,5-1 490,5 6 1,-4 0-58,3 3 1,2 3-357,-2 2 0,-1-2-123,-7 2 0,1 1-91,-6 0 1,1 5-38,-5-2 0,-2 4-184,-2 1 1,-5 0-167,-8 0 1,1 1 214,-6 3 0,1-3 95,-5 4 0,4-4-2919,1-1 0,0-2 251,0-2 2459,2-3 0,6-29 0,0-6 0</inkml:trace>
  <inkml:trace contextRef="#ctx0" brushRef="#br0" timeOffset="3443">4203 338 7808,'0'7'2298,"0"-1"-2852,0-6 0,1 0 695,4 0 0,2 0 819,6 0 0,0 0-1240,0 0 0,4 0 92,0 0 1,5 0-2062,-5 0 2249,1 0 0,18-6 0,6-1 0</inkml:trace>
  <inkml:trace contextRef="#ctx0" brushRef="#br0" timeOffset="3617">4216 494 7800,'-7'7'-824,"-3"0"412,5-3 2145,1-2 0,5 4-906,4-6 0,2 0-781,6 0 1,6 0-375,2 0 1,5 0-1579,5 0 1906,2-6 0,34-7 0,8-7 0</inkml:trace>
  <inkml:trace contextRef="#ctx0" brushRef="#br0" timeOffset="4010">4903 208 7790,'-18'0'1154,"3"0"0,-3 0-508,5 0 0,4 0 511,0 0 1,1 2-213,-5 2 1,4 3-430,0 6 1,1 6-7,-5 3 1,1 2-119,4 2 0,-3 0-151,7 0 0,0 0 24,4 0 1,0 0 93,0 0 0,6-2-199,2-2 1,4-3-77,1-6 0,4-2-530,0-2 0,8-4 326,1-5 1,0-1-1105,4-3 0,3-4 321,2-4 1,-4-6 127,0 1 1,-4-2 442,-1 2 1,0 1 129,0-6 0,-6 1 95,-3-5 0,-7 1 135,-1 4 1,-6-4-279,1 4 1,-4-4 43,-4-1 0,-3 2-284,-6 2 1,-7-1 215,-6 6 1,0 1 345,-5 7 0,-2 3-58,-1 6 0,1 0 197,-2 0 1,12 6-363,1 3 1,6 2 150,3 2 0,18 18 0,3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44.5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195 1 7939,'-9'0'1752,"1"0"184,5 0-1441,-9 0 0,9 0 17,-5 0 0,5 1-12,-2 3-400,-2-2 1,4 9-36,-5-2 1,3 3 53,-3 1 0,-1 1-131,-4 3 0,0 3 67,0 6 1,0 2-140,0 2 0,2-3 35,2 4 1,-1-4-149,6-1 0,-1-4-8,5-1 1,2-9-96,2 1 0,5-5 37,8 1 1,3-3-115,6-6 0,4 0-170,1 0 0,3-6 55,-4-3 0,6 2-480,-1-1 972,3-1 0,29-21 0,8-5 0</inkml:trace>
  <inkml:trace contextRef="#ctx0" brushRef="#br0" timeOffset="325">389 182 8659,'6'7'1408,"1"4"-1284,6-7 0,0 5-233,0-5 0,5 6 36,-1-1 1,2-2-215,-2 1 1,-3 1 152,4 4 0,-4 0 135,-1 0 0,-2-3 40,-2 3 0,-3-3 23,-6 7 0,0-1 198,0 2 1,-7-4-195,-6 3 1,-5-1 1,-3 1 0,-2-2-351,5 2 1,-3-2 280,4-2 0,-24-12 0,-1-2 0</inkml:trace>
  <inkml:trace contextRef="#ctx0" brushRef="#br0" timeOffset="898">921 507 7939,'-13'7'213,"5"4"1,0-2 724,3 2 1,0 7-438,5-1 0,0 6-213,0-1 0,0 6-92,0 3 0,2 5-77,2-2 0,-1 0-417,6 0 1,-7-5 239,3 1 0,0-7-220,0-1 1,-1-6 111,-4 1-61,0-8 198,0-4 1,0-6 102,0-3 1,-1-5-164,-4-8 0,4 1-101,-3-6 1,-2-1 136,2-7 0,-1-3-133,5-6 0,0-4-113,0-1 1,0-5 51,0 2 0,0-4 127,0 0 0,0-6 98,0 1 0,2 1 265,2 8 0,3 2-154,6 6 1,0 6 187,0 3 0,0 10 50,0 7 1,4 5-66,1 8 0,-1 0-134,-4 0 0,0 6 17,0 3 1,0 2-27,0 2 1,0 2-27,0 2 0,-5-1-95,1 6 0,-6-5 178,1 4 1,-2 0-16,-2 0 0,0 2-225,0-5 0,-6 3 110,-3-3 0,-2 3-398,-2-4 0,-2 2 79,-2-2 0,-2-6-50,-2 2 0,-4-3-124,4 3 1,2-5-876,2 1 1322,-4-6 0,24-49 0,0-19 0</inkml:trace>
  <inkml:trace contextRef="#ctx0" brushRef="#br0" timeOffset="1217">1193 507 7914,'-7'7'1240,"2"4"1740,5-4-2266,0 1 0,1-3-291,3-5 0,1-1-646,8-3 0,-3-4-36,7-5 0,-3 1-141,-1-1 1,0-2 268,0-2 1,0 2-156,0-2 0,0 3 23,0 1 0,-1 4 46,-4 0 0,2 5 610,-5-5 1,1 7-85,-2-3 483,-3 4 1,5 7-216,-6 2 1,0 4-50,0 1 1,0 5-351,0 4 1,0 1-378,0-1 0,1 2-265,4-2 0,-4 1-648,4-1 1,-3 1-931,3-6 2042,2 6 0,17-20 0,4 1 0</inkml:trace>
  <inkml:trace contextRef="#ctx0" brushRef="#br0" timeOffset="1433">1621 221 7888,'0'7'2586,"0"5"-1121,0-11-1016,0 11 0,2-11-201,2 4 1,3-4-239,6-1 0,5-1-259,-1-4 0,5 4-473,-5-3 1,6 1 641,-1-2 80,2 4 0,31-22 0,7 1 0</inkml:trace>
  <inkml:trace contextRef="#ctx0" brushRef="#br0" timeOffset="1658">1673 351 7888,'-5'7'0,"3"-1"0,-8-5 2994,6 4-967,-1-4-1279,5 5 1,2-6-471,2 0 0,3 0-323,6 0 1,6 0-3,3 0 0,1 0-199,-2 0 0,4 1 246,-3 4 0,31 2 0,9 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48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79 389 7880,'-6'20'600,"-1"1"181,-6-4 1,1 3-235,3 6 1,-1 1-29,6 4 0,-5 0-207,5 4 0,0 2-102,4-2 1,0 1-402,0-1 0,1-5 115,4-9 1,-4 2-105,3-5-23,4-7-498,-7-5 450,5-6 1,-6-7-37,0-6 1,-2-6 73,-2-7 0,3-6-100,-4-2 1,4-1-74,1-4 0,0 3 53,0-7 1,0-3 147,0-2 0,0 2 79,0-1 0,1 4 101,4-5 0,2 3 17,6 2 0,-2 1 316,-2 12 0,7 1 134,-3 8 0,4 2-158,0 6 1,-2 6-3,2 2 0,2 4-137,-2 1 1,5 1-174,-5 4 1,0-2 79,-4 5 0,-4 1-10,-1 4 0,-5 0-56,2 0 0,-4 4-14,-1 0 0,-1 6 40,-4-1 1,-2 1-40,-6-1 1,-1 1 6,-4-6 0,4 5-62,-3-5 1,-2 5-173,2-5 0,-1-1-109,5-8 0,1 2-383,-1-5 1,0 3 725,0-3 0,11-30 0,4-11 0</inkml:trace>
  <inkml:trace contextRef="#ctx0" brushRef="#br0" timeOffset="335">416 272 7880,'-7'0'335,"1"0"1,2 2 284,-1 2 774,1-2-940,4 3 1,1-5-43,4 0-251,2 0 0,6 0-41,0 0 0,0 0-239,0 0 231,0 0 1,0 2-51,0 2 0,-6-1 163,-3 6 1,2-5 99,-2 5 0,1-1-9,-5 5 0,0 5-65,0-1 1,-6 6-16,-3-1 1,-2 2-10,-2 2 0,1-4-8,3-1 1,-2-3-107,2 3 1,2-4-259,-2 5-66,7-6 0,-4 3-421,6-6 1,6-5-785,2 1 1,8-6 190,1 1 1,6-2 1224,-1-2 0,43-18 0,11-3 0</inkml:trace>
  <inkml:trace contextRef="#ctx0" brushRef="#br0" timeOffset="628">844 195 7879,'-7'0'1393,"-5"0"-778,11 0 0,-5-2 1115,6-2-1322,0 2 1,1-3-77,4 5 1,3-5-428,10 1 1,2 0-479,6 4 0,0 0-43,0 0 1,0 0-1710,-1 0 2325,1 0 0,23 17 0,6 5 0</inkml:trace>
  <inkml:trace contextRef="#ctx0" brushRef="#br0" timeOffset="869">857 350 7873,'0'7'735,"-6"-1"1,3-6 433,-6 0-195,7 0-454,-4 0 0,7 0-296,4 0 1,3 0-135,10 0 1,-3 0-834,7 0 0,0-4-85,4 0 1,-5-1 827,1 5 0,40 6 0,14 1 0</inkml:trace>
  <inkml:trace contextRef="#ctx0" brushRef="#br0" timeOffset="1170">1402 221 7852,'-8'0'1822,"-3"0"1,8 0-580,-6 0-104,6 0-1055,-2 0 0,10 0 81,4 0 0,7 0-463,1 0 1,6 0-390,-1 0 1,2 4-1862,2 0 2548,-6 1 0,45 0 0,6 3 0</inkml:trace>
  <inkml:trace contextRef="#ctx0" brushRef="#br0" timeOffset="1604">1830 52 7837,'-8'0'0,"-2"-1"0,6-4 1411,0 4 281,4-11 1,1 9-1104,3-5 1,5 5-260,8-2 0,-1 3-372,6-3 0,-2 4-48,2-3 0,1 2-100,-6 2 0,2 2 232,-2 2 1,-3-1-70,4 5 0,-5-3 347,-5 3 1,-2 1 448,-6 4 0,0 1-189,0 4 0,-1-2 307,-4 5 1,-2 2-185,-6 7 0,-6-1-297,-2 6 0,1-5 657,-2 5 1,6-6-457,-1 1 0,4 1-264,4 0 1,-1-5-431,6-5 1,1-5-345,7 1 1,3-4-216,6-4 0,6 1-850,3-6 0,2 1 405,2-5 1,0 0-1689,0 0 2779,0-6 0,6-36 0,1-14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47.3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47 241 7919,'-7'0'0,"-5"0"3668,5 0-1441,0 0-741,-5 0-666,11 0-567,1 0 1,11-1-233,7-4 1,3 4-309,-4-3 0,7 2-306,-3 2 0,5 0-1713,4 0 2306,-2 0 0,50-6 0,5-1 0</inkml:trace>
  <inkml:trace contextRef="#ctx0" brushRef="#br0" timeOffset="402">488 332 7919,'-13'7'1151,"4"3"1628,1-5-1247,5 5-685,-3-3 0,7 0-592,4-3 0,2-2-23,6-2 1,4-2-611,0-2 0,7-5 158,-3-8 1,4 1 14,1-5 0,-1 3-4,1-3 0,-4-1-411,0-4 0,-5 5 90,5-1 1,-7 0-30,3-4 1,-4 0 455,-1 1 1,-1 3-24,-4 0 1,-1 11 430,-2-2 279,-4 3 23,5 2 1,-6 8-282,0 9 1,0 3 109,0 1 1,0 1 83,0 3 0,0 2 286,0 3 1,0 2-396,0-2 0,0 1-137,0-2 0,1 4-1008,4-3 1,-2 1-393,5-2 0,-3 4 1126,3-4 0,12 15 0,8 5 0</inkml:trace>
  <inkml:trace contextRef="#ctx0" brushRef="#br0" timeOffset="717">1214 514 7887,'0'7'940,"0"4"212,0-4 0,-4 2 631,-1 0-1430,1-1 0,4 5-433,0 0 0,0 0-53,0 0 1,-1 0-276,-4 0 0,4 6 408,-3 3 0,-21 31 0,-4 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4:52.4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65 182 8399,'-8'0'3375,"-1"0"-2590,6 0 1,-7 6-252,6 3 1,-2 8-309,2 5 1,2 8-33,-2 4 0,3 8-103,1 1 0,0 5-203,0-5 1,-5 5 63,1-5 0,0-5-272,4-8 1,0-9-793,0-3 249,0-4 538,0-7 0,0-7 4,0-8 1,0-8-100,0-1 0,0-11 137,0 2 1,0-4 42,0 0 1,0-2 63,0-3 1,4-5 22,0 5 0,2-5 204,-2 5 1,2-2 37,3-2 1,2 5 103,-2-1 1,2 8 32,2 1 0,0 1 172,0 8 1,0 1-120,0 7 1,0-1 137,0 6 1,0 0-98,0 4 1,0 1-88,0 3 1,-4 4-15,-1 5 0,-5 0-30,2-1 0,0 6-118,0-1 0,-2 2 34,-8-2 0,-1 3-151,-2 6 0,-5 0 28,0 0 0,0-4-91,-4-1 1,1 1 76,-2 4 0,4-5-83,-3 1 1,2-6 17,2 1 0,5-1-61,-1 1 1,2-7-121,-2 3 1,3-2-92,6 2 0,2-5-269,2 1 0,8-2-92,5 2 1,8-4 729,0-5 0,59-23 0,-32 9 0,0 0 0</inkml:trace>
  <inkml:trace contextRef="#ctx0" brushRef="#br0" timeOffset="350">558 351 7942,'-20'0'194,"0"0"48,3 0 1,2 1-194,-2 4 0,2 2-49,3 6 0,0 1 2047,3 4 1,-1 2-934,6 6 0,0-2-563,4-2 0,0 1-307,0-6 1,7 5-179,6-5 0,0-4-75,4-4 0,3-6-274,2 1 0,2-3-56,2-1 0,0 0-448,0 0 0,-4-5-488,-1-4 0,1-7 495,4-1 1,-6-2 271,-3 2 0,-2 1 289,-2-6 0,-2 5 215,-2-5 0,-3 5-118,-6-5 1,0 7 41,0-3 0,-6 4-3,-3 1 1,-4 0 258,-4 0 0,1 4-39,-5 1 1,0 5-39,0-2 0,1 4-721,2 1 1,5 6 621,0 2 0,18 27 0,9 7 0</inkml:trace>
  <inkml:trace contextRef="#ctx0" brushRef="#br0" timeOffset="675">960 351 7926,'-13'0'296,"0"0"0,-4 1 465,0 4 1,-1-2-55,6 5 0,-1-4 141,0 5 0,0 4-350,0 4 0,5 6 61,4-1 0,-2 3-307,2 1 0,1-6-212,7-3 0,4 2-3,5-2 0,0-1-45,0-7 0,4-4-154,0-5 0,5 0-124,-5 0 1,6-1-522,-1-3 0,-2-8 210,2-5 1,-7-2-331,3 2 1,0 1 454,0-6 1,-2 5 119,-8-5 0,2 6 401,-5-1 0,-1-2-15,-4 2-75,0 0 0,-7 4-109,-6 0 1,0 1 196,-4 4 1,-2 0-170,1 4 0,0 3-246,0-4 0,4 4 368,-3 1 0,-3 17 0,-1 5 0</inkml:trace>
  <inkml:trace contextRef="#ctx0" brushRef="#br0" timeOffset="967">1362 1 7906,'-7'0'1166,"-4"0"0,8 0-590,-6 0 0,5 0 497,-5 0-651,6 0 1,-3 5 22,6 4 0,0 7-155,0 1 1,0 11-60,0-2 0,5 8-91,-1 1 1,0 4-162,-4 4 0,5-3-284,-1 3 0,2 4-329,-2 0 0,-2-7-849,2-1 1,-1-4 1482,1 0 0,-2-27 0,3-11 0</inkml:trace>
  <inkml:trace contextRef="#ctx0" brushRef="#br0" timeOffset="1139">1194 325 8248,'7'-6'548,"0"5"163,-3-4 1,4 3-469,5-3 0,1 4-423,3-4 1,-1 4-906,6 1 0,1 0 1085,7 0 0,44 12 0,15 2 0</inkml:trace>
  <inkml:trace contextRef="#ctx0" brushRef="#br0" timeOffset="1323">1674 325 7893,'-9'0'876,"0"0"1339,6 0-1726,-2 0 0,6 0-480,3 0 0,5 0-439,8 0 1,-1 0-212,6 0 0,-5 0-1561,5 0 2202,-1 0 0,28 6 0,6 1 0</inkml:trace>
  <inkml:trace contextRef="#ctx0" brushRef="#br0" timeOffset="1634">2115 79 7849,'-8'7'1882,"-3"4"-1241,9-4 1,-8 6-230,6 0 0,0 0-30,4 0 0,0 2-63,0 2 0,0-1-45,0 6 1,0-1-14,0 5 0,0 0 112,0 0 1,0 1-206,0 4 1,0-5-125,0-1 0,0 1-210,0-4 0,0-3 167,0-2 1,0-3-329,0-1 1,5-1-212,4-3 1,3 1-497,1-6 1,1 0 224,3-4 1,-1 0 808,6 0 0,22-11 0,11-4 0</inkml:trace>
  <inkml:trace contextRef="#ctx0" brushRef="#br0" timeOffset="2000">2646 325 8118,'-20'0'370,"3"0"0,2-4 245,3-1 0,-1 1-92,0 4 0,0 0 659,0 0-535,0 0 0,0 0-233,0 0 0,6 1-11,2 4 1,-1-2-88,2 5 0,0 1 31,4 4 0,0 0-213,0 0 1,0 0-101,0 0 0,1 4 38,4 0 0,2-1-144,6-7 0,0 2-714,0-2 0,4-2 421,0 2 0,5-6-908,-5 1 0,5-2 365,-5-2 1,5-2 271,-5-2 0,0 1 382,-4-6 1,0 5 263,0-5 1,-1 1 22,-4-5 1,-2 4 193,-6 0 0,0-1-191,0-7 0,-6 3-69,-2-4 1,-4 4 267,-1 1 1,-1 0-23,-3 0 0,1 0-569,-6 0 0,5 6 51,-5 2 305,6 4 0,-2 7 0,5 1 0</inkml:trace>
  <inkml:trace contextRef="#ctx0" brushRef="#br0" timeOffset="2557">3087 299 7982,'-4'-9'277,"0"1"0,-2 5 92,2-2 0,1 0 178,-6 0 0,5-3-104,-5 3 0,0-3 92,-4 3 0,5 1-189,-1 4 0,1 0 44,-5 0 1,0 2 55,0 2 1,0 7-161,0 7 1,0 5-254,0-2 0,6 4-184,2 1 0,4 0-403,1 0 1,0-2-87,0-2 1,6 1-859,2-6 1,10 0 1497,3-4 0,67-51 0,-35 12 0,-1 0 0</inkml:trace>
  <inkml:trace contextRef="#ctx0" brushRef="#br0" timeOffset="2892">3204 221 7869,'-13'6'316,"0"-5"0,4 9 471,1-5 1,1 5-30,-2-1 0,-1 2 274,6 2 1,-1 0-215,5 0 0,0 1-354,0 4 1,0-4-476,0 3 1,6-1-39,3 2 1,2-8 3,2 3 1,2-5-49,2 1 1,2-3-339,2-6 0,2 0-3,-5 0 1,3-6-714,-4-3 0,7-2 330,-3-2 0,-2-5 334,-2 1 0,-2-4 383,-2 3 1,-2 1 185,-2 4 350,2 0-357,-9 0 265,3 6-254,-5 1 1,0 7 759,0 4 1,-4 2 31,0 6 0,-1 4-371,5 1 0,-4-1-545,0-4 1,0 4-507,4 0 1,1 1-593,3-5 0,1 0 637,8 0 495,-3-6 0,31-13 0,1-8 0</inkml:trace>
  <inkml:trace contextRef="#ctx0" brushRef="#br0" timeOffset="3227">3788 156 7869,'-13'6'220,"0"-4"1,0 3-89,0-5 1,0 2 977,0 2 0,0-2-351,0 2 1,0 3-150,0 2 1,4-2-297,1 2 0,5-1-159,-1 5 1,2-4 3,2-1 1,0 1-81,0 4 1,2 0-202,2 0 0,3 0 166,6 0 1,1 0-284,4 0 0,-4-2-191,3-2 0,2 3-332,-2-4 0,2-1 300,-2 2 1,-2 0-107,2 4 0,-7-5 294,-1 1 0,-5 0 343,5 4 1,-6-5 373,1 1 0,-4 0-352,-4 4 0,-3-1 295,-6 1 0,-5-4-168,1 0 0,-5-5 7,5 5 0,-6-6-295,1 1 1,-1-3-264,2-1 0,2-1-206,6-3 1,2-4-1392,2-5 1930,3-5 0,35-31 0,7-13 0</inkml:trace>
  <inkml:trace contextRef="#ctx0" brushRef="#br0" timeOffset="3424">4190 234 7862,'-13'0'0,"6"6"1045,-5-5 0,9 5-697,-5-6-1120,5 0 1,-3 2 771,6 2 0,29-8 0,7 2 0</inkml:trace>
  <inkml:trace contextRef="#ctx0" brushRef="#br0" timeOffset="3540">4229 377 7862,'-8'13'1826,"-3"0"-1133,4-6 1,0 0 222,2-3-916,4-2 0,18-2 0,5-7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07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26 8443,'7'-7'2307,"-2"1"0,-5 5-1853,0-3 0,2 2 216,2-2 148,-2 2-754,3 2 0,-10 0-171,-4 0 1,-2 6 99,-2 3 1,-2 4 100,-2 4 1,1-2-20,-6 2 1,7-1-67,-3 1 0,4-3-60,1 4 0,4-4 59,1-1 0,5 0-57,-2 0 1,5-1 84,5-4 1,8 2-1,8-5 1,4 3-241,1-3 0,1-1 55,3-4 0,-1 0-594,6 0 0,-5 0-146,5 0 0,-2 0-362,1 0 0,-2 0 1251,-6 0 0,0 0 0,0 0 0</inkml:trace>
  <inkml:trace contextRef="#ctx0" brushRef="#br0" timeOffset="275">349 39 8327,'-9'-7'2278,"1"3"-1560,5 2 125,-3 2 0,6 2-96,0 2 0,0 9 125,0 9 0,2 2-278,2 2 0,-3 6 86,4 2 1,-4 4-423,-1 1 0,2 4-296,2 0 0,-3 5-888,4-5 1,-4-5-70,-1-8 0,0 2 995,0-2 0,6-6 0,1-5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05.4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325 208 7979,'0'-13'887,"0"0"-291,-6 0 1,3 0 76,-5 0 0,3 4-203,-3 0 0,3 5 20,-3-4 1,-1 5-205,-4-2 1,0 4-66,0 1 1,-4 10-21,-1 3 1,-5 9-1,2-1 0,-4 8 65,-1 1 0,5 6-74,-1-1 1,6 5-149,-1-1 1,4 3 4,4-8 1,4 3-247,5-3 1,0-2-87,0-6 0,7-5-232,6 1 0,1-10 232,8 0 1,-1-3-154,5 0 1,-4-3 131,0-6 1,-5-2-215,5-2 0,-7-3-116,3-6 0,-5 0 372,-5 0 0,2 0 257,-5 0 0,-1-5-67,-4 1 0,0-2 113,0 2 1,-4 1 13,-1-5 0,-3 3-37,3-3 1,-3 5-78,3-1 1,0 2 44,0 2 5,4 0-115,-5 0 319,6 0 0,6 6 248,3 3 0,2 2-208,2 2 0,4 0 184,1 0 1,5 0-71,-2 0 1,2 2-126,-1 2 1,2 2-53,-2 3 0,1 2-14,-1-2 1,-3 2-29,-7 2 0,0 0-154,-3 0 1,1 6-17,-6 2 1,0 0-283,-4 0 0,0 1-688,0 4 0,-1 0 496,-3 0 1,-2-6 513,-3-3 0,-25-8 0,-2-3 0</inkml:trace>
  <inkml:trace contextRef="#ctx0" brushRef="#br0" timeOffset="283">857 13 7966,'-6'14'0,"-7"10"0,3-16 928,-3 9 0,3 4-192,-3 0 0,4 5-30,0 4 0,5-1-355,-4 6 1,5-1-256,-2 5 1,0 0-142,0 0 1,1 0-362,4 0 1,0-2-143,0-2 1,0-2-562,0-3 0,1-2 1109,4 2 0,8-8 0,7-4 0</inkml:trace>
  <inkml:trace contextRef="#ctx0" brushRef="#br0" timeOffset="625">1116 272 7958,'-13'0'336,"0"0"0,-1 5 1603,-4-1-1371,4 6 0,-5-4-201,6 3 0,2 2-208,2-2 0,-1 2-130,6 2 1,-1-4-28,5 0-226,0-1 0,2 5 132,2 0 1,-1-4-77,6-1 1,-1-3 81,5 3 0,0-3 50,0 3 1,0-3-109,0 3 0,4-3 56,1 3 1,-1-3 4,-4 3 0,-4-3 23,-1 3 0,-1 1-177,2 4 1,1-4 188,-5-1 1,-1 1-50,-4 4 1,0 0 277,0 0 1,-6 0-43,-3 0 1,-4 0-29,-4 0 0,1-2-257,-5-2 1,-1 1-224,-4-6 0,5 1 50,-1-5 0,6-2 319,-1-2 0,2-44 0,2-15 0</inkml:trace>
  <inkml:trace contextRef="#ctx0" brushRef="#br0" timeOffset="899">1207 0 10865,'13'7'1330,"0"5"-933,0-4 1,1 4-136,3 1 1,4 1-18,5 4 1,-1 2-22,1 6 0,-4 1 0,0 3 0,-6-1-197,1 6 1,-4 4-317,-5 4 0,-2 0 58,-6-4 0,-6 6-156,-2 2 0,-8-2-179,-1-2 0,-5-8 69,5-5 0,-1-4-635,5-4 1132,0 2 0,1-44 0,-1-4 0</inkml:trace>
  <inkml:trace contextRef="#ctx0" brushRef="#br0" timeOffset="1123">1661 221 9040,'8'0'948,"1"0"0,4 0-1401,4 0 1,6 0-152,-1 0 1,4-2-1126,4-2 1729,-2 2 0,26-3 0,1 5 0</inkml:trace>
  <inkml:trace contextRef="#ctx0" brushRef="#br0" timeOffset="1366">1713 376 7896,'-8'0'3090,"-3"0"-2538,9 0 1,-2 0-221,8 0 0,4 0-228,5 0 1,4 0-253,0 0 0,6 5-487,-1-1 1,2 0 634,2-4 0,35 12 0,8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12.5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454 91 7852,'-13'0'18,"2"2"56,2 2 0,-1-1 211,6 6 1,-6 1 2,1 7 1,2 3-5,-2 6 0,2 6-58,-2 2 0,-1 5-191,6 5 0,-2-4 25,2 3 0,2-4-68,-2-4 1,2 1-165,2-6 0,6-1-919,3-8 1091,2-2 0,20 0 0,3 1 0</inkml:trace>
  <inkml:trace contextRef="#ctx0" brushRef="#br0" timeOffset="409">791 234 7880,'-13'0'-20,"0"0"20,0 0 756,-5 0 1,3 1-248,-2 4 0,3 0-212,1 4 0,1 3 52,4-4-255,-4 4 1,11 1 104,-4 0 0,4 0-112,1 0 1,0 0-53,0 0 1,6 0 118,2 0 0,8 0-227,1 0 0,2 0-16,-2-1 0,-1-3-61,6 0 0,-5-2 87,5 2 0,-6 2-68,1-2 0,-3-2 160,-1 2 1,0-5-10,0 5 0,-1-5 121,-4 5 1,-2-5-151,-6 5 1,0-5 211,0 5 1,-6-2-61,-2 1 1,-5 4-79,-5-3 1,3-2-97,-7 1 1,0-3-183,-4 3 1,5-5-53,-1 2 0,1-4-345,-5-1 1,5 0-424,4 0 1,3-1 22,1-4 1010,6-2 0,24-35 0,12-7 0</inkml:trace>
  <inkml:trace contextRef="#ctx0" brushRef="#br0" timeOffset="632">1077 351 9188,'0'7'1423,"6"-1"1,1-6-1207,6 0 0,1 0-155,3 0 0,-1 0-221,6 0 0,-1 0-588,5 0 1,2 0 491,2 0 0,-3 0-1498,4 0 1753,-10 0 0,10 5 0,-4 3 0</inkml:trace>
  <inkml:trace contextRef="#ctx0" brushRef="#br0" timeOffset="866">1245 260 7880,'0'7'279,"-5"-1"1,2-5 1133,-6 4-1034,6-4 0,-7 6-146,6-2 1,-1 2-103,5 6 1,0 0-159,0 0 0,0 4-10,0 0 0,2 6-20,2-1 0,-1 2-659,6 2 0,-2 2 716,2 2 0,19 20 0,1 11 0</inkml:trace>
  <inkml:trace contextRef="#ctx0" brushRef="#br0" timeOffset="1351">1609 182 8285,'-8'0'1584,"3"0"0,6 0-1415,3 0 1,4-4-167,4-1 0,1 1-313,0 4 1,5 0 166,-1 0 0,0 0-84,-4 0 0,5 0 139,-1 0 0,-4 0-10,-5 0 29,1 6 0,-2 1 72,-2 6 1,-4-4 127,-1-1 0,-1 1-43,-4 4 0,1 0 112,-9 0 0,3-4-21,-7-1 1,2 1 42,2 4 0,0 0-107,0 0 1,5-5 15,-1 1 1,2 0-11,-2 4 0,3 0 100,6 0-255,0 0 0,5 0 77,-1 0 1,10-2-226,-1-2 0,5 1-68,-1-6 1,-1 6-80,5-1 0,-5-3 138,2-2 0,-3 2 97,3-2 0,-8 5 33,3-5 1,-7 5 112,2-5 0,-5 6 12,1-1 0,-4 1 309,-4-2 0,-3 4-52,-6-3 1,-4-2-254,-1 1 0,0-5-281,0 2 0,0-4-154,-4-1 0,-1 0-539,6 0 0,-5-1 906,5-4 0,-12-42 0,2-17 0</inkml:trace>
  <inkml:trace contextRef="#ctx0" brushRef="#br0" timeOffset="1617">1855 1 7868,'7'0'258,"-1"0"1,0 4 429,2 0 1,4 6 72,1-1 0,1-2-307,4 2 1,-3 4 26,7 4 1,0 6-76,4-1 1,-5-2-138,1 1 1,-6 3 14,1 6 0,-3-1 115,-1 5 0,-6-5-165,-2 1 1,-4 3 13,-1 2 0,-1 0-21,-4 4 0,-2-8-775,-6 8 1,-4-3-1025,0 3 0,-1 0 736,5 0 836,6-6 0,-4-7 0,4-7 0</inkml:trace>
  <inkml:trace contextRef="#ctx0" brushRef="#br0" timeOffset="3393">13 844 7843,'-7'0'1167,"1"0"-756,6 0 1248,0 0-1348,6 0-8,-5 0-235,11 0 0,-5-2 96,6-2 0,0 2-27,0-2 1,0 3 11,0 1 0,4 0-5,1 0 0,5 0-111,-2 0 1,4-2 71,1-2 0,1 2 31,3-2 1,-2 1-1,2-1 0,-3 2 11,-1-2 1,-1 3-71,-4 1 0,3 0-9,-7 0 0,2 0 2,-2 0 0,-1 0-132,5 0 1,-5 0-13,1 0 1,-2 0 58,-2 0 0,4 0-68,0 0 1,2 0 68,-2 0 1,-2 0-20,2 0 1,2 0-16,-2 0 0,2-5-108,-2 1 1,-2 0 83,2 4 1,2-5-10,-2 1 1,5 0 96,-5 4 1,0 0-27,-4 0 0,2 0 95,2 0 0,-3 0-78,4 0 0,-4 0 17,-1 0 1,0 4 52,0 0 1,0 1 8,0-5 0,0 0-85,0 0 1,4 0-104,0 0 1,1 0-149,-5 0 1,0-2 73,-1-2 1,6 2 124,-1-2 0,0 3-74,-4 1 0,0 0 274,0 0-197,0 0 0,0 0 127,0 0 18,0 0 1,0 4-64,0 0 1,0 1-16,0-5 1,0 0-30,0 0 0,0 0-105,0 0 0,0 0 61,0 0 0,0 0-15,0 0 0,4 0 5,0 0 0,1-5 2,-5 1 0,0 0 29,0 4 1,4-5 6,0 1 0,0 0 183,-4 4-9,0 0-93,6 0 1,-4 0-26,2 0-10,-3 0 0,-1 4-64,0 0 0,0 1-7,0-5 0,0 0-69,0 0 1,0 0 62,0 0 1,0 0-4,0 0 0,0 0 49,0 0 0,0 0 0,0 0 1,0-2 52,0-2 1,0 2 141,0-2 0,-5 3-93,1 1 1,0 0 108,4 0 1,0 0-177,0 0 0,0 0 44,0 0-119,-1 0 0,3 1 54,2 3 0,-5-2-15,5 2 0,-10-2 37,6-2 1,-3 0-23,3 0 1,0 0 63,0 0 1,0 0 147,0 0 0,-3 0 21,3 0 0,-7 0 139,7 0-307,-3 0 1,3 0-16,0 0 1,0 0-96,0 0 1,-4 0 89,-1 0 0,1 0-18,4 0 1,-5 0-10,1 0 0,0 0-121,4 0 0,-5-2 109,1-2 1,0 2-17,4-2 6,0 3 0,0 1 31,0 0 0,-1 0 1,1 0 0,0 0-29,0 0 0,0 0 0,0 0 0,-1-2 22,-3-2 1,2 3-3,-2-4 0,2 4 41,2 1 1,0 0 11,0 0 0,0 0 55,0 0 1,0 0-89,0 0 1,-4 0-65,-1 0 1,1 0 34,4 0 0,-4 4-147,-1 0 110,1 1-30,4-5-1,0 0-21,0 0 6,0 0 50,0 0 0,-5 1-114,1 3 0,-5-2 5,5 2 1,-5-2-459,5-2 0,-6 0 66,8 0 1,-8 0-338,6 0 56,-6 0 802,3 0 0,-24-12 0,-3-2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16.8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143 182 7870,'0'-13'0,"0"0"0,0 0 314,0 0 159,0 0 0,0 0 268,0 0 1,-2 6 214,-2 3-677,3 2 0,-9 4-47,5 2 1,-3 9 26,3 9 1,-5 8 3,2 5 1,-4 3 99,-1 6 1,0-3-167,0 7 1,4-2-28,1 2 1,1 1-624,-2-6 1,3-1 323,6-8 1,0 2-1351,0-5 0,7-7 1479,6-7 0,52-37 0,19-10 0</inkml:trace>
  <inkml:trace contextRef="#ctx0" brushRef="#br0" timeOffset="335">428 312 7870,'-13'-7'0,"5"1"532,-1 6 0,2-2-106,-2-2 0,-2 3 70,2-4 0,2 4 146,-2 1-521,0 6 0,-4 1 44,0 6 0,6 0-99,3 0 1,2 0 71,2 0 0,0 0-192,0 0 0,0 0-34,0 0 1,6 0 67,3-1 0,2-3-44,2 0 0,2-2 38,2 2 1,-2 1-143,2-6 0,2 5 37,-2-5 1,0 5-149,-4-5 0,0 2 206,0-2 0,-4-1 37,-1 6 1,-5-5 161,2 5-143,-4-1 0,-7 5 99,-2 0 1,-8-4-105,-2-1 1,-5 0 20,2 0 1,-4 0-156,-1-4 0,2-3-216,2 4 0,-2-4 205,2-1 1,3 0 166,2 0 0,8-23 0,4-6 0</inkml:trace>
  <inkml:trace contextRef="#ctx0" brushRef="#br0" timeOffset="542">675 416 7870,'7'0'1327,"4"0"-855,-2 0 0,-2 0-276,2 0 1,-1 0-189,5 0 1,5 0-273,-1 0 0,2 0-104,-2 0 1,-1 0-1073,6 0 1440,-7 0 0,16-6 0,-4-1 0</inkml:trace>
  <inkml:trace contextRef="#ctx0" brushRef="#br0" timeOffset="767">830 338 7864,'-6'7'336,"5"4"1,-9-8 514,6 6 0,-2 0-145,2 4 0,2 1-392,-2 3 1,2-2-159,2 2 0,2 2-254,2-2 0,-1 5-490,6-5 0,-5 0-5,5-4 0,-2 0 593,1 0 0,10 0 0,-4 0 0</inkml:trace>
  <inkml:trace contextRef="#ctx0" brushRef="#br0" timeOffset="1136">1064 260 11126,'13'-7'693,"-5"1"-557,1 6 0,4 0-182,4 0 0,5-4 84,-5-1 0,5 1-129,-5 4 1,5 0 187,-5 0 1,0 0 42,-4 0 1,-1 1 158,-4 4 1,2-2-28,-5 5 1,-1 1 237,-4 4 1,0 1-126,0 4 1,-6 2-5,-2 6 0,-8 0-146,-1 0 0,-1 0-9,5-1 0,0 1-49,0 0 0,5-4-72,-1 0 0,6-7-488,-1 3 0,2 0 245,2 0 0,2-5-1075,2-5 0,5-3 78,8 3 1,2-5-1246,2 2 2380,4-4 0,36-36 0,15-8 0</inkml:trace>
  <inkml:trace contextRef="#ctx0" brushRef="#br0" timeOffset="1461">1453 117 9178,'6'7'1055,"-5"-1"0,6-4-317,-2 2 1,2 2-315,6 2 0,4 5-75,0 0 1,5 2-234,-5 6 0,5 0 94,-5 0 1,0 8-47,-4-3 1,-1 4-86,-3 0 0,-4 4-193,-5 4 1,0 0-3,0-3 1,-1 2-275,-3-2 0,-2 1-358,-3-2 0,-1-2 748,6-6 0,-6-12 0,2-2 0</inkml:trace>
  <inkml:trace contextRef="#ctx0" brushRef="#br0" timeOffset="1736">1972 130 7813,'-8'-1'3383,"4"-4"-2157,-3 4-593,5-5 0,-8 12-83,6 3 0,0 4 50,4 4 0,0 3-88,0 6 1,0 6 112,0 2 0,-5 8-375,1 1 0,0 1-340,4-6 1,0 0-345,0-3 0,4 1-227,0-6 0,6-4-864,-1-5 1,0-5 1524,4 2 0,14-21 0,13-6 0</inkml:trace>
  <inkml:trace contextRef="#ctx0" brushRef="#br0" timeOffset="2137">2335 299 7812,'-6'-7'757,"5"-1"1128,-4 4-1010,-2 3-377,6-11 255,-11 11 1,9-7-40,-5 4 1,3 3-372,-3-4 0,5 5-182,-2 5 1,0-2-1,0 5 1,-1-3-17,2 3 0,3 1 12,-4 4 1,4 0 116,1 0-332,0 0 0,6 0-23,2 0 0,0 0-51,0 0 0,1 0-176,4 0 1,0-5 112,0 1 0,4-2-19,0 2 1,1 2 143,-5-2 1,0-2 39,0 2 1,-2-1-6,-2 5 0,1 0 100,-6 0 0,0-4-136,-4 0 0,0-1 13,0 5 1,-5 0 6,-4 0 0,-2-1-117,-2-4 0,-5 4 83,1-4 0,-5-2-108,5-1 0,-2-4-196,2-1 0,3 0-87,-4 0 1,4-1-233,1-4 0,4-2 130,1-6 578,5 0 0,32-40 0,14-11 0</inkml:trace>
  <inkml:trace contextRef="#ctx0" brushRef="#br0" timeOffset="2343">2646 364 7811,'0'7'743,"0"4"1079,0-9-1135,0 9 1,1-9-296,4 2 1,2-2-162,6-2 1,0 0-396,0 0 1,4 0-485,0 0 0,5 0 84,-5 0 0,5 0 564,-5 0 0,24-12 0,0-2 0</inkml:trace>
  <inkml:trace contextRef="#ctx0" brushRef="#br0" timeOffset="2568">2789 338 7765,'0'13'0,"-5"0"1037,1 0 0,-5 0-269,5 0 0,0 4-147,4 0 0,-5 6-488,1-1 1,0-2-376,4 2 1,0-1-410,0 5 0,4-1 651,0-4 0,24-8 0,1-7 0</inkml:trace>
  <inkml:trace contextRef="#ctx0" brushRef="#br0" timeOffset="2921">3061 519 7765,'-13'6'2886,"0"-4"1,2 5-1207,2-3 280,3-3-1515,6 5 0,2-6-198,2 0 0,5-1-429,8-4 0,-3-2-236,4-6 1,0 0-579,0 0 0,3-4 446,-3 0 1,0-2-235,0 2 0,-4-2 430,3-3 0,-2 2-21,-2 3 1,0 3 483,0-4 1,-2 4-191,-2 1 409,2 0 0,-8 4 73,6 1 262,-6 5-303,2 3 1,0 11 280,-1 7 0,0 0-282,-4 0 1,0 2-4,0 6 0,0-5-301,0 1 0,0 0-241,0 3 0,0-4-1403,0-4 1,0 2 278,0-2 1310,0 0 0,23-38 0,6-10 0</inkml:trace>
  <inkml:trace contextRef="#ctx0" brushRef="#br0" timeOffset="3177">3463 1 7761,'-7'12'1718,"1"-4"1,6 3-1005,0-2 1,2 4 115,2 4 1,3-1-263,6 6 0,0-2 161,0 1 1,4 5-327,1 0 1,3 2-158,-3 6 1,-1-5-32,-4 1 1,0 3 103,0 2 0,-2-3 143,-2-2 0,-3 2-368,-6-2 0,-6 6-269,-3-1 0,-4 2-672,-4 2 0,-3 0-2730,-6 0 3577,-6 0 0,-36 17 0,27-26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26.0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26 388 8007,'-4'9'886,"0"-1"210,-6 1 0,8 0 1323,-2-1-1151,2-5-145,2 3-711,0 0 1,2-5-175,2 3 0,-1-2-178,6-2 1,1-4-182,7-1 1,-1-9-62,6 1 0,-5-4-261,5-1 1,-5 2-458,4-5 0,0-5 386,0-4 0,2-1-23,-5 5 0,-1 0 155,-4 0 1,0-4 224,0 0 0,-2 4 45,-2 4 1,-3 7 177,-6-3 137,0 4 697,0 1-627,0 6 0,0 2 211,0 10 0,-5 2 38,1 6 1,0 1-118,4 4 0,0-3-37,0 7 1,-2 0-181,-2 4 1,3-5 9,-4 1 1,4-1-281,1 5 1,0 0-428,0 0 0,1 0-281,4 0 1,-3 0 789,7 0 0,11 11 0,8 4 0</inkml:trace>
  <inkml:trace contextRef="#ctx0" brushRef="#br0" timeOffset="241">566 362 7990,'-13'0'5464,"6"0"-4440,-5 0 1,11 1-1102,-4 4-1395,4-4 1472,1 5 0,23 0 0,6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27.3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53 324 7961,'-13'0'2455,"0"0"-425,0 0-673,6 0-775,1 0 0,16 0-327,3 0 0,7 0-224,-3 0 1,8 0-22,1 0 1,-5-5-204,5 1 1,-4 0 233,0 4 1,-4 0 7,-5 0 1,0 4-39,0 0 0,-6 6 54,-2-1 0,-4 3 278,-1 1 0,-3 4-193,-5 0 1,-2 6 145,-12-1 0,0 2-159,-4 2 1,5-1-117,-1-4 0,6 3 60,-1-7 1,3 4-260,1-3 0,1-1-15,3-4 0,-1 0-48,6 0 1,0 0-188,4 0 0,1-4-12,4-1 0,2-4-178,6 5 0,0-5-124,0 5 0,1-6-311,3 1 0,-1-1 1053,6 1 0,22-19 0,11-1 0</inkml:trace>
  <inkml:trace contextRef="#ctx0" brushRef="#br0" timeOffset="218">429 661 7937,'-6'7'1904,"5"-1"0,-5-5-1060,6 4-716,0-4-424,0 5 296,0-6 0,29 0 0,7 0 0</inkml:trace>
  <inkml:trace contextRef="#ctx0" brushRef="#br0" timeOffset="1010">805 389 8438,'-7'0'2398,"-3"1"-1811,5 3 0,1-1-182,4 6 0,0 0-178,0 3 0,0 7-123,0 3 0,0 2-23,0 2 1,1-4-159,4 0 0,-4-1 3,4 5 1,-4-6-545,-1-2-192,0 2 407,0-6-118,0-1 278,0-7 1,-1-12 90,-4-3 0,4-4 68,-4-4 0,4 1 8,1-5 1,0-5 14,0-4 1,0-2 87,0 2 0,1 1-37,4-6 0,-2 5 143,5-5 0,-3 6 6,3-1 0,1 4 5,4 5 0,0-2 43,0 5 1,-5 2-21,1 8 0,0-2 174,4 5 1,0 1-81,0 4 0,-5 0 48,1 0 1,-5 4-139,5 1 1,-5 5-135,5-2 1,-6 4-92,1 1 1,-2 4 104,-2 1 1,-2 0-96,-2 0 1,1-4 122,-6 3 0,2-2-15,-2-2 0,2 0-86,3 0 0,1-5-72,-6 1 1,6-5 74,-1 5 0,3-5 228,1 5 246,0-1-333,0 5 1,1-1-28,3-3 0,4 1-84,5-6 0,0 2 6,0-2 0,1-1 31,3 6 0,-2-6-104,2 1 0,-3 2-160,-1-2 0,-1 2 51,-3-2 0,1-1-24,-6 6 193,0-1 1,-5 5 165,-3 0 0,-4 0-159,-5 0 1,-1-1 33,-3-4 0,-2 4-262,-3-4 1,-2-2-109,2-1 1,2 0-246,-2 0 1,2-1-885,-1-4-599,2 0 2053,12 0 0,12-17 0,10-5 0</inkml:trace>
  <inkml:trace contextRef="#ctx0" brushRef="#br0" timeOffset="1393">1311 427 7884,'-20'6'241,"1"-3"59,6 6 1,0-5 313,0 5 0,0-5 752,0 5 1,1-1-322,4 5 0,1 0-259,2 0 0,4 0-144,-3 0 1,2 5-351,2-1 0,2 0-250,2-4 0,3 0-56,6 0 0,0 0-347,0 0 0,4-6 212,1-3 0,3-2-91,-4-2 1,7 0-1067,-3 0 0,4-6 505,1-2 0,-5-4-100,1-1 0,-6 0 432,1 0 1,-3-4 235,-1-1 1,-4 1 52,0 4 0,-6-4 150,1 0 1,-3-1-152,-1 5 1,-5 0 41,-4 0 1,-3 0 50,-1 0 0,-1 2-40,-3 2 0,1-1-251,-6 6 0,2 0 32,-2 4 1,5 1 346,8 3 0,9 15 0,8 8 0</inkml:trace>
  <inkml:trace contextRef="#ctx0" brushRef="#br0" timeOffset="1813">1648 427 7873,'-13'0'699,"0"5"194,0-1 0,0 5-75,0-5 1,2 6 393,2-1 0,-1 2-526,6 2 1,-1 0 75,5 0 0,0 0-615,0 0 0,0-4 38,0 0 0,2-2-156,2 1 1,3 0 2,6-4 0,0-3 6,0 4 0,2-5-59,2-5 0,-1-2-402,5-6 0,-3-1-67,3-4 0,-4 0-376,5-4 1,-6-2 112,1 2 0,2-3 265,-2 0 0,1-1 122,-5 0 0,-5-5 113,1 1 1,-6-4-15,1 3 1,-3-3 77,-1 3 0,-1 3 89,-3 6 0,1 5 45,-6 8 0,5 3 267,-5 6 0,5 2 39,-5 2 0,2 8 284,-2 5 1,2 7 385,3 2 0,2 0-399,-2 5 0,3-4 139,1-1 0,0 0-457,0 0 1,0 0-408,0 0 0,0 0 3,0-1 1,4 1-253,0 0 0,6-4 452,-1 0 0,37-12 0,10 1 0</inkml:trace>
  <inkml:trace contextRef="#ctx0" brushRef="#br0" timeOffset="2170">2037 389 7847,'0'7'0,"-1"-1"1006,-4-6 1443,4 0-1903,-5 0 1,8 0-176,2 0 0,-1 0-543,5 0 0,1 0-121,4 0 1,0-2-335,0-2 1,0 1 410,0-6 1,0 6-73,0-1 0,-5-3 267,1-2 1,-5 2 91,5-2 0,-6 5 1,1-5 1,-2 5-9,-2-5 26,0 1 1,-6-4-10,-3 4 0,-2 2 166,-2 6 0,-2 0 116,-2 0 0,3 1 380,-4 4 1,4 2 25,1 6 1,2 1 459,2 3 0,-3-1 174,4 6 1,2 0-681,2 3 1,2 0-100,2-3 0,0 2-374,0-2 1,6-2-274,3 2 1,6-7-457,3 3 1,5-8-747,-2-2 1,8-5 956,1 2 268,7-10 0,30-60 0,-26 23 0,0-1 0</inkml:trace>
  <inkml:trace contextRef="#ctx0" brushRef="#br0" timeOffset="2470">2478 427 7843,'-7'0'3559,"1"0"1,8-4-2954,2 0 0,3-2-867,6 2 0,4 2-894,1-2 1,5 1 1154,-2-1 0,33 2 0,8-3 0</inkml:trace>
  <inkml:trace contextRef="#ctx0" brushRef="#br0" timeOffset="3118">3075 168 7831,'-9'13'80,"2"0"128,1 0 0,2 1 157,4 4 1,-5-2 285,1 5 0,0 1-237,4 4 1,0 0-38,0 0 0,0 0 1,0-1 1,0 0 105,0-3 0,1 1-220,4-6 1,-4 0-288,3-4 0,-2 0-724,-2 0 217,0-6-469,0-1 596,0-6 0,0-10-248,0-3 0,0-9 126,0 1 0,-2-4 136,-2-1 0,1-4 183,-6 0 0,2-2 63,-1 2 1,-4-2 165,3-2 1,2 2 104,-1 6 0,5 0 380,-2 0 0,4 0-213,1 0 0,0 6 215,0 3 0,1 2-236,4 2 1,2 5-2,6-1 0,4 6-194,0-1 1,6-2-201,-1 2 1,3-2-475,1 2 0,-1 2 595,1-2 0,23 14 0,6 4 0</inkml:trace>
  <inkml:trace contextRef="#ctx0" brushRef="#br0" timeOffset="3319">3049 311 7831,'-7'0'320,"-5"0"0,11 1 1269,-4 4-872,4-4-536,1 5 0,6-6-375,2 0 1,9 0 194,5 0 1,4 0 230,4 0-232,-2 0 0,44-6 0,4-1 0</inkml:trace>
  <inkml:trace contextRef="#ctx0" brushRef="#br0" timeOffset="3645">3529 220 7831,'-19'7'-424,"4"3"794,-2-5 0,3 3 568,1-3 0,-2 5 199,-2-2 1,3 4-320,-4 1 0,5 0 34,5 0 0,-4 4-398,4 0 0,2 1 23,2-5 0,2 0-288,2 0 1,2-1-230,2 1 0,-1-1-22,5-3 1,2 1-201,8-6 1,-2 0-114,5-4 0,1 0-267,4 0 1,0-5-561,0-4 1,-2-3 520,-2-1 0,1-4 21,-6 0 0,2-2 291,-2 2 1,-4-2 175,0-3 1,-6 2 78,-7 3 0,0 3 118,0-4 0,-1 0 85,-3 0 1,-8 5-82,-5 5 0,-6 5-93,1-2 0,-2 4-83,-2 1 1,1 0-138,3 0 0,4 6 79,5 2 226,0 4 0,23 12 0,6 4 0</inkml:trace>
  <inkml:trace contextRef="#ctx0" brushRef="#br0" timeOffset="3895">3814 402 7842,'-6'7'1975,"5"4"-866,-11-9 133,11 9-399,-11-9-585,11 3 1,-5-10-74,6-4 1,-4-2 25,-1-2 1,1-2-140,4-2 1,0 1-19,0-6 1,0 7-95,0-3 1,2-1-114,2 2 0,-3 0-414,4 4 1,2 0 15,1 0 0,4 4-447,1 1 0,0 5 370,0-1 0,4-2 628,0 1 0,30 13 0,2 6 0</inkml:trace>
  <inkml:trace contextRef="#ctx0" brushRef="#br0" timeOffset="4441">4034 376 7842,'-13'7'525,"6"4"1,-3-8 732,6 6 0,-5-5 311,5 5-1188,0-6 1,4 4 15,0-3-341,0-2-245,0 3 0,0-6 68,0-3 0,0 1-176,0-6 1,1 1 102,3-5 1,-2-5-151,2 1 0,2-5 83,-2 5 1,5-5 186,-5 5 1,5-4 9,-5 3 1,5-3 39,-5 3 1,5 1 151,-5 4 1,5 4-110,-5 1 0,5 3 342,-5-3-201,6 5 0,-4 3 122,2 9 0,3 2 287,-7 2 0,2 1-201,-2 4 1,-3-2 24,4 5 1,-4-5-214,-1 1 1,2-2 147,2-2-238,-3 0-573,5 0 143,0-6-14,1-1 1,5-8-100,-4-2 1,4-5 111,-4-8 0,4 1 267,1-6 1,0 7-36,0-3 0,0 0 78,0 0 0,0 1 60,0 4 1,0 2 197,0 2 0,0-1-28,0 5 1,0 1 340,0 4-193,0 0 0,-2 2 206,-2 2 0,1 5 47,-6 8 1,2-1-503,-2 5 0,-2-3-498,2 3 0,-3-3-455,-1 3 0,0-5-2444,0 1 3299,6 3 0,-4 1 0,3 5 0</inkml:trace>
  <inkml:trace contextRef="#ctx0" brushRef="#br0" timeOffset="4686">4748 181 7835,'-7'2'5033,"2"2"-4561,-2-3-821,6 5 1,-5-5 348,6 4 0,17 14 0,5 8 0</inkml:trace>
  <inkml:trace contextRef="#ctx0" brushRef="#br0" timeOffset="4810">4800 324 7815,'-8'13'0,"-3"-6"0,8 3 902,-6-6 1,7 2-903,-3-2 0,10-14 0,2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35.9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363 169 8209,'-2'-11'563,"-2"2"0,1-2-177,-6 2 0,5 2-151,-5-2 1,1 6-85,-5-1 0,-2-2-93,-2 2 0,-3 1 85,-6 7 1,4 8 21,1 5 0,-1 8 44,-4 1 1,0 1-51,0 8 0,2-1-133,2 5 0,5-1 131,8-4 0,-1 4-6,6-4 1,1-2-104,7-2 0,5-8-165,8-5 1,3-2 111,6-3 1,0-4-111,0-4 1,0-3-100,0-1 0,0-4-164,0 0 1,-2-6 32,-2 1 0,1-7-7,-6-1 1,1-2-223,-5 2 1,-6-2 233,-3-2 0,-2-2 131,-2 5 1,0-1 42,0 2 0,0 3 112,0-4 0,-2 8-31,-2 2 0,1 1 385,-6-2-93,6 3 296,-2 6-158,5 0 0,5 0-134,4 0 0,4 4 18,4 1 0,2 1-184,3-2 1,2-1-15,-2 5 1,-2 0 49,2 0 1,-2 4-23,1-4 0,2 4 5,-5 1 0,-5 0 7,-5 0 0,0 4-57,0 0 0,-2 5-162,-6-5 1,-1 6-262,-4-1 1,-1 1-107,-2-1 1,-4 1 514,4-6 0,-21 0 0,-6-4 0</inkml:trace>
  <inkml:trace contextRef="#ctx0" brushRef="#br0" timeOffset="284">868 79 7949,'-7'0'0,"-4"0"0,2 0 0,2 0 590,-2 0 0,5 4 861,-5 0 0,6 11-863,-1-2 1,1 8-118,-1 1 0,2 8-229,-2 5 1,3 2-191,1 2 0,-2 0-611,-2 0 1,2 4-147,-2 0 0,4-1-587,4-7 0,2 1 555,3-6 737,2 0 0,25-33 0,13-7 0</inkml:trace>
  <inkml:trace contextRef="#ctx0" brushRef="#br0" timeOffset="619">1180 247 7932,'-19'0'482,"5"0"1,-7 0 50,4 0 0,3 0-21,-4 0 1,0 5-181,0-1 1,1 5-60,4-5 1,4 5-147,1-5 1,5 6-126,-1-1 1,2 2 70,2 2 0,2-1 109,2-4 0,3 4-174,6-4 0,2 4-107,2 1 1,-1-2-132,5-2 0,-3 3 53,3-4 1,-3 0-129,3 0 1,-5-5 70,1 1 0,-2 2-257,-2-2 431,0 7 1,-5-6 198,1 4 0,-6 2-86,1-2 0,-10-2-23,-7 2 1,-1 0 123,-8 4 1,5-5-214,-5 1 0,1-6-124,-5 1 1,1-2-110,4-2 0,-2 0-1066,5 0 1358,1 0 0,16-58 0,2-14 0</inkml:trace>
  <inkml:trace contextRef="#ctx0" brushRef="#br0" timeOffset="898">1206 1 7932,'7'0'0,"-1"0"1725,-6 0-385,0 0-712,5 6 0,3-3-208,5 5 0,1-4-164,3 5 0,3 1 26,6 8 1,-1-3 26,-3 7 1,2-2-25,-2 2 1,-4 2-68,0-2 1,-5 2-77,-5 2 0,2 0-180,-5 0 1,-2 4-258,-8 1 0,2 0-193,-5 0 0,-1 0-659,-4 4 0,0-2 498,0-3 649,0-2 0,-17 15 0,-5-3 0</inkml:trace>
  <inkml:trace contextRef="#ctx0" brushRef="#br0" timeOffset="1167">1737 182 7915,'8'0'1008,"-3"0"-217,-5 0 623,0 0-1324,6 0 0,1 0 81,6 0 0,2 0-489,2 0 0,-1 0-267,6 0 0,-1 5 585,5-1 0,29 6 0,7-3 0</inkml:trace>
  <inkml:trace contextRef="#ctx0" brushRef="#br0" timeOffset="1408">1828 351 7910,'-7'0'2356,"-4"0"-980,9 0-199,-4 0-974,6 0 0,8 0-418,4 0 1,3-1-352,7-4 0,-2 2-1849,1-5 2415,4 5 0,24-9 0,13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38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221 65 7895,'7'-6'120,"-1"5"1,-5-6 2007,4 2-869,-4 4-443,11-11 0,-11 9 259,3-5-185,-2 5-505,-2-9-355,0 11 1,-2-5 21,-2 6 0,-5 0-235,-8 0 0,1 6 8,-5 3 0,-1 2 138,-4 2 1,5 0-65,-1 0 1,2 1 22,-2 4 0,3-4 90,6 3 0,2-2-36,2-2 0,3 0 41,6 0 1,3-2 20,6-2 1,5 1-31,12-6 0,7 1-276,6-5 0,2 0 86,6 0 0,-1 0-629,2 0 1,2-5-76,-2 1 0,-3-5-1100,-2 5 1986,-3 0 0,-1 4 0,0 0 0</inkml:trace>
  <inkml:trace contextRef="#ctx0" brushRef="#br0" timeOffset="293">415 0 7877,'-7'0'275,"-4"0"1,8 0 1178,-6 0-525,6 0-480,-2 0 0,5 2 43,0 2 0,0 5 38,0 8 1,0 3-76,0 6 1,0 1 90,0 4 0,4 2-191,0 6 1,1 4-22,-5 0 0,0 0-906,0-4 1,0 3 99,0-3 1,0 1-160,0-9 0,1 0 631,3 0 0,4-4 0,4 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40.0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390 377 8605,'0'-7'3493,"1"0"-2974,3 2 1,3 4-235,6-4 1,6 4-125,3 1 1,2 0-97,2 0 0,0 0-14,0 0 1,-4 0-237,-1 0 1,-5 0 92,2 0 1,-4 0-420,-1 0 451,-6 6 1,-3 1 23,-8 6 1,-3-4-13,-6-1 0,-1 1 48,-4 4 1,2 0 16,-5 0 1,3 0-6,-3 0 0,5-5-47,-1 1 34,2 0 0,2 4-262,0 0 296,6 0 1,1 0 23,6-1 0,2-3 146,2 0 1,3-2-104,6 2 0,2 2-18,2-2 0,2 1-92,2-1 1,4 1-154,-4-6 1,0 6 178,0-1 1,-5-2-117,1 2 0,-2-2 13,-2 1 1,-6 4 126,-3-3 1,2 2 154,-2 2 0,-5 0-159,-8 0 0,-4 0 32,-4 0 0,1 0-140,-5 0 0,-1-4-161,-4-1 0,0-3-11,0 3 1,0-5-305,0 1 0,0-2-32,0-2 1,5 0-123,-1 0 1,2-6-943,-2-3 1644,9-2 0,25-14 0,10-2 0</inkml:trace>
  <inkml:trace contextRef="#ctx0" brushRef="#br0" timeOffset="359">1142 169 7897,'-13'0'0,"6"0"240,-5 0 55,5 0 1,-6 6 101,0 3 0,6 8 195,2 5 0,-2 9 56,-1 8 0,0 7-127,0 11 0,-1-3 11,-4 7 1,4-5-404,1 5 1,5-7-364,-1 3 0,2-10 36,2-4 1,6-8-158,3-5 1,2-2 426,2-2-72,6-6 0,30-19 0,13-9 0</inkml:trace>
  <inkml:trace contextRef="#ctx0" brushRef="#br0" timeOffset="844">1557 143 7865,'-13'0'0,"0"-5"1,0 3 322,0-2 0,0 2 144,0 2 1,0 0-363,0 0 1,4 6-231,1 3 1,3-2-9,-3 2 0,5-1-633,-1 5 558,2 0 1,2 0 157,0 0 0,2-1 143,2-4 1,3 4-29,6-3 0,0-2 233,0 1 1,0-3-166,0 3 0,4-5 20,1 2 0,-1 0-132,-4 0 0,0-1-257,0-4 279,0 6 63,0 1 0,-6 2 76,-3-1 0,-2-3-101,-2 3 1,-6 0-7,-3 0 1,-4 2-28,-4-5 0,1 3 43,-5-3 0,-1 3-143,-4-3 1,0-1-229,0-4 1,4 0-47,1 0 0,5 0-1115,-1 0 314,2 0 1127,8-6 0,53-41 0,19-17 0</inkml:trace>
  <inkml:trace contextRef="#ctx0" brushRef="#br0" timeOffset="1076">1868 79 7865,'0'7'599,"0"-1"167,0-1 0,0 3-139,0 5 1,-1 5 128,-4 4 1,-2 4-195,-6 4 0,0 5-137,0 8 0,-1-1-160,-4 5 0,0 1-372,-4 4 1,2-6-401,3-3 1,4-4-132,0-4 1,0 1-914,4-6 1,3-4 1550,2-5 0,8-5 0,4 3 0</inkml:trace>
  <inkml:trace contextRef="#ctx0" brushRef="#br0" timeOffset="1562">1959 455 10905,'13'0'-198,"0"0"0,0-5 161,0 1 1,4 0-48,0 4 1,1-2 38,-5-2 0,-5 3-597,1-4 626,0 4-70,4 1 0,-6 1 421,-3 4 1,-3-3-10,-1 7 1,-5-2 77,-4 2 0,-2 2-99,-2-2 0,0 3 23,0 1 0,0 0-84,0 0 1,0 0-124,0-1 0,6 1-166,2 0 0,-1 0-84,2 0 0,0-3-313,4 3 0,1-7 208,4 7 0,3-7-276,10 3 1,-3-2 137,7 1 0,-5 0-23,5-4 0,-6-3 196,1 4 1,2-2 204,-2 1 0,0-3-26,-4 4 1,-4 0 169,0 0 0,-6 5 554,1-1 1,-4-2-347,-4 1 1,-4 0 155,-5 0 1,0 4-191,0-4 1,-5 0-125,-4 0 0,2-3-170,-2 3 0,1-5-410,-5 1 0,1 2-121,4-1 0,-2-1-639,5-4 0,-2-2-837,7-2 1977,-3-3 0,32-23 0,0-5 0</inkml:trace>
  <inkml:trace contextRef="#ctx0" brushRef="#br0" timeOffset="1827">2439 403 11934,'13'0'-395,"0"0"0,1 0-427,3 0 1,-1 0 392,6 0 0,-1 0-262,5 0 1,0 0 690,0 0 0,18 6 0,3 1 0</inkml:trace>
  <inkml:trace contextRef="#ctx0" brushRef="#br0" timeOffset="2085">2581 338 7842,'-7'0'-1845,"0"1"2354,3 4 0,2-2 108,-2 5 1,2-3 57,2 3 1,0 1-272,0 4 0,0 1-53,0 4 1,0-3-308,0 7 0,0-2-238,0 2 0,0 2-1192,0-2 0,0-2 1386,0 2 0,12 11 0,2 7 0</inkml:trace>
  <inkml:trace contextRef="#ctx0" brushRef="#br0" timeOffset="2462">2867 546 7842,'-7'7'136,"-5"-2"0,9-5 2378,-6 0-1305,7 0-11,-4 0-903,6 0 0,10-4-246,3 0 1,4-6-791,0 1 0,-1-7 531,6-1 0,-2-2-766,2 2 1,1 1 373,-6-6 1,5 5-62,-5-4 1,5-1 324,-5-4 1,0 4 235,-4 1 1,-1 5 90,-4-1 1,0 4 489,-4 4 942,-3-3-1051,5 11 1,-6 1 676,0 9 1,0 2-380,0 2 1,0 2 150,0 2 1,0 3-302,0 6 1,0-1-68,0-4 0,0 4-276,0-4 1,2 4-161,2 1 0,-3-2-308,4-2 0,-4 2-602,-1-2 1,4 1-3197,1-1 4091,5-4 0,3-5 0,7 0 0</inkml:trace>
  <inkml:trace contextRef="#ctx0" brushRef="#br0" timeOffset="2770">3347 1 7836,'7'6'-1677,"-1"-5"1829,-1 11 0,3-5 718,5 6 1,1 0 55,3 0 1,-1 0-409,6 0 1,-2 5-95,2 4 1,2-2 15,-2 2 0,-4 4 114,0 4 0,-4 2-44,-1-2 0,-4 2 142,-1 2 0,-5 7-204,2-7 0,-11 6 23,-7-5 1,0 3-459,-4 0 1,-2 0-388,2-4 0,-5 3-2341,5-7 1,-2 1 2714,2 0 0,-9-4 0,-8 5 0</inkml:trace>
  <inkml:trace contextRef="#ctx0" brushRef="#br0" timeOffset="4696">26 1129 7841,'0'7'-21,"-1"-1"63,-3-6 480,2 0-1,-4 6-272,1-5 98,3 5-20,-4-6-19,6 0-234,6 0 1,1 0 73,6 0 0,0 0-98,0 0 0,0 0 26,0 0 0,2 0-3,2 0 0,-1 0 108,5 0 1,0 4-12,0 1 1,5-1 2,0-4 0,0 0-57,4 0 1,2 0 15,-2 0 1,2 0-64,-2 0 0,-1 0-131,6 0 0,-7 0 36,3 0 0,-4-4-157,-1-1 0,0 1 23,0 4 0,-4-1 99,-1-4 0,-4 4 15,5-3 1,-6 2 5,1 2 1,2 0-2,-2 0 0,2-4 7,-2-1 1,-1 1 9,6 4 1,-6 0-39,1 0 0,3 0-75,2 0 0,-2-4 79,1 0 1,-3-1 8,3 5 1,-3-1 74,3-4 1,-3 4-48,3-3 0,-4 1-1,5-2 0,-5 4 28,5-3 0,-2 2 19,2 2 1,-2-4-6,-3 0 0,-1-2 88,6 2 1,-2 2 40,2-2 0,-2 1-30,-3-1 0,-1 2 78,5-2 1,-5 1-79,2-1 1,-3 2 10,3-2 1,-4 2-24,3 2 0,-1 0 0,2 0 0,-4 0-34,3 0 1,-1 0-107,1 0 1,-2 0-66,2 0 1,-1 0 7,1 0 0,-1 0 87,6 0 0,-6 0 69,1 0 1,2 0 9,-2 0 0,5 0-4,-5 0 1,4-4 19,-3 0 0,-1-1-61,-4 5 0,4-4 9,1 0 1,0-1-62,0 5 0,-4 0 31,3 0 1,-2 0-24,-2 0 1,4 0 92,0 0 0,1 0 4,-5 0 0,1 0-35,3 0 1,-2 0 87,2 0 1,-3 0-105,-1 0 0,5 0 0,-1 0 0,2 0-24,-2 0 1,-3 0 33,4 0 1,0 0-20,0 0 1,0 0 70,0 0 0,-4 0 3,3 0 1,-2 0-27,-2 0 1,4 0 14,0 0 0,1 0-63,-5 0 1,0 0-4,0 0 0,1 0-94,3 0 0,-2 0 92,2 0 1,-3 0-21,-1 0 0,5-4-25,-1 0 0,0-1-16,-4 5 0,2 0 50,2 0 1,-3-1-3,4-3 1,-4 2 39,-1-2 1,0 2 10,0 2 0,0 0-18,0 0 1,0 0-27,0 0 1,4 0 3,0 0 0,1 0-16,-5 0 1,0 0-2,0 0 0,0 0-7,0 0 1,1 0-11,3 0 0,-5 0-24,5 0 1,-5 0-11,5 0 1,-3 0 40,-1 0 23,0-5 0,5 3 2,-1-2 0,-4 3 3,-5 1 1,1 0 2,4 0 1,0 0 35,0 0 0,0 0 13,0 0 1,0 0-4,0 0 0,0 0-11,0 0 1,0 0-72,0 0 0,-3 0 18,3 0 1,-3 0-12,7 0 1,-2 0 3,-2 0 0,0 0-9,0 0 1,0 0-42,-1 0 1,1 0-7,0 0 0,0-2 45,0-2 0,0 2 0,0-2 0,0 3 49,0 1 0,0 0 117,0 0 1,0 0 13,0 0 1,-4 0-85,-1 0 0,3 0-42,6 0 0,-6-2-38,7-2 1,-11 2-134,6-2 0,-2 3 144,7 1-27,-4 0 1,9-5 62,-6 1 1,1 0 60,-5 4 0,0 0 207,0 0 1,-5 0-98,1 0 0,0 0 558,3 0-552,1 0 1,0 0-35,0 0 1,0 0-31,0 0 0,-4 0-116,0 0 111,-1 0 1,5 0-106,0 0 1,-4 0-18,0 0 62,-7 0-30,10 0 1,-9 0-284,5 0-475,-5 0-925,3 0-1733,-6 0 3350,0 0 0,-11-12 0,-4-2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45.6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0 468 7835,'0'-7'403,"0"1"126,6 0 1,-3 3 3,6-5 1,-5 3 187,5-3 1,1 0-133,7 0 1,-1-4-134,6 4 1,-1 0-54,5 0 1,0 3-128,0-3 1,-4 5-14,-1-1 1,-5 2-5,1 2 0,-2 4 69,-2 1 0,-5 5-227,1-2 1,-6 5 121,1 5 1,-2-2-451,-2 5 0,-6-4 57,-3 5 1,-2-2-115,-2 2 1,-2 2 165,-2-2 0,3 2-37,-4 2 0,0 0 115,0 0 0,1 0 158,4 0 1,0-6 109,0-2 1,5 0-70,-1 0 1,6 0-64,-1 0 0,2-8-283,2 3 0,6-5-414,3 1 0,4-2-24,4-2 0,-1-4-577,5 3 1,5-4 365,5-4 836,-1 3 0,42-34 0,11-1 0</inkml:trace>
  <inkml:trace contextRef="#ctx0" brushRef="#br0" timeOffset="558">869 131 7834,'-5'-8'38,"2"-2"-19,-6 6 1,5 0 783,-5 4 1,5 0-245,-5 0 0,5 1-338,-5 3 1,5 9 44,-5 9 0,1 8 0,-5 5 0,4 8 11,0 5 1,1 4 113,-5 4 1,1-2-243,4 7 1,-3-6-208,7 1 0,0-4-220,4-5 1,4-6 223,0-7 1,7-6-2317,-3-2 2370,4 0 0,24-24 0,6 3 0</inkml:trace>
  <inkml:trace contextRef="#ctx0" brushRef="#br0" timeOffset="1216">1194 182 7834,'0'-7'664,"0"0"733,0 3-256,-6 2-798,4-9 1,-3 8 156,5-6-331,-6 6 1,5-4 170,-4 3-301,-2 2 1,0-3 52,-6 5 0,4 0 6,1 0 1,-1 4 50,-4 0 1,0 6-136,0-1 0,1-2-45,4 2 0,-2-1-149,5 5 1,1 0 109,4 0 1,0-4-87,0 0 1,1-1 30,4 5 1,2-1 72,6-4 0,1 3-98,4-7 0,-4 2-4,3-2 1,2-1 55,-2 6 1,5-7 50,-5 3 1,1-2 9,-5 1 1,-5-1 38,1 5 0,-6-3 123,1 3 1,-2 1-46,-2 4 0,-2 0-96,-2 0 0,-8 0 36,-5 0 1,-2-4-92,2-1 1,-2-1-133,-2 2 0,-4 1-25,3-6 0,4 1-253,0-5 1,0 0-53,0 0 0,5 0-835,5 0 1368,5-6 0,37-53 0,17-19 0</inkml:trace>
  <inkml:trace contextRef="#ctx0" brushRef="#br0" timeOffset="1451">1453 105 7834,'0'7'210,"0"4"1,0-8 368,0 6 0,0-3 249,0 7 0,0-3-335,0 7 0,0 3 131,0 2 1,-4 4-208,-1 4 0,-5 3-39,2 6 0,-4 0-201,-1 0 0,0 0-92,0 0 1,5-2-191,-1-2 0,0 1-382,-4-6 1,5 0-1274,-1-4 1,6-6 1759,-1-2 0,2-33 0,2-8 0</inkml:trace>
  <inkml:trace contextRef="#ctx0" brushRef="#br0" timeOffset="1820">1583 429 10791,'13'0'367,"0"0"-623,0 0 0,0 0 74,0 0 0,2-2 35,-2-2 121,9 3 0,-13-5 173,8 6 0,-7 0 150,-1 0 0,-6 1-190,1 4 1,-3 2 146,-1 6 0,-1 0-62,-3 0 0,-5 1 186,-8 4 1,1 2 44,-6 6 0,6 0-77,-1-1 0,-2 1 24,2 0 0,0-1-218,4-4 0,4 3 0,0-7 0,7 4-132,-3-3 1,5-1-311,5-4 1,2-6-75,6-2 0,4-4-384,0-1 1,11 0-2130,-2 0 2877,3 0 0,43-46 0,-31 17 0,1 0 0</inkml:trace>
  <inkml:trace contextRef="#ctx0" brushRef="#br0" timeOffset="2119">2102 377 11303,'13'0'860,"-3"-1"-753,3-4 1,-2 4-283,11-4 0,-2 4-141,2 1 0,6 0-409,-2 0 0,3 0-503,-3 0 1228,0 0 0,11-11 0,4-4 0</inkml:trace>
  <inkml:trace contextRef="#ctx0" brushRef="#br0" timeOffset="2334">2244 273 7783,'-6'7'717,"4"1"1044,-7-4-1309,0 3 0,2 6 15,3 0 0,-2 2-280,2 2 1,-1-1-184,5 5 1,0 1-293,0 4 0,5-5-1255,-1 1 1543,6 0 0,15 9 0,9 3 0</inkml:trace>
  <inkml:trace contextRef="#ctx0" brushRef="#br0" timeOffset="2712">2465 597 7783,'-7'0'0,"-1"0"2868,4 0-1221,3 0-746,-5 0-750,6 0 0,1 0-186,4 0 1,3-4-15,9 0 1,-1-6-278,6 1 1,-5-2 229,5-2 0,-2 0 13,2 0 0,1-5 27,-6 1 0,2 0-74,-2 4 1,-4-4-70,0-1 1,0 1 94,-4 4 0,-4 0 19,0 0 1,-2 2 75,1 2 132,-3-3 107,5 11 433,-6-11 171,0 11-337,0-5 1,0 8 301,0 2 0,0-1-239,0 5 0,0 1 79,0 4 0,0 1-412,0 4 1,0-2-309,0 5 1,0-3-314,0 3 1,0-1-684,0 2 1,0 1-1238,0-6 2314,0 6 0,17 3 0,5 7 0</inkml:trace>
  <inkml:trace contextRef="#ctx0" brushRef="#br0" timeOffset="3036">2828 1 7779,'0'7'358,"0"-1"1,1-6 537,4 0 0,-2 4-261,5 1 1,2 5 134,8-2 1,-3 4-6,7 1 1,0 5-95,4 4 1,0 3 78,-1 1 1,-3 4-158,0 0 1,-6 6 61,1-1 0,-9 2-230,-3 2 0,-5 0-21,-5 0 1,-2 4-195,-6 0 0,-1 5-51,-3-5 1,1 0-1484,-6-4 0,5 2 243,-5 2 0,6-7 1081,-1 3 0,-20-26 0,-5-3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49.9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117 117 8196,'-1'-7'2213,"-3"2"-1784,2 4 0,-8 2-83,6 4 1,-5 8-32,5 8 1,-6 9 125,1 5 0,2 8-122,-2 5 1,1 8 54,-5 5 1,1 2-359,3 2 1,4-6-227,5-3 1,0-4-237,0-4 0,5-5-416,4-9 1,4-3 861,4-10 0,27-25 0,10-12 0</inkml:trace>
  <inkml:trace contextRef="#ctx0" brushRef="#br0" timeOffset="376">481 311 7808,'-19'0'0,"4"0"518,-2 0 1,1 0 738,-1 0 0,7 0-546,-3 0 1,3 0 45,-3 0 1,4 2-673,1 2 0,5-1 98,-2 6 1,0-1-416,0 5 1,1 0 65,4 0 0,1 0-49,4 0 1,-2 0 137,5 0 0,2 0-132,8 0 1,-4-4-40,3-1 1,2 0 91,-2 0 0,5-1-17,-5-2 1,1-2 81,-6 5 1,6-5-85,-1 1 0,-4 4 131,-4 0 0,-2 0 67,2 0 1,-4 1-48,-5 4 1,0 0 5,0 0 0,-5 0-22,-4 0 1,-7 0 24,-1 0 0,-6-2 17,1-2 1,2 1 96,-2-6 1,1 5-311,-5-5 0,0 0-188,0-4 1,4-4-276,1 0 0,6-6 222,2 1 452,0-2 0,46-43 0,5-9 0</inkml:trace>
  <inkml:trace contextRef="#ctx0" brushRef="#br0" timeOffset="584">727 402 7817,'9'4'1688,"-1"1"1,1-1-1300,4-4 0,0 0-332,0 0 1,6 0-903,2 0 0,4 0 475,1 0 1,0 0-765,-1 0 1134,1 0 0,6-23 0,1-6 0</inkml:trace>
  <inkml:trace contextRef="#ctx0" brushRef="#br0" timeOffset="784">883 298 7817,'-8'8'2173,"-2"3"-1374,6-2 0,-2 2-114,2 2 0,2 2-347,-2 2 1,-2-1-142,2 5 0,0 1-262,4 4 0,0 0-372,0 0 1,0-4-2116,0-1 2552,0 1 0,23 9 0,6 3 0</inkml:trace>
  <inkml:trace contextRef="#ctx0" brushRef="#br0" timeOffset="1120">1103 584 10474,'-13'0'3968,"6"0"-2853,1 0-783,6 0 0,3-6-667,6-3 1,-1-4-50,10-4 0,2-2-378,1-2 0,0-5 395,0 0 0,-5 0-182,1-4 1,2-2 272,-2 2 0,1-1-71,-5 5 0,-5 6 303,1 3 1,-5 3-95,5 1 643,-6 5 0,3 4 148,-6 8 0,0 5 410,0 8 1,1-1-381,3 6 1,-2 1 187,2 7 0,-3-2-462,-1 2 0,2 1-22,2 0 0,-2 0-952,2 0 1,2-4 412,-2 3 1,2-4-563,-2-4 1,2 1 437,3-6 1,2-1 275,-2-7 0,20-44 0,5-15 0</inkml:trace>
  <inkml:trace contextRef="#ctx0" brushRef="#br0" timeOffset="1376">1466 0 9023,'0'7'4544,"2"3"-3608,2-5 1,-1 3-260,6-3 0,1 6 242,7 2 0,-1 2-382,5 6 0,1 5-186,4 4 0,-4 6 151,-1-1 1,-5 8-151,1 5 1,-8 2-257,-5 2 1,-2 0-273,-2 0 0,-10 1-496,-3 3 0,-8-2 111,4 2 1,-4-4-1573,3-5 2133,1-2 0,-19 0 0,-6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52.6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13 7896,'-6'7'1196,"5"-1"1686,-11-6-1924,11 0 0,-3 0-460,8 0 1,3 0-270,6 0 0,6 0-171,2 0 1,5 0-171,5 0 0,-3 0-325,7 0 1,-5-4-1378,5-1 1814,-6 1 0,37-2 0,3-1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52.9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11528,'13'0'899,"1"0"-799,3 0 0,4 0-538,5 0 0,5 0 438,4 0 0,60 0 0,-40 0 0,1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5:55.3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195 545 7900,'6'-13'3545,"-5"0"-1461,5 0-915,-6 6-524,0-5 0,-1 11-262,-4-3 0,3 4-171,-7 4 1,0 7 133,-4 7 0,-1 9 93,-3-1 0,1 13 120,-6 0 0,5 8-108,-5 1 1,6 7 93,-1 1 0,4 4-368,4-3 0,4-3-211,5-6 1,1-3-47,3-6 0,5-6-319,8-3 0,4-8-498,5-5 1,-1-4 458,1-4 0,0-4-158,0-5 0,2-1-4,2-3 1,-3-5-113,4-8 0,-5-2 284,-5-3 0,-1-2 47,-2 2 1,-5-1 312,0 1 1,-2-2-91,-7 2 0,5 4 334,-5 0 0,1 2-10,-5-1 0,-6 7 189,-3-3 0,-2 7-228,-2-2 1,-2 5-49,-2-2 1,-3 4 209,-6 1 1,0 0-12,0 0 0,-1 4-171,-4 1 1,6 5 14,-1-2 1,1 0-931,8 0 0,-1-3-1453,6 3 2261,4 1 0,31-8 0,13-2 0</inkml:trace>
  <inkml:trace contextRef="#ctx0" brushRef="#br0" timeOffset="1117">1233 208 7830,'0'-7'-2,"-2"-5"1,-2 3 0,3-2 1908,-4-2-1326,-2 6 0,1-1 717,-2 4-964,-4 3 1,5 2-209,-6 12 0,0 6 3,0 7 0,0 6-166,0 2 1,0 5 141,0 4 1,0 0-57,0 9 0,2-7-694,2 7 1,3-3-175,6 3 0,0-6-1391,0-3 2210,6-3 0,30-12 0,13-4 0</inkml:trace>
  <inkml:trace contextRef="#ctx0" brushRef="#br0" timeOffset="1510">1557 182 7848,'-13'0'299,"0"0"0,-4 1 466,0 4 1,-1-4-219,5 3 1,0 4-24,0 0 1,2-1-463,2 2 0,-1 0-71,6 4 0,-5-5-175,5 1 79,-1 0 0,11 2-296,3-2 1,-2 1 236,2-6 1,1 5 5,7-5 0,-2 5 26,2-5 0,2 5 63,-2-5 1,2 5 102,-2-5 1,-3 5-49,4-5 0,0 2 187,0-2-137,-1 3 0,-4 5 10,0-3 1,-6 2 28,-3-2 1,-2 2 3,-2 2 1,-2 0-1,-2 0 1,-7 0 10,-7 0 0,-5-1-108,2-4 0,0 2 14,0-5 0,-1-1-323,-4-4 1,2 0-73,2 0 0,-1 0-265,6 0 1,1-6 209,7-2 454,3-10 0,24-19 0,3-11 0</inkml:trace>
  <inkml:trace contextRef="#ctx0" brushRef="#br0" timeOffset="1741">1907 39 7848,'-7'6'900,"1"-5"1,2 11-416,0-3 1,-1 2 38,5 2 1,-1 1-145,-3 4 1,2 6-1,-2 7 0,-2 5-24,2-2 1,-6 5-172,1 4 1,2 2-183,-2 2 0,1 0-92,-5-4 1,0-3-297,0 3 0,4-7-220,0-1 0,6-8 605,-1-1 0,3-5 0,1-8 0</inkml:trace>
  <inkml:trace contextRef="#ctx0" brushRef="#br0" timeOffset="2218">2089 363 8494,'7'0'1534,"5"0"1,-5-4-1535,6 0 0,0-1 58,0 5 1,1-4-157,3 0 1,-2-1-21,2 5 1,-2 0-276,-2 0 0,-5 0 156,1 0 181,-6 0 1,2 2 229,-5 2 1,0-1 34,0 6 0,-5-1 64,-4 5 1,-2 0-76,-2 0 0,0 0 3,0 0 0,0-1 42,0-4 0,1 4 70,3-3 1,-1 2-211,6 2 0,0 0-175,4 0 1,0 0-17,0 0 1,1-1-251,4-4 0,2 4-176,6-4 1,4 0 100,0 0 1,5-3-61,-5 3 1,5-4 268,-5 5 1,5-5 143,-5 5 0,0-2-3,-4 2 0,-6 2 217,-2-2 1,-4-2 475,-1 2 0,0 0-318,0 4 0,-6 0 112,-2 0 1,-4 0-178,-1-1 1,-4-3-212,0 0 1,-2-5-87,2 5 1,2-6-401,-2 1 0,-2-3 150,2-1 0,0-1-688,4-3 988,6-4 0,1-56 0,6-14 0</inkml:trace>
  <inkml:trace contextRef="#ctx0" brushRef="#br0" timeOffset="2457">2685 454 8631,'9'0'1480,"0"0"1,-1 0-949,5 0 0,2 0-535,2 0 0,3-1-532,6-4 1,4 4-1028,1-3 0,-1 2 1562,-4 2 0,29-6 0,7-1 0</inkml:trace>
  <inkml:trace contextRef="#ctx0" brushRef="#br0" timeOffset="2674">2854 350 7830,'0'8'1287,"-6"3"0,1-4-625,-4 6 0,3 0-239,6 0 0,0 0-51,0 0 1,0 5-414,0-1 1,0 6-322,0-2 1,6 4-1090,3 1 1,-2-6 1450,1-3 0,13 9 0,6 2 0</inkml:trace>
  <inkml:trace contextRef="#ctx0" brushRef="#br0" timeOffset="3026">3243 493 7806,'-7'9'1430,"3"-1"2020,2-5-2122,2 9-807,0-11 0,6 5-399,3-6 1,2-1-307,2-4 0,4-2-146,1-6 1,3-1 80,-3-4 1,3 3-292,-3-7 0,3 2 210,-4-2 1,1-2-60,-5 2 1,4-2 130,0-2 1,-4 5 92,-4 4 0,-5 3 42,5 1 583,-6 0 337,3 6 0,-6 2-422,0 10 1,0 3 562,0 9 0,0 4-373,0 5 0,0 1-225,0 3 0,0-1-261,0 6 1,0-5-191,0 4 0,0-5-360,0 2 1,0 0-1819,0 0 2289,5-1 0,20-10 0,9-1 0</inkml:trace>
  <inkml:trace contextRef="#ctx0" brushRef="#br0" timeOffset="3300">3710 0 7806,'6'7'1554,"-5"5"1,11-5-405,-4 6 0,5 0-55,5 0 0,0 2-515,4 2 1,3 3 48,-4 6 1,4 1-141,1 4 0,-6-3 15,-3 7 1,-4 0-173,-4 3 0,-4 3-112,-5 2 1,-1 2-752,-3 2 1,-3 4-347,-6-4 1,-5-1-815,1 2 0,-5-6 1691,5 1 0,-52 9 0,-9 1 0</inkml:trace>
  <inkml:trace contextRef="#ctx0" brushRef="#br0" timeOffset="4978">818 1012 7860,'0'7'-1053,"-6"-1"1958,5 0-111,-5-5-119,6 11-185,0-11-53,0 5-222,0-6 1,6 0 25,2 0 1,4 0-39,1 0 0,1 0 0,3 0 1,-1 0-72,6 0 1,0 0 41,3 0 1,1 0-186,0 0 1,5 0-20,-1 0 0,6 0-63,-1 0 0,1 4 132,-2 0 0,4 1-76,-4-5 1,2 0 8,-1 0 1,1 0-175,-6 0 0,2 0 24,-2 0 1,-3-5 109,4 1 0,-5-5 131,-5 5 0,4-4-30,-4 3 1,-2-1 132,-2 2 1,2 3-109,-2-4 0,2 4 30,-2 1 0,-2 0-10,2 0 1,2 0 12,-2 0 1,2 0-159,-2 0 1,2-2 126,3-2 0,-2 3 14,-3-4 1,-1 4 11,5 1 0,-3-4 105,3-1 1,-3 1-85,3 4 1,-3-4 15,3-1 0,-5 1 2,1 4 1,2 0 26,-2 0 0,2 0-106,-2 0 0,-1 0 72,6 0 1,-5 0-143,5 0 1,-5 0 52,5 0 1,-6 0-16,1 0 0,2 0 24,-2 0 1,2 0-4,-2 0 1,2 0-31,2 0 0,2-1-2,-5-4 1,5 4 10,-2-4 0,-1 0 20,2 0 1,-2 0-89,2 0 0,2 4 57,-2-3 0,-2-2-9,2 1 1,-5 1 62,5 4 1,-5 0 103,5 0 1,-5 0-99,4 0 1,-5 0 101,2 0 0,2 0-171,1 0 0,-2 0 65,-2 0 0,2-4-88,-2-1 0,2 1 26,-1 4 1,-4 0-24,3 0 1,2-4 57,-2-1 0,2 1-17,-2 4 1,-2-1 44,2-4 1,-3 4 9,-1-3 0,5 2-15,-1 2 1,0 0-19,-4 0 1,0 0-111,0 0 1,4 0 66,1 0 0,-1 0-7,-4 0 0,0 0 4,0 0 0,0 0-25,0 0 0,4 0 34,0 0 0,1 0-4,-5 0 0,0 0 127,0 0 0,4 0-75,0 0 0,1-1 86,-5-4 0,-1 4-79,1-3 0,0 2 11,0 2 1,0 0-29,0 0 1,0 0-1,0 0 1,0 0-23,0 0 0,-4 0-76,0 0 1,-1 0-91,5 0 0,0 0 47,0 0 1,1 0 23,4 0 0,-4 0 100,3 0 1,-2 0-11,-2 0 0,0-4-18,0 0 1,0-1 88,0 5 0,0-4-41,0 0 0,0-1 125,0 5 1,0-1-112,0-3 1,0 2-5,-1-2 0,1 2-73,0 2 0,0 0 64,0 0 0,0 0 126,0 0 1,0 0-79,0 0 0,0 0 4,0 0 1,0 0 19,0 0-36,0 0 0,0-4-18,0 0 0,0-1-2,0 5 0,0 0-46,0 0 0,0 0 55,0 0 1,-5 0 5,1 0 0,0 0 34,4 0 1,0 0 4,0 0 0,-5-4-21,1 0 1,0-1 17,4 5 1,0 0-2,0 0-18,0 0 0,-1 0 77,1 0 1,0 0-109,0 0 1,0-4-10,0 0 0,0-1 92,0 5-86,0-5 1,0 3 62,0-2 0,-4 2 129,-1 2-429,-5-5 196,9 3 1,-9-4-389,5 6-438,-5 0-557,3 0-142,0 0-1121,-5 0 1823,5 0 808,-6 0 0,-52-46 0,-13-11 0</inkml:trace>
  <inkml:trace contextRef="#ctx0" brushRef="#br0" timeOffset="5550">896 1271 7867,'-13'6'0,"4"-3"180,0 6 0,2-1 350,-1 5 0,0 2-144,4 2 1,3 7 35,-4 7 1,4 6-248,1 2 0,0 4 65,0 5 0,0 5-265,0-5 1,0 4-40,0-9 0,1 0 0,4-4 0,-3-6-352,7-3 1,0-8 415,4-5 0,17-25 0,5-8 0</inkml:trace>
  <inkml:trace contextRef="#ctx0" brushRef="#br0" timeOffset="5959">1285 1297 7867,'-13'0'0,"6"0"0,-5 0 1393,3 0-862,-2 0 0,-2 0-81,0 0 0,4 5-290,1-1 0,3 0-279,-3-4 164,5 6-192,-3 1 196,6 6 1,0 0-43,0 0 0,6-4-146,2-1 1,8 0 25,2 0 1,3 2 56,-4-5 0,5 3-23,-5-3 0,6-1-120,-1-4 0,-3 4 99,-2 1 1,-3-1-125,-1-4 0,-4 4 178,0 1-14,-6 5 27,2-3 0,-6 4-5,-3-2 1,-5 3 111,-8-4 0,1-1-100,-6 2 1,5-6 20,-5 1 1,2 2-108,-1-2 1,-4 1-179,3-5 0,4 0-20,0 0 1,4-2-648,1-2 957,6-3 0,30-47 0,13-9 0</inkml:trace>
  <inkml:trace contextRef="#ctx0" brushRef="#br0" timeOffset="6184">1609 1219 7867,'0'8'731,"0"3"-331,0-4 1,0 6 85,0 0 1,-1 5-139,-4-1 0,4 6 25,-4-1 0,3 8-184,-3 4 0,-1 4 27,-2 1 0,-4 4-134,4 0 0,-4 0-198,-1-4 1,2 0-816,2 0 1,-1-6 191,6-2 739,-1-4 0,5-18 0,0-5 0</inkml:trace>
  <inkml:trace contextRef="#ctx0" brushRef="#br0" timeOffset="6536">1765 1531 8191,'7'-6'825,"0"4"-474,-3-2 0,-1-2 117,6 2 0,-5 0-333,5 4 0,0-2-249,3-2 1,-3 3 74,0-4-273,-1 4 465,5 1 1,-1 1 36,-3 4 1,-4-3 104,-5 7 1,0 1-144,0 7 1,0-1 152,0 6 0,-4-5-117,0 5 1,-6-5 169,1 5 0,2-1-163,-2 5 0,2-4 5,-2 0 0,2-5-416,3 4 0,2-5 60,-2 2 1,3-4-237,1-1 45,5-6 0,4-1-391,8-6 1,-1 0 281,6 0 456,-1-6 0,20-16 0,8-9 0,3-4 0,1-1 0</inkml:trace>
  <inkml:trace contextRef="#ctx0" brushRef="#br0" timeOffset="6793">2309 1466 7866,'-13'0'2005,"5"0"-1123,-1 0 0,5 0 1495,-5 0-1541,6 0-645,-3 0 0,12 0-100,3 0 1,4 0-169,4 0 0,3 0-279,6 0 1,5-4-554,-1-1 0,1-1-318,0 2 0,-4 3 348,3-4 0,-2 4-703,-2 1 1582,-6-6 0,10-1 0,-2-6 0</inkml:trace>
  <inkml:trace contextRef="#ctx0" brushRef="#br0" timeOffset="7042">2465 1336 7846,'-6'7'-64,"5"-1"0,-5-4 357,6 2 0,0-1 459,0 5 1,-1-3-295,-4 3 0,4 1-53,-4 4 0,4 1-395,1 4 1,0-2-84,0 5 0,0 1-24,0 4 1,4 0-354,1 0 1,0 0 449,0-1 0,14 7 0,8 1 0</inkml:trace>
  <inkml:trace contextRef="#ctx0" brushRef="#br0" timeOffset="7395">2724 1557 7837,'0'7'1351,"-4"0"1872,0-3-1963,-1-2-844,5 4 0,2-6-327,2 0 1,1 0-218,7 0 0,-1-6-772,6-3 1,2-2 313,-2-2 0,4-2-52,-3-2 0,3 1 441,-3-6 1,-1 5-269,-4-4 0,3 3 119,-3-3 1,6 5 281,-11-1 1,5 2 6,-9 2 1,5 4 362,-5 1 969,1 5-80,1-3-407,-5 12 1,5 6-336,-6 5 1,0 4 55,0-3 1,0 5-300,0-2 1,0 2-225,0-1 1,0 3 20,0-4 1,1-1-170,3 2 0,-2-2 220,2 2-58,3-4 0,18-22 0,10-4 0</inkml:trace>
  <inkml:trace contextRef="#ctx0" brushRef="#br0" timeOffset="7659">3178 1077 7825,'6'7'3066,"-3"3"-2389,6-6 1,-5 6 119,5-1 1,-1 3-318,5 1 0,0 5 58,0 4 1,0 8-256,0 5 1,0 2-172,0 2 0,-4 2-165,-1 2 0,-5 1 70,2 4 0,-4-3-104,-1-6 1,0-1-346,0 1 0,-4-4-723,-1 0 1,-3-11 1154,3 2 0,-11-9 0,2 2 0</inkml:trace>
  <inkml:trace contextRef="#ctx0" brushRef="#br0" timeOffset="7961">3762 1025 7795,'-6'13'400,"-1"0"0,-2-5 589,1 1 0,0 4-116,0 4 0,-4 8-390,4 1 0,0 6 419,0 6 0,4 3-353,-5 2 0,6 2-282,-1 2 1,2 2-361,2-6 1,0 1-347,0-5 0,0 0-218,0-1 1,6-4-2120,3-4 2776,-4-3 0,18-18 0,-1-5 0</inkml:trace>
  <inkml:trace contextRef="#ctx0" brushRef="#br0" timeOffset="8709">4099 1258 7804,'-13'0'359,"0"0"180,0 0 0,-4 0-316,0 0 0,-1 0-205,5 0 1,0 2-39,0 2 1,5-2-217,-1 2-270,6 3 391,-2 0 1,5 6-42,0 0 0,5 0 226,4 0 1,2-1 95,2-4 1,2 8-147,2-3 0,-1 2 114,6-7 0,-7 4-142,3-4 0,-2 4-2,1 1 0,-3 0 11,4 0 1,-8-5-4,-2 1 1,-3 0-36,3 4 0,-5 0 0,2 0 1,-4 0-119,-1 0 1,-6-2 8,-2-2 1,-5 1 103,-5-6 0,2 2 62,-5-2 0,-1-2-42,-4 2 1,0-3 2,0-1 1,0-4-63,1 0 1,-1-6 2,0 1 0,5 2-128,4-2 0,9 1 206,3-5 0,50-41 0,13-9 0</inkml:trace>
  <inkml:trace contextRef="#ctx0" brushRef="#br0" timeOffset="8909">4410 1388 8206,'13'7'1019,"0"-2"0,0-4-689,0-1 1,2 0-408,2 0 0,-1-1-261,6-4 1,-5 4-304,4-4 0,-3 0 641,3 0 0,7-10 0,5 0 0</inkml:trace>
  <inkml:trace contextRef="#ctx0" brushRef="#br0" timeOffset="9118">4527 1284 7804,'-7'7'686,"-3"5"176,6-3 1,-2 1-424,1-2 1,4 8-34,-3-3 0,2 3-390,2-3 0,0 1 67,0 4 0,0-2-878,0 5 0,5-5 261,-1 1 534,6-2 0,15-8 0,9-1 0</inkml:trace>
  <inkml:trace contextRef="#ctx0" brushRef="#br0" timeOffset="9471">4735 1466 7804,'-8'6'2414,"3"1"1,5 1-1112,0 1-992,0-6 1,5 3-158,4-6 1,3 0-152,1 0 1,5-6-277,4-3 1,1-4-429,-1-4 1,2-3 423,-2-6 1,2 0-108,2 0 1,-4-1 77,-1-4 0,-5 4 85,2-3 1,-4 7 176,-1 1 0,-6 6 334,-2-1 1,-4 7 48,-1 1-99,0 6 0,0-1 620,0 8 0,0 4-348,0 5 1,0 1 278,0 3 1,0 3-311,0 6 1,1 0-101,4 0 1,-4 4-338,3 1 1,-2-1-234,-2-4 1,4 4-291,1 0 1,0 1-706,0-5 1,-2-6 573,5-3 610,1-2 0,15-14 0,4-2 0</inkml:trace>
  <inkml:trace contextRef="#ctx0" brushRef="#br0" timeOffset="9761">5150 947 8499,'0'7'1059,"0"0"-16,0-2 1,1-4-481,3 4 0,-1-3 39,6 3 1,4-2-177,4 5 0,6 2-34,-1 8 1,4-2-67,4 5 0,-2 2 42,2 7 0,0 4 78,-4 5 0,-3-1-158,-10 1 1,-6 2 46,-2 2 0,-4 3-219,-1 6 0,-10 0-135,-3 0 0,-9 0-259,1-1 0,-8 0-637,-1-4 1,4-2 914,4-6 0,-5-6 0,-6-1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7:45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91 390 8086,'-7'-9'407,"1"2"773,0 1 1,5 1-392,-4 0 1,10 0-493,3-4 1,5-1-57,5 5 1,0 0-355,4 0 0,2 4 154,-2-3 0,1 2-370,-1 2 0,1 0 128,-6 0 0,0 5-53,-4-1 0,-1 6 208,-4-1 0,-2 4 174,-6 4 0,-1-3-138,-4 4 0,-2 0 145,-6 0 1,-1 3 91,-3-4 0,1 1-11,-6-5 0,6 4-65,-1 0 0,3-4 61,1-4 0,0-2-509,0 2 1,4 1-64,0-6-21,6 6 256,-2-2 88,10 4 0,3 0 127,5-3 1,0 2-127,0-2 1,4-2 48,0 2 0,0-5-77,-4 5 0,0-2-133,0 1 0,0 4 62,0-3-68,0 2 0,-1 2 146,-4 0 1,-2 4-3,-6 1 1,0-1 114,0-4 0,-6 0-99,-2 0 0,-4 0 237,-1 0 1,-4-2 5,0-2 1,-6 3-109,1-4 1,-2-2-136,-2-2 1,4-2-130,0-2 1,2 0-47,-1 0 0,-2 0-273,5 0 1,1-2-403,4-2 0,6 1 14,2-6 879,4 1 0,18-11 0,5-1 0</inkml:trace>
  <inkml:trace contextRef="#ctx0" brushRef="#br0" timeOffset="247">506 805 8049,'-13'0'0,"6"6"921,-5-5 0,9 5-467,-5-6-1050,5 0 0,-3 1 596,6 4 0,29-21 0,7 0 0</inkml:trace>
  <inkml:trace contextRef="#ctx0" brushRef="#br0" timeOffset="1365">778 468 7901,'0'-13'-784,"0"4"936,0 1 1116,0-1-848,-6-4 0,5 4 335,-3 1-232,2 5-260,2-3 0,0 7 0,0 4 1,2 2 89,2 6 1,-3 4-108,4 1 0,-4 9-83,-1-1 1,2 4-112,2 0 1,-3-1 20,4 6 0,-4-6-245,-1 1 0,0 2-7,0-2 1,0-1-208,0-8 0,-1 1-81,-4-9-10,4 3 127,-5-15 1,5 2 75,-4-12 0,4-5 99,-3-12 1,1-6-20,-2-2 0,4-4-80,-3-1 0,2-1 151,2-3 1,0 1 71,0-6 1,0 7-7,0-3 0,2 4 154,2 1 0,-1 5 177,6-1 1,-1 10-112,5 0 1,0 12 46,0 0 0,0 8-113,0 1 0,0 3-5,0 1 1,0 1 5,0 3 1,0 4-2,0 4 0,0 1-46,0 0 0,-6 5-6,-3-1 0,2 6 12,-2-1 1,1-2-45,-5 1 1,0-3-1,0 3 1,-6-3 9,-3 3 0,2-3-10,-2 3 1,1-5-23,-5 1 1,0-2-99,0-2 0,0-2 43,0-2 0,-4-2-119,-1-3 0,1-2-257,4 2 1,0-2-2,0-2 1,2-2-175,2-2 0,-1-3 615,6-6 0,22-29 0,11-7 0</inkml:trace>
  <inkml:trace contextRef="#ctx0" brushRef="#br0" timeOffset="1807">1310 494 8440,'-13'0'2183,"0"-5"-1795,0 1 0,4 0-16,1 4-230,-1-6 0,-4 5-42,0-4 1,-4 4-4,0 1 1,-2 0-78,2 0 0,-2 4 183,-3 0 0,-2 11 128,2-2 1,2 7-126,-2-3 1,6 6 89,-1-1 1,9 3-228,3 0 1,4-3-141,1 0 0,0-2-491,0 1 0,7-3 236,6-10 1,1 2 2,8-5 0,-2-1-63,2-4 1,1-6-234,-6-2 1,5-4 170,-5-1 0,5-4-16,-5 0 1,0-5 254,-4 5 0,-1-5 144,-4 5 0,2-5 359,-5 5-107,5-6 0,-9 8 209,4-2 0,-4 7-28,-1 1 65,0 7-302,0-4 1,0 7 134,0 4 0,0 2-282,0 6 0,2 0-64,2 0 0,-1 0-572,5 0 1,1 0 3,4 0 1,-4 0 647,-1-1 0,18 13 0,9 2 0</inkml:trace>
  <inkml:trace contextRef="#ctx0" brushRef="#br0" timeOffset="2048">1517 662 7952,'-5'8'0,"2"-3"687,-6-5 0,5 0 292,-5 0-49,6 0-471,-8 0-527,9 0 0,-3-1 47,5-3 0,0-4-201,0-5 0,0-1 161,0-3 0,1 2-53,3-2 1,-1 3 153,6 1 1,-5-2-80,5-2 1,0 3-171,3-4 1,1 5-138,0 5 0,2-4-123,2 3 0,-2 4 6,2 0 1,2 2-675,-2-1 1137,6 3 0,9 6 0,8 10 0</inkml:trace>
  <inkml:trace contextRef="#ctx0" brushRef="#br0" timeOffset="2324">1829 195 7952,'-7'-7'-96,"-5"2"621,11 5 852,-11 0-991,11 0 1,-5 1-152,6 3 1,0 8 93,0 5 0,0 8-64,0 1 1,1 5-29,4 8 1,-4 1-76,3 4 0,2 2-91,-2 6 0,5 0-218,-5-1 0,2-3-515,-1 0 0,-4-11-487,3 2 0,2-9 117,-2 0 1032,1-8 0,-5-26 0,0-12 0</inkml:trace>
  <inkml:trace contextRef="#ctx0" brushRef="#br0" timeOffset="2506">1634 533 7952,'7'0'-417,"1"0"1147,-4 0 0,-1 0-396,5 0 1,3 0-488,6 0 1,-1 0-76,5 0 1,2 0-423,8 0 0,-4 1 344,3 3 306,-2-2 0,15 15 0,4-2 0</inkml:trace>
  <inkml:trace contextRef="#ctx0" brushRef="#br0" timeOffset="2681">2049 572 7952,'-7'7'0,"-4"4"285,2-2 0,3 3 453,2 0 0,2 1-406,2 0 1,0 2-286,0 2 1,0-2-222,0 2 1,0-1-437,0 1 1,2-3 609,2 4 0,15-4 0,8-1 0</inkml:trace>
  <inkml:trace contextRef="#ctx0" brushRef="#br0" timeOffset="2839">2062 221 7952,'-7'0'-709,"1"6"1,6-3 708,0 6 0,23 40 0,6 14 0</inkml:trace>
  <inkml:trace contextRef="#ctx0" brushRef="#br0" timeOffset="3234">2425 559 7952,'-11'-2'-245,"2"-2"0,-2 1 1229,2-6 0,2 2-379,-2-2 1,1-2-363,-5 2 0,4 2-91,0-2 0,1 7-127,-5-3 205,0 4 0,0 2 34,0 4 1,1 2 27,4 6 1,-3 1 150,7 3 0,-4-2-203,3 2 1,1-1-45,4 1 1,0-2-346,0 2-123,0-3 1,1-2-293,4-3 0,2 1 193,6-6 1,0 0-358,0-4 0,0-5 342,0-4 1,4-3-95,0-1 1,1 0 316,-5 0 0,-1 2-211,1 2 124,0-2 1,0 4 846,0-6 1503,0 5-1228,0 3-417,0 5 1,-4 5-241,0 4 0,-7 4-264,3 4 1,1-1-947,-2 6 0,0-5 536,-4 5 1,5-6-805,-1 1 1263,0-3 0,13-35 0,5-10 0</inkml:trace>
  <inkml:trace contextRef="#ctx0" brushRef="#br0" timeOffset="3448">2633 1 7952,'0'19'857,"-6"-5"0,5 9 58,-4-6 1,4 6 271,1-1 0,0 8-593,0 5 1,4 4-48,1 4 0,3-1-205,-3 5 0,0 1 73,0 4 1,-4-2-864,3-2 1,2-3 348,-2-7 0,1 1-1429,-5 0 1,1-1 1527,4-4 0,-4 4 0,5-5 0</inkml:trace>
  <inkml:trace contextRef="#ctx0" brushRef="#br0" timeOffset="4866">3567 347 7881,'-6'8'1683,"3"3"-915,-6-2 0,7 2 61,-3 2 0,4 6-431,1 3 1,0 4-70,0 4 0,0-1-258,0 5 0,4-3-154,0 3 1,2-5-14,-1 1 1,-4-4-149,3-4 0,-2 1-152,-2-6 55,0 0-43,0-9 2,0-3 310,-6-16 1,3 1-95,-6-12 0,5 1-126,-5-5 0,5-5 74,-5 1 1,7-7-147,-3-2 1,0 0 333,0-4 0,1-2 27,4 2 0,0 4 49,0 4 1,0 6 42,0-1 1,0 4 317,0 5 1,4 2-162,1 6 0,5 4 26,-2 1 0,5 5-149,5-2 0,-4 4-197,3 1 0,2 0-744,-2 0 1,6 1 187,-1 4 1,1-4 629,-1 3 0,14 15 0,-2 3 0</inkml:trace>
  <inkml:trace contextRef="#ctx0" brushRef="#br0" timeOffset="5074">3489 477 8392,'-7'2'864,"2"2"176,-2-3-819,6 5 0,-4-6-55,10 0 1,2 0-230,6 0 0,6 0-367,2 0 0,8-4-1173,1-1 1603,6-5 0,26-3 0,13-7 0</inkml:trace>
  <inkml:trace contextRef="#ctx0" brushRef="#br0" timeOffset="5341">3878 659 7888,'-12'8'1049,"4"1"0,-2-5-48,5 5-494,-5-6 0,9 4-267,-3-3-188,2-2-125,2 4 0,0-12 99,0-3 1,0-2-90,0-2 0,0-5 234,0 1 1,2-6-44,2 1 0,-3 2-73,4-1 1,0 0 51,0 0 0,3-2-140,-3 6 0,5-5-280,-2 5 1,0-1-474,0 5 1,2 0 438,8 0 347,-4 6 0,57 19 0,7 9 0</inkml:trace>
  <inkml:trace contextRef="#ctx0" brushRef="#br0" timeOffset="5694">4254 464 7904,'-9'0'765,"1"0"1,3 0-227,-3 0 0,4-1-107,-5-4 0,0 4-133,-4-3 1,5 1-54,-1-2 1,-1 4-40,-7-3 1,2 4 0,-2 4 0,2-1 120,3 6 0,-1 1 194,0 7 1,0-1-79,0 5 0,1-3-200,3 3 1,4-5-188,5 1 0,0 2-147,0-2 0,0 1-314,0-5 1,5-2 248,4-2 0,7-3-255,1-6 0,5 0-101,-5 0 1,5-6-445,-5-3 0,6-2 310,-1-2 0,-4 0 365,0 0 1,-4 0 228,-1 0 1,0 4 66,0 1 0,-4 3 426,-1-3-63,-5 5 506,9-3-520,-11 6-152,5 6 0,-2 1-684,1 6 1,-1 0 259,-4 0 1,1 0-1832,4 0 2042,-4 0 0,16 11 0,-2 4 0</inkml:trace>
  <inkml:trace contextRef="#ctx0" brushRef="#br0" timeOffset="5941">4565 477 7904,'-5'-7'115,"3"-5"0,-9 11 340,2-3 0,2-2 690,-2 2 1,1-2 207,-5 1-818,0 4 0,0 1 101,0 9 0,0-1-160,0 5 0,4-3 62,0 8 1,5 2-186,-5 1 1,7 0-2,-3 0 0,4-3-354,1 3 1,1-4-246,4 5 0,2-6-926,6 1 0,4-4 361,0-4 1,8-3-91,1-6 0,1-6 19,8-3 0,-1-8-1396,5-5 2279,-6-2 0,0-21 0,1-11 0,0-4 0,1 0 0</inkml:trace>
  <inkml:trace contextRef="#ctx0" brushRef="#br0" timeOffset="6175">4721 127 7902,'-6'7'701,"0"5"165,-2-4 0,1 4-373,2 1 0,4 0 74,-3 0 1,2 1-211,2 4 0,2 0-82,2 4 1,2 4-208,2 0 0,4 0 104,-4 4 1,3 2-88,-3-2 1,2 0-64,-5-4 1,3 4-171,-3 1 0,3-1-400,-3-4 0,0 0-780,0 0 0,-4 0 1328,3 0 0,-2 5 0,-2 2 0</inkml:trace>
  <inkml:trace contextRef="#ctx0" brushRef="#br0" timeOffset="6391">4565 438 8902,'-7'0'1660,"1"0"1,8 0-1566,2 0 1,3 0-10,6 0 1,6 0-431,3 0 0,2 0-189,2 0 1,0 0-504,0 0 1,0 0 474,0 0 561,0 0 0,34 0 0,10 0 0</inkml:trace>
  <inkml:trace contextRef="#ctx0" brushRef="#br0" timeOffset="6532">4980 464 7884,'0'7'-501,"0"5"1,0-5 903,0 6 0,0-4 2118,0-1-1769,0 1 0,0 8-285,0 1 1,0-1-566,0-4 0,0 0 7,0 0 0,0 1-116,0 4 1,5-4 248,-1 3-42,0-2 0,-4 3 0,0 3 0</inkml:trace>
  <inkml:trace contextRef="#ctx0" brushRef="#br0" timeOffset="6699">5032 166 7884,'-13'0'1778,"5"0"-1345,-1 0-574,6 6 0,-7 1 253,6 6-112,-1 0 0,23 40 0,3 11 0</inkml:trace>
  <inkml:trace contextRef="#ctx0" brushRef="#br0" timeOffset="7068">5279 516 7877,'-13'-7'513,"4"-3"794,0 5-720,1-5 0,-5 5 908,0-4-972,0 3 0,0 6-167,0 0 1,4 6 44,1 3 1,3 6 15,-3 3 1,5 3 125,-2-3 1,4 5-286,1-2 0,0 0-137,0 0 1,0-5-143,0 1 1,6-2-281,2-2 0,5-5-662,5 1 1,-2-6 519,5 1 0,-4-4-268,5-4 1,-5-5-5,5-8 0,-5 1-143,5-6 0,-6 5 381,1-4 0,-4-1-16,-4-4 0,1-1 184,-6-4 1,0 2-43,-4-5 0,-1 4 351,-3-5 0,-4 11 0,-5-2 0,1 10 0,-1 3 0,-5 1 0,1 8 0,-5 5 0,5 8 0,0 3 0,4 1 0,0 5 0,17 37 0,5 14 0</inkml:trace>
  <inkml:trace contextRef="#ctx0" brushRef="#br0" timeOffset="7359">5473 594 7877,'-7'0'3152,"-4"0"-3094,9 0 25,-4-6 0,6-1-170,0-6 1,2 0-217,2 0 1,3-1 247,6-4 0,-4 4 342,0-3 0,-1 4 162,5 4 1,0-1 96,0 6 0,0-5 325,0 5-266,6-1 0,0 5-150,2 0 0,-2 0 19,-6 0 1,-2 6-89,-2 3 0,3 4-130,-4 4 0,-1-3-158,2 4 0,-6 2-357,1 1 1,2 4-485,-2 1 0,1-2 743,-5-2 0,-29 26 0,-7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7:55.4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26 182 7994,'0'13'-85,"0"0"0,-1 5 424,-3-1 1,2 0 522,-2-4 0,2 4-494,2 1 0,0 5-113,0-2 0,2 2-349,2-1 0,-2 3-109,2-4 1,-3-1-129,-1 2 0,0-5 133,0 5 0,0-11-404,0 2 274,0-2 37,0 1 129,0-4 0,0-10 57,0-11 1,0-1-26,0-8 1,-1 1-25,-3-5 0,2-5-122,-2 1 1,2-9 201,2 5 0,0-5 68,0 8 0,0-3 46,0 4 1,2-5 261,2 5 1,-2 4 37,2 4 1,-3 5-162,-1-5 0,5 6 421,-1-1 0,6 9 214,-1 3-424,2-2 0,7 6-304,-1-4 1,0 4-294,-4 1 1,4 0-95,1 0 0,3 6-485,-3 2 1,3-1 211,-3 2 0,-1 0 574,-4 4 0,-6 17 0,-1 5 0</inkml:trace>
  <inkml:trace contextRef="#ctx0" brushRef="#br0" timeOffset="225">117 286 10266,'9'0'339,"-1"0"0,1 0-270,4 0 0,6 0-183,2 0 1,2 0-130,-1 0 1,3 0-411,-4 0 1,4 0-427,1 0 0,-6 0 1079,-3 0 0,-8 17 0,-3 5 0</inkml:trace>
  <inkml:trace contextRef="#ctx0" brushRef="#br0" timeOffset="442">13 546 7996,'-7'0'1123,"1"0"-1164,18 0 0,2 0-409,12 0 0,0 0 24,0 0 1,0-2 425,0-2 0,58 2 0,14-3 0</inkml:trace>
  <inkml:trace contextRef="#ctx0" brushRef="#br0" timeOffset="718">480 234 11817,'6'7'1070,"1"5"-842,6-3 0,0 2-166,0 2 1,2 4-346,2 1 1,-1 5 239,5-2 1,-5 2-1037,2-1 1,0 7 341,0-3 0,-1 1-681,-4-5 1418,0 2 0,0-9 0,0 3 0</inkml:trace>
  <inkml:trace contextRef="#ctx0" brushRef="#br0" timeOffset="917">454 494 7967,'-8'0'1975,"-1"0"-1507,6 0 1,-3-2-30,6-2 0,2 1-276,2-6 0,8-1-108,5-7 1,10 1-618,-1-5 1,5 3 358,-1-3 0,-3 3-975,4-3 0,-4 3 1178,-1-3 0,6-1 0,1-4 0</inkml:trace>
  <inkml:trace contextRef="#ctx0" brushRef="#br0" timeOffset="1464">818 584 7896,'0'21'16,"0"3"0,0-8 162,0 6 0,0-1 95,0 5 1,0-4 127,0-1 1,0-3 46,0 3 0,0-1 246,0 2-575,0 3 1,0-11 190,0 3 45,0-8 12,0-3-277,0-6 0,0-2 20,0-2 1,0-3-150,0-6 1,0-2-283,0-2 0,-5-5 202,1-8 1,0 1-242,4-5 0,-2-1 152,-2-4 1,2 0 98,-2 0 1,3 5 15,1-1 0,0 1-16,0-5 1,4 4 41,0 1 0,6 5 83,-1-1 1,7 2 114,1 2 1,2 6-103,-2 3 1,-1 8 120,6 5 0,-2-2-68,1 2 1,-2-1-1,-6 5-40,6 6 1,-2 1 12,0 6 1,-1 0 22,-11 0 0,-1 0 81,-4 0 1,4 0-37,1 0 1,-3 0 121,-6 0 1,1 1 41,-5 4 1,-1-4-153,-4 3 0,0-2-128,0-2 1,-1 0-39,-4 0 1,0 0-275,-4 0 0,-1-5 54,6 1 1,-2-5-148,2 5 0,2-6-110,-2 1 0,7-2-1409,1-2 42,6 0 1875,-2 0 0,68-41 0,16-9 0</inkml:trace>
  <inkml:trace contextRef="#ctx0" brushRef="#br0" timeOffset="1844">1336 273 7896,'-7'0'740,"-4"0"1170,2 0-251,-3-6-693,-1-1 81,0 0-408,0-5-456,1 11 1,-1-3 128,0 8 1,4 3 76,0 6 1,2 4-7,-2 1 1,-2 5 192,2-2 0,4 0-157,0 0 1,-1-1-145,2 2 1,0 1-211,4-6 0,0 1-207,0-5 1,1 0-311,4 0 0,2-5 38,6 1 1,1-6-601,3 1 0,2-8 233,3-5 0,2-7-375,-2-1 1,1-5 392,-1 5 1,1-5 310,-6 5 0,0-6 432,-4 1 0,-4 4 100,-1 0 0,-3 4 13,3 1 1,-5 4 578,2 1 218,-4 5 0,-2-3-385,-4 6 0,2 6 226,-5 3 1,3 6-418,-3 3 0,5 0-80,-1 0 0,2-2-931,2 5 1,0-4-230,0 5 0,0-5-729,0 5 0,0-5 1655,0 5 0,29-18 0,7 1 0</inkml:trace>
  <inkml:trace contextRef="#ctx0" brushRef="#br0" timeOffset="2168">1570 429 7892,'-7'7'249,"-5"5"0,9-10 1065,-5 7-494,5-6-451,-3 8 1,2-8-135,-1 6-362,1-6 536,4 3-149,0-6 0,0-2-368,0-2 0,1-3 122,4-6 1,-2 0-69,5 0 1,-3-2-14,3-2 0,-4 3-23,5-4 0,0 3 30,4-3 0,-5 4-93,1-3 0,0 2 140,4 2 1,0 0 17,0 0 0,-5 2 364,1 2-261,0-3 1,3 11 361,1-3 1,-5 4-173,-4 4 1,2 8 4,-2 5 0,0 6-426,-4-1 1,0 2-385,0 2 1,-1 0-269,-3 0 0,2 0 775,-2 0 0,8 11 0,3 4 0</inkml:trace>
  <inkml:trace contextRef="#ctx0" brushRef="#br0" timeOffset="2545">2076 234 7851,'-6'-7'369,"4"-4"0,-8 8 553,6-6 1,-5 5-392,5-5 0,-6 5 498,1-5-898,-2 6 0,-2-3-28,0 6 1,0 2-135,0 2 1,0 3 152,0 6 1,4 0 61,1 0 1,3 0-43,-3 0 1,3 0-64,-3 0 0,5 0 174,-2 0-129,4 0 1,1 0-243,0 0 0,1-4-99,4-1 0,2-3-205,6 3 0,0-5 72,0 1 0,4 2-227,1-1 1,0-1 235,0-4 1,-4 1-560,3 4 573,-2-4 0,-4 11 283,-2-4 1,-3-1 121,-6 2 0,0 0 3,0 4 0,-2-5 60,-2 1 1,-8 0-89,-5 4 1,-2 0 58,2 0 1,-3-2-142,-6-2 1,4 1-208,1-6 1,3 1 87,-3-5 1,5 0-135,-1 0 1,4-6 281,4-3 0,15-31 0,8-9 0</inkml:trace>
  <inkml:trace contextRef="#ctx0" brushRef="#br0" timeOffset="2768">2192 299 7851,'-7'13'-147,"1"0"0,2-3 394,0 3 1,-5-3 511,5 7 0,-1-2-272,5-2 1,-4 0-64,0 0 0,-1 0-321,5 0 0,0 0-212,0 0 1,0 0-142,0 0 0,0-5-405,0 1 0,0-5 655,0 5 0,12-24 0,2 0 0</inkml:trace>
  <inkml:trace contextRef="#ctx0" brushRef="#br0" timeOffset="2926">2244 40 7847,'-7'-7'451,"-5"-5"0,10 11 1817,-7-4-1378,6-2-260,-3 6-2265,1-5 987,3 12 648,-4 7 0,24 30 0,3 12 0</inkml:trace>
  <inkml:trace contextRef="#ctx0" brushRef="#br0" timeOffset="3328">2413 325 7845,'-13'-6'3903,"4"5"-2322,1-3-614,5-4-229,-3 7-558,0-5 0,0 8 27,-2 2 0,-4 3 42,4 6 1,0 4 0,0 1 0,0 0 143,0 0 0,-2 0-173,5 4 1,1-2-137,4-3 1,0-2 58,0 2 0,0-2-183,0-2 1,6 0-60,3 0 1,6-6-333,3-3 0,5-3 117,-2-1 1,4-10-270,1-3 1,1-4 226,3 0 0,-2-2 89,2-3 1,-7-2 103,-1 2 0,-8 2-50,-1-1 1,-1-1 135,-8-4 1,0 4-176,-4 1 1,-7 5-132,-6-1 0,-1 2 189,-8 2 1,0 6-103,-3 3 0,-1 2-562,0 2 1,0 5 324,0-1 1,4 6 128,1-1 1,9-2 403,-1 2 0,38 5 0,5 6 0</inkml:trace>
  <inkml:trace contextRef="#ctx0" brushRef="#br0" timeOffset="3670">2685 377 7845,'0'7'429,"0"5"562,0-5-103,0 6 309,0-6-369,0 5 13,0-11-673,0 5 1,2-11-67,2 1 0,-1-6-151,5 1 0,1 2 158,4-1 0,0-1-92,0-4 0,0 0 147,0 0 0,0 4-26,0 1 0,4 0 47,0 0 1,1-2 301,-5 5 1,4 1 372,0 4 0,1 0-285,-5 0 0,0 2-63,0 2 1,-5 3-184,1 6 0,-2 1 23,2 4 1,-4-2-502,-5 5 0,0 1-467,0 4 1,-4 0 117,0 0 0,-6 0 498,1 0 0,-49-12 0,-12-3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03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7990,'7'0'-440,"5"0"1,-5 4-18,6 1 457,-6-1 0,-1 13 0,-6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03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 7370,'-13'13'0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22.0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238 119 7497,'-9'0'1956,"0"0"-1132,6 0-163,-3 0-156,0-6-337,5 5 0,-6-5 224,2 6-62,4 0-138,-11 0 1,5 1 77,-7 4 0,1 4-12,0 8 0,0 1 98,0 8 1,-1-1-20,1 10 0,-4 2 138,-1 7 0,2-3-244,7 3 1,-1-3-22,6-1 0,-1-2-145,5-3 0,2-7-199,2-6 0,3-6-345,7 1 0,0-3 298,4-6 1,-2-2-353,6-6 0,-5 0 165,5 0 1,-5 0 2,0 0 1,1-1 19,-5-4 1,3-2-39,-7-6 1,1 0 270,-1-1 0,-3 0-46,-6-4 0,0 4 99,0-4 1,0-1-59,0 1 0,0 1 180,0 4 1,0-1 22,0 1 0,-5 0 20,1 0 1,0 0-72,4-1 1,0 6 75,0-1 0,0 4 1,0-3 1,1 5 198,3-2 1,-1 4 64,6 1 1,1 0-56,8 0 0,-3 0-139,2 0 0,2 1 37,-1 4 0,4 2-11,-4 6 0,-1 0 13,-4 1 0,-1-1-1,-3 0 0,3 5-68,-4-1 1,-2 5 2,-1-4 1,-4 4-593,-1-5 0,0 5-204,0-4 0,0-1-503,0-3 0,-1-1 469,-4 0 675,4 0 0,-34-5 0,-2-3 0</inkml:trace>
  <inkml:trace contextRef="#ctx0" brushRef="#br0" timeOffset="265">765 66 7970,'-8'8'1302,"-1"-4"1,4 3-483,-3 2 1,5 3-294,-2 1 1,-1 6-53,2 3 0,-5 9-151,5 4 0,-2 3-62,2 2 1,2-1-200,-2 1 0,-2 4-219,1 0 0,1 0-1051,4-4 0,0-1 720,0 1 0,1-7 487,4-2 0,14-21 0,9-5 0</inkml:trace>
  <inkml:trace contextRef="#ctx0" brushRef="#br0" timeOffset="627">1082 317 7960,'-15'0'0,"-4"0"1885,6 0-1286,0 0 1,-11 0 140,7 0 0,1 1-367,7 4 1,-3-2-246,3 6 1,4-1-41,0 6 0,-1-1-202,2 0 1,-1-4 226,5 0 1,2-1-107,2 6 1,-1-1 115,6 0-80,0 0 0,7 0-104,-3 1 0,8-6-117,-8 1 1,3-4-153,-3 3 1,5-3 103,-1 4 1,1-5-102,-5 5 1,-1-5 192,-3 5 1,1-5-5,-6 5 1,1 0 413,-5 4 0,0-4-201,0 0 0,-2-1 284,-2 6 1,-3-6-138,-7 1 1,-5-4 8,-3 3 0,2-5-305,-2 2 0,1-4-353,-1-1 0,-1-1-89,5-4 1,1 2-478,3-5 1,3-1 992,2-4 0,15-36 0,8-8 0</inkml:trace>
  <inkml:trace contextRef="#ctx0" brushRef="#br0" timeOffset="924">1227 0 6786,'0'8'1802,"0"-2"1,2-6-1244,2 0 0,-1 4-190,6 0 0,-5 7-14,5-3 1,4 4-71,5 1 0,1 2 89,-2 3 1,-2-2-40,3 6 0,1 1-102,-2 8 1,1 3-483,-5 5 0,-6 2 133,-2 3 0,-4-1-55,-1 5 0,0-5 2,0 1 1,-10 1-64,-3-1 1,-5 0-346,1-4 1,2-5-1375,-3 0 1951,4-6 0,-11-2 0,-3-8 0</inkml:trace>
  <inkml:trace contextRef="#ctx0" brushRef="#br0" timeOffset="1173">1781 277 7932,'8'0'165,"3"0"0,-8 0 363,6 0 0,0 0-107,4 0 0,2 0-751,2 0 1,-1 0 329,6 0 0,24 0 0,10 0 0</inkml:trace>
  <inkml:trace contextRef="#ctx0" brushRef="#br0" timeOffset="1423">1808 409 7921,'0'8'0,"0"-2"2669,0-6-1033,-6 0-1197,4 0 0,11 0-952,9 0 0,4 0 238,-5 0 1,4 0 274,5 0 0,30 5 0,7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24.6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700 119 7932,'-13'0'1542,"4"0"-765,0 0-361,6 6 1,-4 1-123,2 6 1,4 2 106,-3 3 1,2 2-212,2 7 1,0 0-87,0 4 0,2-3-155,2 3 0,-3-3-9,4-2 1,1-4-48,-2 0 1,1-10 161,-5 1 101,0-9-172,0 2 1,0-7-63,0-4 1,0-6-49,0-7 0,0-5-177,0 1 1,0-8-50,0-1 1,0 1 109,0 3 1,0-3 153,0-1 0,0 0 112,0 5 0,1 1 215,3 3 1,-1 1-130,6 4 1,-2 2 118,2-3 1,4 8-181,1 1 1,-1 5-132,4-5 1,4 6-878,1-1 0,-2 2 959,2 2 0,24 24 0,10 5 0</inkml:trace>
  <inkml:trace contextRef="#ctx0" brushRef="#br0" timeOffset="351">937 449 7913,'-7'0'486,"-5"0"1,9 0 1858,-5 0-1139,5 0 74,-3 0-969,6 0 0,1 0-210,4 0 1,2-6-65,6-3 1,5-3-290,-1-1 1,7 0-413,-2 0 0,-2-2 334,2-2 0,-1 2 45,1-3 1,-3 4 31,-6 0 1,0 3-120,1 2 445,-1-3 1,-2 9 827,-2-5-442,-3 5 0,-6 3 384,0 8 1,0 9-189,0 0 1,0 5-428,0-4 0,0 5-427,0-1 0,-1 2 34,-4-2 1,4 1-161,-4-5 1,4 4-504,1-5 1,1 1 827,4-5 0,-4 0 0,5 0 0</inkml:trace>
  <inkml:trace contextRef="#ctx0" brushRef="#br0" timeOffset="1336">40 673 7839,'-13'0'146,"6"6"0,-1-5 1571,4 4-762,3-4 14,-5-1-97,6 0 741,0 0-1286,6 0 0,1 0 59,6 0 1,0 0-85,0 0 1,1 0 139,-1 0 1,4 0-48,1 0 0,5 0-161,-1 0 0,3 0-100,2 0 0,4-4 31,-1 0 0,3-1-14,-3 5 1,0-1-3,5-4 1,-4 4-143,4-4 1,-6 4 40,2 1 0,-3-4-39,-2-1 0,1 1-338,-1 4 1,-4 0 173,0 0 0,-2-2-141,2-2 0,2 2 116,-7-2 1,5 3-5,-4 1 1,4 0 110,-4 0 1,4 0 105,-5 0 0,5 0-69,-4 0 0,1 0 118,-2 0 0,0 4-49,5 0 0,-6 1-41,1-5 0,2 0 128,-1 0 0,4 1-51,-4 4 1,4-4-48,-5 3 1,1-2-54,-5-2 1,4 0-12,1 0 0,0 0 38,-5 0 1,2 0-10,2 0 0,-2 0 150,2 0 0,-2 0-134,-2 0 0,0 0 86,1 0 1,3 0-39,1 0 1,-1 0 17,-3 0 0,-1 0-87,0 0 0,0 0-124,0 0 1,1 0 103,-1 0 1,4 0-159,1 0 1,0 0 153,-5 0 1,0 0-27,0 0 0,0 0-24,0 0-53,1 0 72,-1 0 0,-1 1-155,-4 4 0,3-2-223,-7 6 1,2-7-158,-2 3 1,-2-2-1523,2 1 2130,-2-2 0,-32-14 0,-6-10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29.6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0 632 11252,'9'0'1298,"0"0"1,1 0-1138,8 0 1,2 0-427,7 0 0,1 0-1344,2 0 1,0 0 1608,5 0 0,18 6 0,8 1 0</inkml:trace>
  <inkml:trace contextRef="#ctx0" brushRef="#br0" timeOffset="264">172 526 7828,'0'14'903,"-6"-7"0,5 5-358,-4-4 0,4 4 319,1 1 0,0 2-354,0 3 1,0-4-237,0 4 1,0 2-574,0 2 0,6 3-1526,2 2 1825,-2-7 0,18 17 0,-2-2 0</inkml:trace>
  <inkml:trace contextRef="#ctx0" brushRef="#br0" timeOffset="989">1135 249 7885,'0'9'2334,"0"0"-1829,-6-6 1,5 9 33,-4-4 1,4 4-175,1 1 0,1 2 1,4 3 1,-4-2-415,4 6 0,-2-2 97,1 2 1,-3 3-196,4-3 1,1-3 113,-2-1 0,0-4-287,-4 0 390,0-7 3,0 5 1,0-12-91,0 0 0,0-6 50,0-7 0,0-6-228,0-3 0,0-3-46,0-2 0,0-4-55,0 1 1,0-7 165,0 2 1,0-3 48,0-2 0,6 2 67,3 3 0,3-2 146,1 6 1,0 2-11,0 7 0,1 3-104,-1 6 1,2 5-266,2 4 1,-2 4-304,2 4 0,4 10 549,1 8 0,38 44 0,-25-28 0,0 1 0</inkml:trace>
  <inkml:trace contextRef="#ctx0" brushRef="#br0" timeOffset="1308">1557 315 7885,'-13'0'0,"0"0"2831,0 0-1219,5 0-1270,-3 0 0,11 0-349,0 0 0,7 0-321,11 0 0,-2-4 149,6-1 0,-2 0-71,2 0 0,3 4 100,-3-4 1,-1 2-461,1-1 809,-6 3 1,3-5-158,-6 6 1,-6 1 661,-2 4 1,-4 2-221,-1 6 0,-6 0-3,-2 0 1,-6 5-208,-3 0 0,1 1-24,-6-2 0,6-2-65,-2 3 1,3 1-28,2-2 0,1 1-34,4-5 1,2 5 81,6-1 0,0 1-447,0-5 0,7 0-247,6 0 1,2-4-444,7 0 1,0-2 41,4 2 0,2-3-1852,3-6 2741,-3 6 0,22-11 0,-2 4 0</inkml:trace>
  <inkml:trace contextRef="#ctx0" brushRef="#br0" timeOffset="2276">607 777 7885,'-7'0'134,"1"0"0,6 2 372,0 2 204,-6-3-134,5 5 217,-5-6-429,6 0 1,1 0-150,4 0 1,2 0 125,6 0 0,2 0-58,3 0 1,1 0 55,3 0 0,7 0-161,-3 0 1,10 0-46,-1 0 0,9 0-13,4 0 0,-1-1-149,1-4 1,1 4-164,4-3 0,-2 2 141,-3 2 0,-2-4-52,-7-1 1,-1 1 63,-2 4 0,5 0-110,-6 0 1,0-5 111,-9 1 1,1 0-7,-1 4 0,5 0 35,0 0 0,-5 0 9,-4 0 0,-1 0 40,1 0 1,2 0-41,-2 0 1,-1 0-11,1 0 0,-4 1 9,4 4 0,-5-4 0,5 3 1,-6-1-20,2 2 1,-3-4-3,-2 4 0,4-4-29,1-1 0,0 0-8,-5 0 1,1 0-132,4 0 0,-3 0 53,2 0 0,2 0 0,-1 0 1,-1 0 57,-3 0 0,-1 0-95,0 0-54,0 0-27,0 0 4,1 0-22,-7 0 170,5 0-80,-11 0-317,11 0-15,-11 0-188,11 0 424,-10 0 0,5 0-285,-3 0 563,-2 6 0,-2 1 0,-8 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28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370 40 8542,'-14'-8'613,"6"-2"-92,-1 6 0,4-2-54,-3 1 1,-1 4 71,-4-3 1,-1 2-315,1 2 0,-1 0-215,-4 0 0,-1 6-179,-3 3 1,-1-2 114,5 2 1,-4 0 93,4 4 0,1 0 29,4 0 1,1-4-55,3 0 0,3 0 23,6 4-120,0 0 0,3 0 116,6 0 0,1 1 37,12-1 1,0-1-224,5-4 1,-1 4 35,0-3 0,-1-2-98,-3 2 0,3-2 95,-3 2 1,-3 1 37,-1-5 1,-4 4 60,0-5 3,-1 6 0,-1-2 27,-4 5 1,-3-4 198,-10-1 0,-3 1-46,-10 4 1,-1-1-137,-3-3 1,-4 1-122,-1-5 1,-1 3 23,-7-3 0,6-1-211,-2-4 0,-1 0 83,1 0 0,2-1-141,7-4 0,3 2 45,5-5 1,7-1-153,3-4 0,2-5 446,2 0 0,53-23 0,13-1 0</inkml:trace>
  <inkml:trace contextRef="#ctx0" brushRef="#br0" timeOffset="207">607 132 8545,'7'7'2520,"1"-1"-1867,-4-6 0,-1 0-198,6 0 0,1 0-335,8 0 0,-2 0-205,6 0 0,0 0-266,4 0 1,1 0-560,-1 0 0,-1 0 584,-3 0 326,3 0 0,-10-6 0,4-1 0</inkml:trace>
  <inkml:trace contextRef="#ctx0" brushRef="#br0" timeOffset="439">765 13 7847,'0'9'607,"0"0"1,-1-5-68,-3 5 1,2 0-9,-2 4 0,2 5-268,2-1 1,0 7-189,0-2 0,0 3-143,0 1 0,5 0-411,-1 1 0,2 1 478,-2 2 0,9 28 0,8 11 0</inkml:trace>
  <inkml:trace contextRef="#ctx0" brushRef="#br0" timeOffset="833">1043 27 7847,'7'0'1388,"-1"0"0,-2-2-974,0-2 0,7 2-349,-2-2 1,4 2-206,4 2 0,-2-4 90,3 0 0,1-1-139,-2 5 0,1 0 113,-5 0 1,0 0 260,0 0 0,1 5 133,-1-1 0,-6 6-51,-2-1 1,-4-2 217,-1 2 1,0 4-168,0 5 1,-6 1 35,-3-1 1,-2-2-123,-3 6 1,1-2-53,0 2 1,-5 2 311,1-7 0,1 5-86,7-4 1,-3 4-35,3-5 1,4 1-63,0-5 1,-1 0 437,2 1-706,-1-1 1,11-1-211,3-4 0,4-2-395,5-6 0,2 0-832,7 0 0,-1-1 1395,1-4 0,28-37 0,8-15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33.0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291 48 7900,'-19'0'0,"3"0"313,-6 0 1,4 0 469,-4 0 1,5 0-335,-5 0 1,5 4-172,0 0 1,1 5-54,-2-5 0,8 2 198,-3-1-297,8-4 1,-1 7-157,6-4 0,0-1 9,0 6 1,6-5 94,3 5 1,3-5-3,1 5 1,5-5-35,-1 5 0,7-1-126,-2 0 0,3 3 63,1-7 0,-4 5-177,0-5 0,-6 5 140,2-5 1,-2 7-190,1-3 469,-2 4 1,3 1-8,-10 1 0,-2-1 0,-6 0 1,-1 0-116,-4 0 0,-3 1 0,-10-1 0,-3-4-57,-5-1 1,1 0 13,3 0 1,-7-2-24,2-6 0,-2 0-174,3 0 1,-1 0-122,1 0 0,1-6-110,3-2 0,3-4-169,6-1 1,5 0 156,4-1 0,3 1-165,1 0 1,1 0 551,3 0 0,68-30 0,-25 18 0,0 0 0</inkml:trace>
  <inkml:trace contextRef="#ctx0" brushRef="#br0" timeOffset="200">542 127 8880,'8'4'1217,"1"0"0,0 1-831,4-5 1,5 0-220,-1 0 0,7 0-470,-2 0 0,3 0-195,1 0 1,5 1-538,0 4 0,-5-4 1035,-4 4 0,0 2 0,4 0 0</inkml:trace>
  <inkml:trace contextRef="#ctx0" brushRef="#br0" timeOffset="425">739 48 7878,'-8'8'457,"-1"1"0,6-5 664,-1 5 1,-2 2-629,1 6 1,1-1-230,4 6 1,0-1-224,0 1 1,0 3-391,0-3 1,1 3-666,4 1 1,-4-4 1013,4 0 0,8 6 0,1 6 0</inkml:trace>
  <inkml:trace contextRef="#ctx0" brushRef="#br0" timeOffset="794">1069 232 7869,'0'8'2992,"0"3"-1858,0-3 1,0 0-502,0 1 0,2-6 40,2 2 1,3-4-475,7-1 1,-1-1-298,0-4 1,6 2-419,3-6 1,-1-4 172,1-4 1,0-7-405,4 2 1,-4 2 479,0-2 1,-4 1-184,4-1 0,-6-1 174,1 5 1,-4 1 172,-4 3 698,3 1 0,-11 4 685,4 1-293,2 5 0,-5 3-131,2 8 0,-2 6 360,-2 3 1,0-1-494,0 6 1,0 0 155,0 5 1,0 1-583,0 2 1,0-2-271,0 3 1,0-3-543,0-2 0,0 1 425,0-1 0,4 0 90,0 1 0,18-7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39.3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318 39 7986,'7'-1'728,"-3"-4"1109,-2 4-1235,-2-5 0,0 4 908,0-2-418,0 2-362,0-3-615,-6-1 0,-3 4 30,-9-2 0,2 8-42,-6 5 1,0 4 41,-4 5 1,-5 4-191,0 9 0,1 2-136,3 7 0,1 0-76,-1-1 1,8 4-602,6-4 0,6 2 18,7-10 0,7-6-321,6-7 1,12-4 387,11-1 773,2-5 0,48-43 0,-37 9 0,0 0 0</inkml:trace>
  <inkml:trace contextRef="#ctx0" brushRef="#br0" timeOffset="307">515 145 7983,'-20'0'6,"2"0"0,4 4 1154,0 0 0,6 5-337,-1-4 1,4 5-163,-3-1 0,5 7-317,-2 1 1,4 7-128,1-2 1,0-2-91,0 2 1,6-4-183,3 4 1,2-6-268,2 2 0,5-4 309,0-1 0,4-5-238,-5-4 1,7-2-142,-2-2 0,-2 0-183,2 0 0,-1-6 212,1-3 1,-3-3-90,-6-1 1,0-6 171,0-3 1,-4 1 114,0-1 0,-6 5 124,1-5 0,-4 4-48,-4-4 1,-1 6-37,-8-1 0,3 0-77,-8 0 1,-1 2-63,2-2 1,-7 8 10,2 4 0,2 4-204,-2 1 1,6 0 456,-2 0 0,21 23 0,6 7 0</inkml:trace>
  <inkml:trace contextRef="#ctx0" brushRef="#br0" timeOffset="667">858 79 7972,'0'-8'0,"-5"2"0,2 6 2383,-6 0-1040,6 0 100,-3 0-913,6 0 0,0 6-59,0 3 1,5 4-129,-1 5 0,5-2 118,-5 6 0,6 0-228,-1 4 0,-2 1 0,2-1 0,-4 2-182,3 3 0,-3-5 52,4 1 0,-6-3-247,1-6 0,2 0-180,-2-5-447,7 0 441,-10-6 103,11-1 0,-5-13 40,6-6 1,-4-2-21,0-7 1,0 0 21,4-4 1,0-5-114,0 0 0,0 0-415,1 5 0,-1 4 215,0 0 0,0 1-538,0-1 0,-1 2 1036,-3 2 0,8 10 0,-2-4 0</inkml:trace>
  <inkml:trace contextRef="#ctx0" brushRef="#br0" timeOffset="1025">1281 329 12543,'13'0'313,"0"0"-375,0 0 0,0-6-586,1-2 0,3-4 406,1-1 1,-1 0-168,-3-1 0,-6 1 180,1 0 1,-1 0 71,0 0 1,-2-1 68,-6 1 1,0 0-4,0 0 1,-6 4 24,-2 0 1,-4 6 203,-1-1 0,-5-2 191,0 2 0,-5 1 129,1 7 1,1 3 352,-1 7 0,6 3-237,-1 1 0,-1 5 242,5-1 1,-2 2-337,11-2 0,0 3-122,4-3 0,0 2-225,0 3 0,5-5-118,4 0 0,9-6-221,4 2 1,3-5-465,1-4 0,5-4-1289,0-5 0,5 0 1959,-1 0 0,21-41 0,6-10 0</inkml:trace>
  <inkml:trace contextRef="#ctx0" brushRef="#br0" timeOffset="1274">1703 369 7918,'-7'13'481,"-4"0"138,7 0 0,-5-4-192,5 0 0,-1-5 437,5 5-427,0-6 0,0 3-497,0-6 0,0-1-39,0-4 1,0-2-62,0-6 1,0-1 192,0 1 1,0-4 79,0-1 0,0-4 1,0 4 1,0-4 233,0 5 0,5-2-81,-1 1 1,5 2-150,-5-6 0,7 6-231,-3-2 0,4 4-228,1 1 0,0-1-408,1 1 0,0 4 162,4 1 1,-3 0-1184,2-1 1770,4 4 0,11 28 0,9 6 0</inkml:trace>
  <inkml:trace contextRef="#ctx0" brushRef="#br0" timeOffset="1524">2046 277 7887,'-7'0'6698,"1"0"-6348,6 0 0,6 0-238,2 0 0,6 0-462,3 0 1,-1 0-1625,6 0 1974,-6 0 0,39 0 0,2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43.3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53 500 7926,'-6'7'9,"4"5"1,-3-9 136,5 6 1,-5 0 77,1 4 1,-1-3 91,5 3 0,-1-5-175,-3 9 0,2-5-177,-2 6 66,2-4 0,2-1 86,0 1 0,0-6-128,0 1-11,0-6-202,-6 3 135,5-6 0,-5-6-126,6-3 1,0-7 98,0-1 0,0-7 20,0 2 1,0-3 74,0-1 0,2 0-45,2-1 1,-1-1 272,6-3 0,-5 5-17,5 0 0,-5-1-9,5 5 1,0 2-27,4-2 1,-4 7 113,0 2-87,-1 0 1,6 11-12,-1-2 0,-1 10 63,-4 7 0,3 6-101,-7 7 0,5 2 96,-5 3 0,1-2-153,-5 7 1,0-7 19,0 2 1,0 1-127,0-1 0,0-5-544,0-4 107,0-6-304,0 3 577,5-11 0,-3-4-91,2-8 1,-1-5-3,2-9 1,-4-2 180,3-7 1,2 1-9,-1 0 0,4 1 87,-5 3 0,5-3 192,-5 3 0,5 3-13,-5 1 0,5-1 130,-4 1 1,5 2 204,-1 7 0,-2 4 50,2 5-211,-1-6 1,6 6 12,-1 0 1,0 6 37,0 7 0,-4 0-204,0 0 0,0 6-86,4 3 0,-4-1-51,-1 1 0,-3 0-308,4 4 0,-5-4-808,5 0 0,-5-1 557,5 1 0,-6 1 524,1-5 0,4-7 0,-1-5 0</inkml:trace>
  <inkml:trace contextRef="#ctx0" brushRef="#br0" timeOffset="367">633 421 7926,'0'7'2093,"0"-1"-1380,0-6-474,0 6-290,6-5 1,2 5-9,5-6 1,0 0-256,0 0 1,0-4 212,1 0 1,-1-2 4,0 1 0,-1 2-63,-4-5 0,3 3-166,-7-4 249,6 1 1,-8-6-26,2 1 1,-2 4 36,-2 1 0,-5 3 54,1-4 0,-6 6 7,1-1 1,-7-2 191,-2 2 0,-1 1 295,1 7 1,4 1 84,-4 8 0,2-3-232,-2 8 0,4 1 732,-4-2 0,9 7-412,5-2 0,-2-2-194,2 2 1,-1-1-373,5 1 1,8-2-250,5-2 1,2-8-251,7 3 0,1-8-540,8-1 1,-2-2-188,6-2 1,0-8 1134,5-5 0,17-47 0,5-18 0</inkml:trace>
  <inkml:trace contextRef="#ctx0" brushRef="#br0" timeOffset="617">1016 52 7916,'-7'0'2360,"1"1"-1597,6 3 1,0-1-269,0 6 0,1 1-65,4 8 0,-2-2-151,5 6 1,1 6 27,4 7 1,-4 3-166,0 2 1,-2 1-114,2 3 0,1-3-641,-5 3 1,4 0 433,-5-5 0,0 2-1476,-4-10 0,0-4 1654,0-5 0,-11-24 0,-4-1 0</inkml:trace>
  <inkml:trace contextRef="#ctx0" brushRef="#br0" timeOffset="774">950 395 8487,'-7'0'2916,"2"0"-2421,10 0 0,-2 0-1074,5 0 1,6-5-232,3 1 1,7-5 809,-2 5 0,55-36 0,-31 18 0,1 0 0</inkml:trace>
  <inkml:trace contextRef="#ctx0" brushRef="#br0" timeOffset="1144">1253 65 7916,'-5'7'0,"3"5"432,-2-3 1,2 2 635,2 2 0,0 1-473,0-1 1,0 4 73,0 1 1,0 10-251,0-2 1,0 4-10,0-4 1,2 5-303,2 0 1,-2 4 68,2-4 0,-3-2-112,-1-7 1,2 1-34,2-5-345,-2 0-203,4-11-83,0-1 0,-4-8 162,7-2 1,-4-3-240,3-7 0,0-3 269,1-1 1,2-1 79,-2 1 1,3 4 504,1-4 0,0 4-85,0 0 0,-4 6 76,0-1 0,0 6 135,4-2 0,0 0 376,0 0 0,1 1-244,-1 4 1,-4 1 188,-1 4 1,1 2-469,4 6 0,-4 6 26,0 3 1,-6-1-1386,1 1 1,2 0 282,-1 4 919,5 1 0,3 5 0,7 1 0</inkml:trace>
  <inkml:trace contextRef="#ctx0" brushRef="#br0" timeOffset="1468">1808 355 7905,'-14'-6'0,"1"5"0,0-5 1115,0 6 0,0 0-470,-1 0 1,1 0 655,0 0 1,1 6-358,4 2 1,-3 6-42,7 3 0,-5 4-404,5 5 0,-1 1 22,5-1 0,2-1-285,2-3 0,-1 1-124,6-5 0,1 4-463,8-5 1,-2-5 276,6-7 1,-5-4-939,5-1 0,-4-1 56,4-4 1,-4-2-397,4-6 1,-6-2 628,1-3 1,-2 2 110,-2-6 1,0 5 330,1-5 1,-7 4 206,-3-4 0,-2 2 62,-2-2 1,0 1-71,0 4 0,-6 2 31,-3-3 1,-4 4-101,-5 0 0,4 3 44,-4 2 0,-1 3-204,1 6 0,-4 1-722,5 4 1033,-1 2 0,23 36 0,3 7 0</inkml:trace>
  <inkml:trace contextRef="#ctx0" brushRef="#br0" timeOffset="1886">2177 381 8186,'0'-7'873,"0"1"0,-4 5-158,-1-4 0,-5 4 253,1-4 1,2 5-377,-2 5 1,2 4 123,-2 8 1,-3-2-53,3 2 1,4 4-253,0 1 1,-1-1-236,2 1 0,-1-5-116,5 5 0,2-7-143,2-2 1,4-1 262,5-8 0,0 0 32,0-4 0,5-1-668,-1-3 1,5-5-390,-4-9 0,5 2-264,-1-6 1,2-1 460,-2-8 1,1 2 49,-5-7 1,4 6 160,-4-6 0,-2 3 103,-8-3 0,3-2 53,-7 3 1,5-1-53,-5 0 1,1 1 225,-5 9 0,-2 2-134,-2 11 1,1 1 654,-6 4 0,6 3-328,-1 10 1,-2 3 838,2 10 1,-5 3-47,4 5 1,1 0 285,4 1 0,-4 1-431,-1 2 0,1 3 81,4 2 0,0 1-392,0-5 0,-5 1-6,1-1 1,0 1-892,4 4 1,0-4-307,0-6 0,4 5-708,0 0 1,5 0 1486,-4-5 0,17 6 0,0 2 0</inkml:trace>
  <inkml:trace contextRef="#ctx0" brushRef="#br0" timeOffset="2134">2731 355 7820,'-7'0'3939,"-5"0"-1781,11 0-1118,-11 0-1056,10 0-1018,-3 0 1034,5 6 0,11 13 0,4 9 0</inkml:trace>
  <inkml:trace contextRef="#ctx0" brushRef="#br0" timeOffset="2250">2758 527 7820,'-8'0'2929,"-4"5"-2441,5-3-488,0 4 0,1-12 0,6-1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8:41.7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 27 7904,'-13'0'0,"4"0"742,0 0 0,5 0 732,-5 0-669,0 5 0,1 1-307,-1 3 0,5 4-42,-5 0 0,6 2-191,-2 7 1,0-1-44,0 1 1,1 3-60,4-3 1,6 2-149,2 3 0,4-7-37,1-2 0,2-5-5,3-4 0,1-3-244,3-6 0,3 0-20,-3 0 1,-2-2-322,2-2 0,0-3 120,4-7 0,-1-3-251,-3-1 0,-1-5 263,-4 1 0,-2-3-8,3-1 0,-5 1 381,-4 3 0,-3-2-12,-6 7 0,0-1 102,0 5 1,0 0 104,0-1 0,-2 7 899,-2 3-622,2 2 1,-8 4 320,6 2 1,-1-1-214,5 6 1,0 4 130,0 5 1,0 1-475,0-2 1,5-1-382,-1 6 0,5-4-567,-5 4 1,6-5 587,-1 5 230,3 0 0,19 17 0,4 2 0</inkml:trace>
  <inkml:trace contextRef="#ctx0" brushRef="#br0" timeOffset="510">660 502 7893,'-7'26'0,"-5"0"0,11 5 896,-4 0 1,4 0-306,1-5 0,0-1-193,0-3 1,0-3-292,0-6 1,0 0-363,0 1 89,0-7-270,0-1 407,0-18 1,0-1 9,0-9 1,0-4-197,0-1 1,0-2-38,0-11 1,0 4-57,0-8 0,0 1 229,0-1 1,0 2 64,0-7 1,4 11 69,1-1 1,-1 3 177,-4 1 1,5 3-132,-1 6 0,6 1 96,-1 3 1,3 3 6,1 5 1,0 1-106,0 0 1,1 6 18,-1 2 0,0 4-50,0 1 1,0 0-91,1 0 1,-1 4 36,0 1 0,0 5-20,0-1 1,-4-2 98,0 2 0,-6 0 93,1 4 0,2 4 57,-2 1 0,1 0-42,-5-5 1,0 4-40,0 1 0,-5-1 28,1-3 0,-6-1 14,1 0 0,-3 0-152,-1 0 0,0 1-148,0-1 0,-5-4-50,1-1 0,-3-5-279,3 2 0,2-4-795,-2-1 1,-2 0 1216,1 0 0,0-41 0,5-10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19.6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67 8018,'0'7'384,"-2"-1"0,-1-5 1,-2 2 621,-3 2 1,5 5-632,-1-1 1,3 2-85,1 3 0,0 5 70,0 3 1,0 4-120,0 5 1,1-3-181,3 2 0,-1-2 80,6-1 0,-6-1-154,1 0 1,2-5 48,-1-3 0,-1-4-158,-4-1 0,0-4 52,0 0 75,0-6 0,0 1-71,0-8 0,0-3-88,0-7 0,-4 0-280,-1-4 0,1-2 115,4-7 1,-5 1-49,1-1 0,0-3 227,4-1 0,0 0 25,0 5 1,0-5 39,0 0 1,0 5 161,0 4 1,4 4-180,0-4 0,7 6 167,-2-2 0,1 8-234,-1 1 1,2 6-202,-2-1 1,4 3-898,5 1 1256,-3 0 0,27 35 0,1 9 0</inkml:trace>
  <inkml:trace contextRef="#ctx0" brushRef="#br0" timeOffset="383">225 542 7968,'-6'13'0,"-1"0"0,-2-4 2766,0 0-1016,6-1-509,-3 0-899,6-2 0,2-6-244,2 0 0,3 0 53,7 0 1,3-6-80,1-3 1,1-7-119,-2-2 1,-2-1-257,3 2 1,1 0-361,-2-5 0,1 2 266,-5-2 1,5-2-50,-1 7 0,-3-2-88,-6 1 449,1 4 148,4-6 274,-5 7 0,2 7-164,-6 6 1,1 6 134,-5 7 0,0 2 288,0 3 1,0-2-183,0 6 1,-5-2-213,1 2 0,-1 3-259,5-3 0,0-1-485,0 1 0,0-5-192,0 5 1,0-4 732,0 4 0,18-6 0,4 3 0</inkml:trace>
  <inkml:trace contextRef="#ctx0" brushRef="#br0" timeOffset="631">779 172 9393,'-7'6'1012,"1"-5"1,7 5-627,4-6 0,2 0-391,6 0 0,2 0-303,2 0 1,4-1-210,5-4 1,-4 4 516,0-3 0,30 2 0,11 2 0</inkml:trace>
  <inkml:trace contextRef="#ctx0" brushRef="#br0" timeOffset="881">819 344 8648,'-8'0'2727,"4"0"-2195,8 0 1,4 0-711,5 0 0,1 0-366,4 0 0,2 0 544,7 0 0,46 0 0,12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22.4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79 7913,'0'-7'183,"0"-5"35,0 5 0,0-2 299,0 0-286,-5 6 1,3-4 330,-2 3-129,2 2 1,2-2-138,0 8 0,0-1-78,0 6 0,0 1 8,0 8 0,5-2-46,-1 6 1,0 1-75,-4 8 1,0-2 87,0 7 1,0-1-140,0 4 0,0 1-113,0 0 0,0-1-343,0 1 1,0-1-714,0 1 1,0-6 223,0-4 890,6-2 0,2-1 0,5-1 0</inkml:trace>
  <inkml:trace contextRef="#ctx0" brushRef="#br0" timeOffset="248">225 409 7913,'0'13'685,"0"1"1,-5-1-252,1 0 0,-1 5 119,5-1 0,0 5-414,0-4 0,0-1 92,0-4 1,0 2-760,0 3 1,0-8 247,0 3 280,6-3 0,-4-32 0,4-8 0</inkml:trace>
  <inkml:trace contextRef="#ctx0" brushRef="#br0" timeOffset="406">251 0 7913,'0'13'-541,"0"1"541,0-1 0,6 23 0,1 7 0</inkml:trace>
  <inkml:trace contextRef="#ctx0" brushRef="#br0" timeOffset="917">383 501 7913,'0'8'14,"0"4"429,0-5 460,-6 0-259,5 5-82,-5-11-305,6 5 0,1-6 202,4 0-40,-4 0 1,6-6-108,-2-2 0,-2-9-216,5 0 0,-3-2 14,4 1 1,-5-1-135,5-3 0,-5-3 87,5 3 1,-5 2-136,5-2 1,0 6 130,4-2 1,-4-1-7,0 1 0,0 5 191,4 4 1,-4 5 8,-1-5 278,1 6 1,3-1-6,-3 8 0,-3 5 148,-6 9 1,0-2-348,0 6 1,0 0-147,0 4 0,0-4-136,0 0 0,0-1-277,0 1 0,1-3-84,3-6 1,-2 0 248,2 0 0,-2-4-1672,-2 0 1129,6-6 0,-3 1 28,5-8 0,0-4 209,0-5 0,4-4 294,-3-1 1,-2-1-53,2 1 1,0 2 180,4-6 0,0 6 13,0-1 0,1 2 159,-1 2 1,0 0 15,0-1 0,0 7 93,1 3 1,-1-2 107,0 1 1,0 1 75,0 4 0,1 6 267,-1 3 0,0 4-196,0 4 1,-1 3 135,-3 1 1,-2 4-358,-3-3 1,-2 5-239,2 4 1,2-4-1507,-1 4 0,-1-7 887,-4-2 0,1 0 492,4 4 0,-4-11 0,5-4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25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331 172 8417,'-6'-7'1554,"4"-5"0,-8 9-1083,6-6 0,-5 5-116,4-5 1,-5 6-246,1-1 0,2-2-156,-2 1 0,0 1 51,-4 4 1,-4 0-203,-1 0 0,-1 0 190,1 0 1,4 0-21,-4 0 1,-1 4 239,2 1 1,0 5-171,9-1 1,-3-2-52,7 2 46,0 0 0,4 4 41,0 0 0,1 0 1,3 1 1,5-6-96,9 1 0,-2-2 47,6 2 1,-2 3-164,2-3 0,2-2-59,-6 2 0,4-2 23,-5 2 0,2 3-5,-1-3 1,-4-2 57,4 2 40,-3-1 0,-7 6 22,1-1 0,-6 0 6,2 0 0,-4 0 23,-1 1 1,-7-6 138,-6 1 1,-1 0 43,-3 4 1,-4-4-131,-1 0 0,-3-6-62,-1 1 1,0-2-39,-1-2 0,1 0-166,-1 0 0,5 0 73,0 0 0,6-2-444,-1-2 119,2-4 1,8-5-1040,2 0 1527,4 0 0,42-36 0,10-8 0</inkml:trace>
  <inkml:trace contextRef="#ctx0" brushRef="#br0" timeOffset="242">449 317 7869,'8'0'2459,"-2"6"-1839,-1-5 0,3 5 197,5-6 1,0 5-435,0-1 0,5 0-293,0-4 0,5 0-175,-1 0 0,3 0-434,1 0 0,1 0-2165,-1 0 2684,-5 0 0,33-5 0,3-3 0</inkml:trace>
  <inkml:trace contextRef="#ctx0" brushRef="#br0" timeOffset="627">687 159 7869,'-9'0'4084,"0"0"-3374,6 0 0,-1 0-454,8 0 0,4 0-323,5 0 1,2 4 85,2 1 1,2 0-138,3 0 1,3-4-24,-3 4 0,3 1-414,1-2 0,-4 6 365,0-1 0,-5-2 219,0 2 0,-2 0 373,-2 4 0,-4-3-112,0 4 0,-7-4 254,3 7 0,-4 0-292,-1 0 0,-4-2-46,0 2 1,-7 0-18,2 0 0,-2-2-239,-2 2 0,-1-6-195,1-3 1,0 0-1117,0 1 1,0 1-1242,-1-6 2602,1 1 0,0-11 0,0-2 0</inkml:trace>
  <inkml:trace contextRef="#ctx0" brushRef="#br0" timeOffset="934">1175 264 7869,'-7'0'566,"-5"0"1,9 5 2137,-6-1-1409,6 1-15,-3-5-843,6 0 0,6 0-193,3 0 0,3 0-543,1 0 0,5 0-187,-1 0 0,5-2-460,-4-2 0,4 2 458,-5-2 1,7 2 487,-2 2 0,20 0 0,7 0 0</inkml:trace>
  <inkml:trace contextRef="#ctx0" brushRef="#br0" timeOffset="1583">1531 53 7864,'-8'0'1125,"-1"0"1,4-1 176,-3-4-867,5 4 1,-3-6-28,6 2 1,1 4-177,4-4 0,2-1-66,6 2 0,0 0-46,0 4 0,5-2-114,0-2 0,-1 2 85,-4-2 0,5 2-62,0 2 156,-1 0 1,-1 2 100,-2 2 1,0-1 195,-9 6 0,3-5-129,-3 5 1,-1 0 134,-4 4 0,0 5-197,0-1 0,-6 5-56,-2-4 1,-4 5-32,-1-1 1,-1-1 39,1 1 0,0 0 268,0 4 1,0-4 1,-1 0 1,1-6 35,0 2 1,4 1-216,0-1 0,7 1-78,-3-2 0,4-6-87,1 2 1,1-3-114,4 3 1,2-5-836,6-4 0,0 2 520,0-2 1,2 1-2382,3-5 0,-2 0 2639,6 0 0,17-18 0,10-4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28.2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146 133 7846,'-8'-8'1160,"-3"2"0,8 6-279,-6 0-495,6 0 1,-7 8-48,5 5 1,-5 3 80,1 11 0,-1-3-116,1 12 0,-3 0 73,4 8 1,-4 3-240,-1 6 0,5-5 76,4 1 1,2-7-762,2 2 1,0-7-215,0-2 0,8-7-676,5-2 1,0-5 1436,5-8 0,20-23 0,4-6 0</inkml:trace>
  <inkml:trace contextRef="#ctx0" brushRef="#br0" timeOffset="368">449 278 7862,'-13'7'223,"-6"5"0,4-9 371,-2 6 1,2-5-27,2 5 0,0-5 141,-1 5 0,7-5-396,3 5 0,-2-4-223,1 3-165,1 1 1,10 4-5,3 1 0,2-6 19,3 1 0,0-4 148,4 3 0,-4-3-165,4 4 1,1-7-7,-1 3 0,1 1-173,-2-2 1,-2 5 22,3-5 0,-4 2-39,-1-1 1,1-2 305,-1 5 1,-4-3-55,-1 4 0,-5-5 381,2 5 0,-5-1-135,-5 6 0,-2 0-1,-6 4 0,-2-3-96,-2 2 0,-4-2 96,-5-2 1,4-4-214,0 0 0,0-6-189,-5 1 1,2-3-481,3-1 1,-1 0-12,5 0 1,5-1-317,4-3 0,6-5 984,-1-9 0,44-43 0,11-17 0</inkml:trace>
  <inkml:trace contextRef="#ctx0" brushRef="#br0" timeOffset="567">739 423 7862,'9'4'409,"0"1"1,-5-1 604,5-4 0,0 0-655,4 0 1,0 0-323,0 0 0,5 0-253,0 0 0,4 0-545,-5 0 1,5-4 760,-4-1 0,17-11 0,0 2 0</inkml:trace>
  <inkml:trace contextRef="#ctx0" brushRef="#br0" timeOffset="784">884 317 7862,'-5'14'855,"3"-1"0,-8 0-380,5 0 1,1 2 37,4 2 0,0-2-124,0 3 1,0 2-128,0 2 1,0-1-353,0 1 0,4-5-401,1 5 1,4-1 490,-5 1 0,12 9 0,-1-4 0</inkml:trace>
  <inkml:trace contextRef="#ctx0" brushRef="#br0" timeOffset="1187">1109 212 8640,'-8'-6'2375,"3"-1"0,6-5-1934,3 3 0,4-1-114,5 5 1,0 0-359,0 0 1,2 4-72,3-4 1,-4 4-81,4 1 0,-2 1 168,2 4 0,-4-2-26,4 5 0,-8 1 228,-1 4 1,-2 1 331,2-1 1,-3 6-383,-6 3 0,0 3-40,0 1 1,-6 1 889,-3-1 0,-3 5-398,-1 0 1,0 4-20,0-4 1,0-1-287,-1-3 1,3-1-336,2 0 1,-1-4-120,5 0 1,1-5-420,4 0 1,6-4-108,3-4 1,2 1-743,2-5 0,2-1 299,3-4 1,-2 0-1609,6 0 2746,-6-6 0,38-24 0,3-13 0</inkml:trace>
  <inkml:trace contextRef="#ctx0" brushRef="#br0" timeOffset="1604">1452 1 7862,'0'7'2972,"0"-1"-1718,6 0 0,1 1-638,6 6 0,0 1-76,1-1 1,3 6 195,1 3 0,5 4-236,-1 5 0,-3 1-221,-1 3 0,-3 5-127,-2 0 1,-6-1-93,-3 5 0,-2 6-164,-2-2 0,-7 7-393,-7-7 1,1 5-392,-4 4 1,2-3 887,2 3 0,-6 9 0,-2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31.7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278 106 7955,'4'-9'370,"1"0"751,-1 6-674,-4-9 1,0 9 656,0-5-640,0 5 1,0-5 238,0 4-691,0 3 0,0-4 54,0 10 1,-6-1 38,-2 9 0,-6-1 105,-3 10 0,-4-5 13,-5 5 1,-1 5-149,1 4 0,1-1 27,3-3 1,-3-1-64,3 1 1,3-2 57,2-4 0,8-1-261,4-7 214,4 0 1,7-1 227,3-4 1,8-2-215,5-6 1,9-4-3,4 0 1,3-7-282,2 2 0,-1-2-408,1-2 1,-5-1-662,0 1-1,-4 0 592,4 0 1,-5 5 696,0 4 0,-13-3 0,-6-1 0</inkml:trace>
  <inkml:trace contextRef="#ctx0" brushRef="#br0" timeOffset="315">397 0 7955,'-8'7'381,"-3"-1"1,9 0 573,-2 3 1,-2 4-209,2 5 1,-1 2 317,5 7 1,0 9-438,0 4 0,0 8 100,0 1 0,0 2-499,0 2 0,0-2-7,0-3 0,0-2-1217,0-7 0,0-3 244,0-1 0,5-6 751,-1 2 0,12-9 0,-1-3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33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555 251 8023,'0'-13'413,"-4"4"773,-1 0-709,-5 0 1,7-3 360,-6 4-390,1 2 0,-10 7-281,0 4 1,1 8 0,4 9 0,-5 4 29,0 5 1,-4 3-151,5 5 1,-1 1 5,5-1 1,0 0-238,0-4 0,5 6-934,4-6 0,2 0 291,2-8 1,8-7-743,5-2 1569,0 2 0,24-23 0,-2 0 0</inkml:trace>
  <inkml:trace contextRef="#ctx0" brushRef="#br0" timeOffset="361">793 369 8004,'-21'0'452,"2"6"0,1-4 123,1 2 1,2 2 45,2-2 0,7 5 130,-7-4-224,8 5-374,-6-3 1,9 6-146,-2 1 1,4-6 103,4 1 0,4 0-84,5 4 1,0-1-99,0-3 1,0 2-36,1-2 1,3-1-24,1 0 0,1 1 31,-2 4 0,-2-4-44,3 0 1,-5-5 115,-4 5 0,1 0 28,-6 4 1,5 0 21,-4 1 0,-1-6-1,-4 1 0,-2 0-26,-2 4 0,-3 0-36,-6 0 0,-2-1-73,-3-3 0,2 1-21,-6-5 1,0-1-223,-4-4 1,4 0-48,0 0 0,1-1-334,-1-4 1,3-2 129,6-6 1,4-5-673,0 0 1277,7 1 0,31-43 0,15-12 0</inkml:trace>
  <inkml:trace contextRef="#ctx0" brushRef="#br0" timeOffset="550">977 449 7997,'6'13'0,"-3"-4"166,6-1 0,0-5 314,4 2 0,4-4-140,1-1 0,4 0-180,-4 0 1,7 0-121,1 0 1,-4 0-248,4 0 1,-2 0-501,2 0 0,-5 0 510,-4 0 197,-2 0 0,-14-6 0,-2-1 0</inkml:trace>
  <inkml:trace contextRef="#ctx0" brushRef="#br0" timeOffset="776">1162 383 7944,'-6'20'0,"-1"-1"0,-1-6 272,4 1 1,-2 0 436,2 4 0,-1-2-66,5 6 1,0-4-391,0 4 1,0-2-354,0 2 1,0 2-306,0-7 0,0 7-577,0-2 0,6 1 982,3-1 0,9-9 0,2-7 0</inkml:trace>
  <inkml:trace contextRef="#ctx0" brushRef="#br0" timeOffset="1254">1452 224 7921,'0'-7'2879,"0"1"-2343,0 0 0,0 3-41,0-5 0,6 5-369,3-2 0,4 4-78,5 1 0,-2 0-164,6 0 0,-5 0 72,5 0 0,-5 0-95,0 0 1,-2 4 94,-2 1 0,-4 5-169,0-1 1,-7 2 95,3 3 1,-4-1 125,-1 0 1,-6 0 141,-2 0 0,-4 0-17,-1 1 0,-2-1-63,-2 0 0,2-1 9,-3-3 0,5 2 76,4-2 121,-2 3-140,3 1 1,1 0-13,3 0 1,4-4 73,4 0 0,3-5-247,6 5 0,5-4 93,0 3 1,4-5-225,-5 2 1,7 1 50,-2-2 0,-2 2 50,2-2 0,-6 2 151,2 3 0,-9 3 89,-5-4 1,2 4 11,-2 1 0,-1 1 273,-7-1 1,-3 0-103,-7 0 1,-3 0-169,-1 1 1,-4-6-362,5 1 0,-7-4 134,2 3 0,2-5-205,-2 2 0,4-4-430,-4-1 1,6-6-778,-2-3 1,4-2 1461,0-2 0,31-65 0,6-16 0</inkml:trace>
  <inkml:trace contextRef="#ctx0" brushRef="#br0" timeOffset="1543">1848 0 7921,'0'7'2908,"0"-1"-2203,0-6 0,2 5 227,2-1 1,3 6-298,6-1 1,5 9-213,0 4 0,5 3-179,-1 1 0,3 6 42,1 3 0,-1 2 0,-3-2 1,-3 3-55,-5-2 0,-7 0-27,-3-1 0,-2 2-389,-2-6 0,-6 1-521,-3-1 1,-3-3-3226,-1 2 3930,-6-2 0,-7 5 0,-8 0 0</inkml:trace>
  <inkml:trace contextRef="#ctx0" brushRef="#br0" timeOffset="2655">1 937 8922,'0'-8'720,"0"3"1,6 5-487,3 0 1,-2 0 49,2 0 1,1-2 91,8-2 1,-4 2-67,4-2 1,2 2 143,2 2 1,3 0 20,2 0 1,-1 0-164,0 0 1,2-4-103,3 0 0,-2-1-16,7 5 1,-7 0-102,2 0 0,1 0 61,-1 0 1,1 0-128,-1 0 1,-3 0 101,2 0 0,3 0-29,-3 0 1,0 0-540,-8 0 1,1 0 180,-5 0 1,4 0 103,-5 0 1,5 0 90,-4 0 1,1 2 35,-1 2 0,-4-2 14,4 2 1,1 2-3,-2-2 1,5 1 123,-4-5 0,4 0-68,-4 0 1,4 0-2,-5 0 1,5 0-66,-4 0 1,5 0-89,-1 0 1,2 0 78,-2 0 0,3 0-109,-3 0 0,-2 0 174,2 0 0,-4-5-3,4 1 0,-6-1 77,1 5 1,-2 0-98,-2 0 1,5 0 236,-1 0 1,1 0-82,-5 0 0,0 0-126,1 0 0,3 0-35,1 0 0,-1 0-162,-3 0 0,3 0 88,1 0 1,4 0-143,-5 0 1,2 0 120,-1 0 0,-2 0 16,6 0 1,-1 0 67,1 0 1,-2 0 16,-2 0 0,-2 0 98,6 0 0,-5 0-64,5 0 1,-5 0 136,0 0 0,-2 0-148,-2 0 1,5-4 12,-1 0 1,1-1-19,-5 5 1,0 0 26,0 0 0,1 0-67,-1 0 1,0 0 60,0 0-33,0 0 0,1 0 133,-1 0 239,0 0-164,0 0-93,0 0 1,-4 5-643,0-1 248,-6 0-169,9 2 1,-9-4-213,5 2 305,-5-2 1,5-2-672,-4 0-639,-3 0 984,5 0 666,-6 0 0,-6-12 0,-1-3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40.0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9894,'18'-2'774,"-1"-2"0,7 2-781,-2-2 1,4 2-8,5 2 1,-2 0-858,7 0 0,-7 0 871,2 0 0,8 18 0,2 4 0</inkml:trace>
  <inkml:trace contextRef="#ctx0" brushRef="#br0" timeOffset="233">185 238 13473,'13'6'-86,"0"-5"-98,1 4 0,5-2-573,3 1 757,-3-3 0,41 17 0,4-3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36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223 159 7905,'0'-8'0,"-4"1"357,0 3 1,-2 2 107,1-2 1,3 2 66,-7 2 0,4 0-240,-3 0 0,-1 3-63,-4 6 1,-1 3-68,1 14 0,-4 1-97,-1 12 1,-1-1-87,1 11 0,4-3-68,-4 3 0,8 1-72,1-6 0,6 0-371,-1-5 0,8-7 532,5-5 0,26-7 0,8-6 0</inkml:trace>
  <inkml:trace contextRef="#ctx0" brushRef="#br0" timeOffset="352">435 317 7935,'-14'0'-91,"1"4"-46,0 1 0,4 1 520,0-2 0,1-1 557,-6 6 1,6-2-514,-1 2 0,6 3-44,-1-4 0,1 3-388,-2-3 1,4 4-49,-4-3 1,8 3-52,2 1 1,5-4 122,-1 0 0,2-2-150,3 2 1,3 1 35,1-6 1,-1 5-219,-3-5 208,5 7 0,-5-8 45,4 5 1,-5-3 58,-4 4 0,1-5 20,-5 5 0,-1 0 1,-4 4 1,-2-4-25,-2-1 0,-3 1 5,-6 4 1,-2-1-69,-3-3 1,2 1-5,-6-5 0,2 0-86,-2 0 1,-3-4-220,3 4 0,1-4-146,-1-1 0,11-6 522,-3-2 0,16-33 0,-1-9 0</inkml:trace>
  <inkml:trace contextRef="#ctx0" brushRef="#br0" timeOffset="566">672 370 7943,'7'0'1999,"5"6"-1,-5-5-1697,7 3 0,-1-2-67,0-2 0,0 4-360,0 1 1,5-1-496,0-4 0,4 0-37,-5 0 1,1 0-1914,-5 0 2571,0 0 0,0-6 0,1-1 0</inkml:trace>
  <inkml:trace contextRef="#ctx0" brushRef="#br0" timeOffset="758">804 317 7943,'-7'13'0,"-1"0"236,4 1 1,2 3 374,-2 1 1,3 1-57,1-2 0,-5-2-345,1 3 1,-1 1-425,5-2-1,0 5-286,0-4 0,0 1-674,0-1 0,5-4 1175,-1 4 0,18-4 0,0 0 0</inkml:trace>
  <inkml:trace contextRef="#ctx0" brushRef="#br0" timeOffset="1119">949 185 7921,'0'-7'-280,"6"1"0,-3 6 482,6 0 1,-5 0 421,5 0 1,0 0-550,4 0 1,0 0 12,0 0 0,1 0-53,-1 0 0,0 1 56,0 4 1,0-2-13,0 5 0,-1 1 179,-3 4 1,1-4 197,-5 0 0,-1 4-128,-4 5 1,0 1 116,0-2 1,-6 0-105,-3 5 0,-7 0-123,-1 4 1,-1-4-2,5 0 0,0-4-38,0 4 1,-1-6-65,1 1 1,4-1 39,1 2-314,5-3 0,-3 4-151,6-6 0,1-4-349,4-1 0,2-3-49,6 4 0,0-6-693,1 1 0,3-3-305,1-1 1706,5 0 0,21-23 0,12-6 0</inkml:trace>
  <inkml:trace contextRef="#ctx0" brushRef="#br0" timeOffset="1426">1266 106 7884,'1'13'1299,"4"0"1,-2-4-709,5 0 1,0 0-252,1 4 1,2 6-99,-2 3 0,3 3 28,1 1 1,-4 1 112,0-1 0,-7 6-189,3 3 0,-4 4-123,-1 0 0,-1 1-121,-4-1 0,0 1-446,-4-1 1,-3 0-708,3-4 0,-1-3 257,1-6 1,-1-1 945,6-3 0,-7-26 0,4-12 0</inkml:trace>
  <inkml:trace contextRef="#ctx0" brushRef="#br0" timeOffset="1718">1648 106 7883,'-13'0'-1741,"0"0"2419,0 0 0,0 1 1393,-1 4 1,6-1-625,-1 9 1,4-1-718,-3 10 0,5 2-274,-2 6 1,-1 0-237,2 5 0,-2 4-162,2 5 0,2-1-93,-2-8 0,2 2-299,2-7 0,0 6-243,0-6 1,0 0-722,0-8 1,5-2-868,-1-2 0,5-3 377,-5 2 1788,1-2 0,30-55 0,9-13 0</inkml:trace>
  <inkml:trace contextRef="#ctx0" brushRef="#br0" timeOffset="2086">1807 291 7839,'-8'0'0,"-3"0"968,3 0 0,-5 0-181,0 0 0,4 0-26,0 0 0,5 0-406,-5 0 0,5 0-183,-5 0 0,6 1-29,-1 3 0,2-1-88,2 6 1,0-4 65,0 3 1,0-3-83,0 4 1,6-2-11,3 2 0,4 1-115,5-6 1,-4 7-122,4-3 1,1 0 5,-1 1 0,4-5-45,-5 5 1,1-2 224,-5 2 0,0 3 86,0-4 0,-1 4 226,-3 1 0,-3 1-101,-6-1 0,0 0 30,0 0 0,-3 0 4,-6 0 1,0 1-66,-8-1 1,0 0-83,0 0 1,1-4-4,-6 0 0,4-6-262,-4 1 1,6-2-476,-2-2 1,-1-2-87,2-2 0,1-4-701,7-5 1,-1 0 431,5 0 1018,1-6 0,57-49 0,-20 26 0,0-1 0</inkml:trace>
  <inkml:trace contextRef="#ctx0" brushRef="#br0" timeOffset="2292">2057 357 7839,'8'0'747,"-1"4"-103,-3 0 1,-1 1 561,6-5 1,-4 0-700,3 0 0,-3 0-149,4 0 1,-2 1-259,2 4 0,2-4-139,-2 3 0,3-2-1293,1-2 0,-4 0 329,0 0 1003,0 0 0,4 0 0,0 0 0</inkml:trace>
  <inkml:trace contextRef="#ctx0" brushRef="#br0" timeOffset="2492">2176 277 7837,'-7'8'2228,"-5"-2"-920,11-1-729,-11 3 0,6 5-122,-3 0 1,3 2-47,6 2 1,0 0-658,0 5 0,0-2-637,0 2 1,0 3 622,0-3 260,6-3 0,13 12 0,9-3 0</inkml:trace>
  <inkml:trace contextRef="#ctx0" brushRef="#br0" timeOffset="2794">2374 541 7833,'-13'6'1170,"6"-4"2277,-5 9-1259,10-9-513,-3 4-1287,5-6 0,5-2-150,4-2 1,3-4-410,1-5 0,5 0-493,-1 0 0,2-5-538,-1 1 0,-2-2 750,6 1 0,-6 2-608,2-6 0,-4 4 363,0-4 0,-1 5 317,0-5 1,0 4 211,0-4 0,-5 10 81,-4-1 118,-2 3 0,-2 1 669,0 0 1416,0 6-1567,0 3 1,0 12 801,0 6 1,-5 1-582,1-2 1,-5 0-219,5 5 0,-2 0-279,1 4 0,4-4-63,-4 0 0,4-2-644,1 2 1,0 3-1931,0-3 2364,0-3 0,6 6 0,1-4 0</inkml:trace>
  <inkml:trace contextRef="#ctx0" brushRef="#br0" timeOffset="3102">2691 0 7801,'0'8'1475,"6"3"-580,2-2 0,0-1-457,1 0 1,-1 3-21,6 6 1,3-1-108,1 6 1,-1 0 5,-4 5 0,-1-1-16,-3 0 0,1 5-69,-5 0 1,-1 4-76,-4-4 0,0 4-5,0-4 0,-1 4-83,-4-4 0,-2 4-220,-6-4 0,-1 4-501,1-4 1,0 0-124,0-5 0,0 5 775,0 0 0,-24 17 0,-6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41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8326,'15'0'1149,"3"0"0,10 2-259,11 2 1,20 3-134,15 7 1,12 0-512,10 4 0,-46-10 0,0 0-297,2 3 1,2 0 0,-1-3 0,1 0 111,-3 1 1,-1 0 0,44 5-162,-20 0 1,-3-1-275,-10 0 1,-4 2-1716,-8 2 2089,-4-2 0,12 27 0,5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42.0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7980,'0'13'816,"0"-5"0,4 3-451,0-2 1,12-2-118,2 2 1,11 4 257,7 5 0,13 5 288,9-1 0,6 2-379,6-2 1,-1 3-372,6-3 1,-3 3-384,-2 1 1,-1-5-159,-12-4 0,1 2-482,-6-1 1,-5 4 101,-3-5 0,-9 3 877,-4-3 0,-9 21 0,-3 11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43.9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184 92 8242,'19'-13'469,"-5"-1"0,4 1 77,-3 0 0,-4 4 1325,-2 0-1351,3 6 1,-11-4 27,4 3-294,-4 2 0,-1-2-291,0 8 0,-6-1-386,-3 6 0,-7 4 113,-1 5 1,-7 5-277,2-1 1,2-1-30,-2 1 1,1 0 225,-1 4 0,-1-1 4,5-3 0,1 1 144,3-5 0,1 1-252,0-1 231,6-4 0,2 4 65,10-9 1,4-3 268,8-6 1,4 0 409,5 0 1,0-5-250,1 1 0,-1-5-118,1 5 0,3-1-382,1 5 1,-4-4-122,-5-1 1,0 1-559,4 4 946,0 6 0,1 13 0,-1 9 0</inkml:trace>
  <inkml:trace contextRef="#ctx0" brushRef="#br0" timeOffset="290">342 39 8561,'0'13'608,"0"5"-231,0-1 1,0 13-169,0 0 1,0 7-10,0 3 0,0 1-165,0 3 0,0-2 120,0 7 1,0-11-650,0 1 1,0-8-81,0 0 0,0-8 574,0-1 0,12-23 0,2-2 0</inkml:trace>
  <inkml:trace contextRef="#ctx0" brushRef="#br0" timeOffset="650">619 184 10296,'-7'0'1605,"1"-1"-1292,6-4-434,0 4 121,0-5 0,35 6 0,9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48.9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53 344 8392,'-13'6'-37,"4"-3"0,1 4 1,-1 0 2398,2 1-659,1-5-373,6 8-902,0-9 0,6 4 118,2-6 0,4 0-277,1 0 0,5-5 0,-1 1 0,7-6-78,-2 1 1,3-7-196,1-2 0,-1-1-417,-3 2 0,3 0-2,-3-5 0,1 0-304,-1-4 1,2 4 436,-7 0 1,3 0 29,-3-4 0,-4-1-204,1 1 0,-6 5-228,-3 4 1,-4 7-128,4 1 359,-4 6 1005,-7-3 1,0 7-362,-2 4 0,0 4 511,4 8 1,2-2-134,-2 2 0,-2 4 118,2 1 1,-1-1-350,5 1 1,0 0-171,0 4 0,0-4-381,0 0 1,0 0-743,0 4 1,5-1-912,-1-3 1873,6 3 0,15 7 0,10 9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50.0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27 8308,'-8'6'53,"-3"-5"1,8 5 771,-6-6-207,6 0-67,-3 0 72,6 0 42,0 0 0,2 5-23,2-1-344,3 0 0,6-4 32,1 0 0,-1 0-79,0 0 0,0 0-47,0 0 0,1 0-75,-1 0 1,1 0 3,4 0 0,-3 0-210,2 0 0,-1 0 104,2 0 0,-3 0-175,2 0 1,2 0 96,-1 0 1,-1 0 20,-3 0 1,-1 0-36,0 0 0,0 0 16,0 0 0,1 0 48,-1 0 1,0 0-11,0 0 0,0 0 11,1 0 0,-6 0-33,1 0 0,0 0-43,4 0 79,0 0 0,1 0-8,-1 0 1,0 0 185,0 0-160,0 0 1,1 0 9,-1 0 1,0 0-39,0 0 0,-4 0 6,0 0 1,0 0-42,4 0 15,0 0 1,0 0 105,0 0 1,1 0-6,-1 0 1,-5 0 9,1 0 1,0 0-64,4 0 0,0 0 10,1 0 0,-1-1-10,0-3-4,0 2 1,0-4 52,1 6 1,-1 0-6,0 0 1,-4-4 174,0-1-118,-1 1 0,6 4-100,-1 0 1,-4 0-30,-1 0 1,-3 2-125,4 2 1,-5-3 103,5 4-116,0-4 0,4 1-49,0 2 1,0-2-317,0 2 1,1-3-145,-1-1 0,0-1-1104,0-3 1756,0 2 0,18-21 0,4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52.9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27 264 8177,'-7'0'558,"-5"0"813,11 0-620,-5 0 1,13 0-286,6 0 0,2 0-386,7 0 1,0 0-130,4 0 0,1 0-320,-1 0 1,-1 4-73,-3 1 0,3 1-413,-3-2 1,-1-1 482,1 6 371,-6 0 0,-3 10 0,-7 1 0</inkml:trace>
  <inkml:trace contextRef="#ctx0" brushRef="#br0" timeOffset="243">106 422 8434,'-7'8'424,"-5"-2"0,9-6 548,-5 0-445,5 5 1,-2-2-278,10 6 0,2-6-57,6 1 1,5 2-163,-1-1 0,5 4-279,-4-5 0,7 5-870,1-5 1,-4 5 1117,5-5 0,25 12 0,11-1 0</inkml:trace>
  <inkml:trace contextRef="#ctx0" brushRef="#br0" timeOffset="638">924 264 8173,'-13'0'441,"6"6"620,-5-5-57,5 5 0,1-6-453,6 0 1,6 0 15,7 0 0,2 0-351,2 0 0,-1 0-166,6 0 1,0 5-874,5-1 1,-2 0 568,-3-4 0,3 0-1145,-3 0 1399,3 0 0,24 0 0,7 0 0</inkml:trace>
  <inkml:trace contextRef="#ctx0" brushRef="#br0" timeOffset="1036">1769 27 8155,'-19'-8'481,"4"2"1,-4 6 707,6 0 1,0-1 167,-1-4-674,1 4 0,0-5-282,0 6 0,4 0 168,0 0-748,0 0 1,-4 6 61,0 3 0,4 3-40,1 1 0,0 4 187,-1 1 0,2 1-95,3-1 0,2-4-50,-2 4 0,2-4 77,2 0 1,2-1-50,2 0 1,4-1 27,5-3 0,6-4-130,3-5 1,3 0 105,1 0 1,6-1-773,4-3 0,2-4 211,1-5 1,-4 4-317,1 0 0,-1 1 139,4-6 821,-5 7 0,4 1 0,-4 6 0</inkml:trace>
  <inkml:trace contextRef="#ctx0" brushRef="#br0" timeOffset="1276">1901 13 8118,'-19'8'293,"4"2"162,-3-6 0,8 5 98,1-4 0,5 5 277,-5-1 0,6 4 59,-1 4 1,2 5-254,2 9 1,-1 4-13,-3 9 1,2-1-377,-2 5 1,-2-5-60,1 1 0,1 1 64,4-1 1,1-6-16,4-7 1,4-5-239,8-4 0,39-32 0,14-13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51.8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40 153 8177,'-7'0'438,"-5"4"1864,4 1-691,2-1-799,0-4 0,7 0-323,4 0 0,4 0-109,8 0 0,4 0-222,5 0 0,5 0-114,0 0 0,4 0-1000,-4 0 0,1 0 643,-1 0 0,-4 0 313,4 0 0,9 12 0,1 3 0</inkml:trace>
  <inkml:trace contextRef="#ctx0" brushRef="#br0" timeOffset="367">529 325 8177,'-8'5'983,"2"-3"230,6 4 0,2-6-327,2 0 1,5 0-345,9 0 0,2-6-426,7-3 0,-1-4-6,0-5 0,1 2-55,-1-6 0,5 0-49,0-4 0,0 4-299,-5 0 0,-4-3 16,0-1 1,-6-7-451,2 11 1,-10 0 349,-3 9 1,-4 4-276,-1 0 875,0 7 0,0 2 113,0 8 0,-4 6 118,-1 3 0,0 4-191,0 5 0,4 2 21,-4 3 0,-1-3-13,2 2 0,0 3-104,4-3 0,0 6-406,0-6 1,0 0-633,0-8 0,1 3 871,4-3 0,19-9 0,12-2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19:59.6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1 278 7960,'0'13'282,"0"2"0,0 1 1,0 3 775,0 1 0,0 2-644,0 5 0,0-1-29,0 1 1,4-1-203,0 0 1,2 1-78,-1-1 0,-4-5 119,4-4-469,2 4-331,-6-7 422,5 0 3,-6-9 1,0-10 49,0-4 0,-4-9 28,-1-4 0,0-3-137,0-1 0,4 0-132,-4-1 0,4-4 81,1 1 0,0-7 198,0 2 1,0 2-12,0 3 1,0 2 10,0 1 1,4 1 173,1 0 1,5 5-133,-1 4 0,4 2 152,5 2 1,-2 1-367,6 3 0,-5 3-633,5 6 867,0 0 0,22 30 0,5 6 0</inkml:trace>
  <inkml:trace contextRef="#ctx0" brushRef="#br0" timeOffset="384">304 489 8731,'0'-7'2049,"0"1"0,2 6-1987,2 0 1,-1-2-124,6-2 0,0 2-219,4-2 0,0 3 214,0 1 0,-4 0-36,0 0 1,-2 1 237,2 3 0,1-1-9,-5 6 0,-1 0-31,-4 4 0,0 0 374,0 1 0,-2 3 76,-2 1 0,1 4-154,-6-5 1,1 7-98,-6-2 1,1-2-143,0 2 0,1-4-165,3 4 1,-1-6 199,6 2 1,-1-2 181,5 1-1170,0-2 1,2 4 11,2-6 0,8-5-842,6-4 1,5-3 1629,-1-1 0,38-23 0,10-6 0</inkml:trace>
  <inkml:trace contextRef="#ctx0" brushRef="#br0" timeOffset="640">674 317 7909,'-8'0'0,"2"0"2943,1 0-2252,3 0 0,-2-1-496,8-3 0,5 2-249,8-2 0,0 2-397,5 2 1,0 0 247,4 0 203,0 0 0,24 6 0,6 1 0</inkml:trace>
  <inkml:trace contextRef="#ctx0" brushRef="#br0" timeOffset="865">726 502 8972,'14'-4'228,"-1"-1"0,1 1-611,4 4 0,1 0 383,3 0 0,56 6 0,8 1 0</inkml:trace>
  <inkml:trace contextRef="#ctx0" brushRef="#br0" timeOffset="1192">1241 1 9015,'0'13'1934,"0"0"1,0 2-1418,0 2 1,0 4-182,0 5 1,4 7-200,1 2 1,1 4-99,-2 5 0,-3-1-329,4 5 0,1-4-573,-2 5 0,2-7 863,-2 2 0,-8 3 0,2 0 0</inkml:trace>
  <inkml:trace contextRef="#ctx0" brushRef="#br0" timeOffset="1390">1426 410 7854,'0'13'667,"0"0"1,0-4-215,0 0 1,0 0-92,0 4 0,0 0-285,0 0 1,4 0-305,0 1 0,2-1-262,-1 0 1,-4 0 488,4 0 0,8-23 0,1-6 0</inkml:trace>
  <inkml:trace contextRef="#ctx0" brushRef="#br0" timeOffset="1557">1478 54 7834,'-5'7'52,"3"-1"0,-4-5 104,6 4 1,-4-2-222,-1 5 0,1 1-13,4 4 1,1 1 77,4-1 0,20 41 0,10 10 0</inkml:trace>
  <inkml:trace contextRef="#ctx0" brushRef="#br0" timeOffset="1935">1637 449 12397,'0'-13'63,"0"0"1,0 0-389,0 0 1,1-1 177,4 1 0,-2-4 106,5-1 1,0 0 301,0 5 1,4 0-33,-3 0 0,1 4 114,-1 0 0,3 6-55,-3-1 0,2 2 156,2 2 1,-4 0-56,0 0 1,-5 6-25,5 3 1,-4 7-18,3 2 0,-5-1-138,2-3 0,-4 0-281,-1 4 0,5-8-505,-1 3-18,0-2 0,-2 0 161,2-2 0,-1-3-373,6-6 0,-5 0 344,5 0 1,-4-6-103,3-3 0,1-2 403,4-3 0,-4 1-13,0 0 0,-2 4 547,2 0 0,3 6 556,-3-1 898,2 3-1332,3 1 0,-3 5 127,-2 4 0,-2 4-671,-2 5 0,-4-2-617,4 6 1,-4 0 651,-1 5 14,0-1 0,0 12 0,0 3 0</inkml:trace>
  <inkml:trace contextRef="#ctx0" brushRef="#br0" timeOffset="2540">1149 885 7820,'5'-8'0,"-2"3"834,6 5-135,-6-6 829,3 4-555,-6-4-735,0 6 0,-2 0-60,-2 0 1,-5 2 25,-8 2 0,1 2-78,-6 3 1,4 6 81,-4-7 1,6 10-79,-2-9 1,-1 5-20,2-5 1,1 3-108,7 1 14,-3 0 1,6 0-138,-3 1 151,3-1 0,12 0-43,3 0 1,4-4-90,5 0 1,-2-5 71,6 5 1,0-6-74,4 1 0,-1 2-14,-3-1 1,-1 5 44,-4-1 1,-2-2 62,3 2 0,-8 0-1,-1 4 0,-6 0-11,1 0 1,-2 0 0,-2 1 1,-6-1-83,-3 0 1,-4-4 75,-5 0 0,2-6-108,-6 1 0,0-3 13,-4-1 0,4 0-152,0 0 1,1 0 9,-1 0 0,-1-5-129,5-4 1,5 1-101,4 0 1,6-1-1069,-1-4 872,2-1 686,8 1 0,48-18 0,18-4 0</inkml:trace>
  <inkml:trace contextRef="#ctx0" brushRef="#br0" timeOffset="2749">1333 1030 7820,'8'7'862,"-3"-1"1228,-5-6-1194,0 0 1,6 0-378,3 0 1,3 0-421,1 0 1,6 0-296,3 0 1,3 0-270,1 0 0,5 0 218,0 0 0,1 0-257,-1 0 0,-8 0 219,4 0 285,-4 0 0,4 18 0,-1 4 0</inkml:trace>
  <inkml:trace contextRef="#ctx0" brushRef="#br0" timeOffset="3075">1624 911 11393,'1'7'337,"3"-2"1,5-4-274,9-1 0,-4 5-210,4-1 1,3 5 133,1-5 0,-2 7-62,2-3 0,-1 4 154,1 1 0,-3 0 30,-6 1 0,-1-1 220,-4 0 0,-2 2-78,-6 2 1,0-2 244,0 3 0,-6 1-291,-2-2 0,-4 1-263,-1-5 1,-5 0-118,0 0 1,-4 1-511,5-1 0,-1-4-915,5-1 1,0-3 191,0 4 1407,0-6 0,11-3 0,4-8 0</inkml:trace>
  <inkml:trace contextRef="#ctx0" brushRef="#br0" timeOffset="3383">2033 1083 7820,'-8'6'5387,"2"-5"-4288,6 5-1150,0-6 0,6 0-491,3 0 1,7 0-612,2 0 1,4 0 1152,-5 0 0,42 0 0,5 0 0</inkml:trace>
  <inkml:trace contextRef="#ctx0" brushRef="#br0" timeOffset="3701">2296 1267 7817,'-5'14'0,"3"-7"0,-5 3 3616,2-5-1195,4 5-501,-5-9-1585,6 5 0,6-6-226,3 0 0,2-6-199,3-3 1,-1-2-402,0-2 0,5-1-599,-1 1 1,1-4 503,-5-1 1,5-4 113,-1 4 0,-1-1 199,-7 2 0,3 2-51,-3-2 517,2 2 277,3 2 0,-6 4 687,1 0 217,-6 6 1,3 3 60,-6 9 0,0 4-738,0 5 1,0-2-334,0 6 0,0-5-429,0 5 1,0 0-358,0 5 1,1-1 447,4 1-26,-4-7 0,11 17 0,-5-2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04.1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172 120 7820,'0'-8'388,"0"-4"1,0 10 590,0-7 1,-1 1-245,-4 0 1,4 0 249,-4 4 1,-2 2-487,-2-2 1,2 4-16,-2 4 1,0 10-206,-4 8 0,0 8-40,0 6 1,-2 8-117,-2 4 0,3-1-201,1 1 1,1-4-272,8 5 1,0-7-361,4 2 1,1-4-944,3-5 1,5-7 1651,9-6 0,20-18 0,10 0 0</inkml:trace>
  <inkml:trace contextRef="#ctx0" brushRef="#br0" timeOffset="342">423 212 7820,'-13'7'538,"-1"-1"0,1-2 64,0 1 1,0 1 565,0-2 0,-1-1-558,1 6 0,4 0-36,1 4 1,5 0-445,-2 0 1,4 0 103,1 1 1,4 0-344,1 4 1,9-3-26,0 2 1,2-2 26,-3-2 0,4 0 55,1 0 1,4-1-162,-4-3 1,1 1-108,-2-5 0,-2 3-4,2-3 1,-6 4 197,-2-5 0,-5 6 332,5-1 157,-6 3 1,-3 1-146,-9 0 0,-3 0 15,-1 1 0,-6-1-207,-3 0 1,-2-4-216,2 0 1,-2-7 87,2 3 0,-6 1-212,1-2 0,-1-1-278,11-7 0,-1-4-1430,5-5 2021,6 0 0,48-53 0,17-13 0</inkml:trace>
  <inkml:trace contextRef="#ctx0" brushRef="#br0" timeOffset="508">660 383 7820,'6'8'512,"-4"-2"1,8-5 731,-6 3 1,7-2-561,-3 2 0,4-2-270,1-2 1,0 0-484,1 0 1,3 0-562,1 0 0,4 0-771,-5 0 1,5 0 1400,-4 0 0,5-6 0,-2-1 0</inkml:trace>
  <inkml:trace contextRef="#ctx0" brushRef="#br0" timeOffset="717">819 317 7820,'-14'6'971,"7"2"1,-3 5-275,5 0 1,-3 0 639,3 0 1,1 6-795,4 3 1,0 3-150,0 2 0,0-5-800,0 0 0,0 0-171,0 4 0,4-5-1293,1-4 1,5-2 1869,-1-2 0,14-23 0,5-6 0</inkml:trace>
  <inkml:trace contextRef="#ctx0" brushRef="#br0" timeOffset="1035">1017 463 8805,'0'7'1812,"0"5"1,0-9 1414,0 5-1605,0-5-1161,0 3 0,5-6-375,4 0 1,-1-1-423,0-4 1,1 2 22,4-5 1,2-6-220,3-3 0,-4-2 203,4 1 1,-2 2-534,2-6 0,-4 0 261,4-4 0,-7 4 176,3 0 0,-8 6 418,7-2 1,-7 5 334,2 4 22,1-3 0,-1 12-21,-4 0 1,2 10 410,-2 8 1,1 6-268,-5-2 1,0 2 152,0 3 1,0-1-587,0 1 1,0 3 23,0 1 1,4-1-390,0-9 1,1 4-531,-5-3 1,4-1-2434,1 1 3288,-1-6 0,8-14 0,2-11 0</inkml:trace>
  <inkml:trace contextRef="#ctx0" brushRef="#br0" timeOffset="1292">1412 14 7804,'0'-7'2044,"0"1"1149,0 6-2383,6 0 0,2 0 72,5 0 0,0 7-230,0 6 1,0 2-274,0 7 0,5 4 133,0 5 0,-1 10 72,-4-1 1,4 13 48,-4-1 0,1 4-251,-9-3 0,-1 0-49,-4-1 1,0 6-507,0-1 0,-1-6-475,-4-7 0,4-3-4440,-3-1 5088,-4-7 0,-5-18 0,-8-11 0</inkml:trace>
  <inkml:trace contextRef="#ctx0" brushRef="#br0" timeOffset="2009">2125 146 7838,'6'-13'470,"-5"4"-329,4 0 0,0 5 947,0-5 1,-1 5-277,-4-5 1,5 4 524,-1-3-631,0 5-480,-4-3 1,-1 7-109,-3 4 0,-4-2-138,-5 5 0,0 6 32,0 3 0,-1 2 93,1-1 1,0-4-42,0 4 1,1-3-46,3-2 1,-1 0-78,6 0 0,-1 0 0,5 1 1,0-6-44,0 1 1,6-1-110,3 0 1,8 3 98,5-7 0,8 0-744,1-4 0,5 0-97,-1 0 1,4-5-1298,0-4 2249,1 3 0,11-23 0,3-1 0</inkml:trace>
  <inkml:trace contextRef="#ctx0" brushRef="#br0" timeOffset="2284">2296 106 8122,'-6'8'620,"5"-1"577,-3-3 1,2-1-521,2 6 0,0 6 422,0 7 0,0 4-374,0 5 1,0 4-87,0 9 1,0 3-170,0 6 1,0 0 10,0-1 0,0-5-459,0-3 1,0-3-373,0-1 0,0-6-1540,0-4 1,2-3 1889,2-5 0,9-27 0,8-11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08.6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449 186 8005,'-9'-8'259,"0"4"1,5-2 451,-5 2 0,5-1-84,-5 5 0,4 0-211,-3 0 1,-1 3-182,-4 6 0,-1 1-52,1 12 1,0 2-88,0 6 1,0 0 88,-1 5 1,3 0-29,2 5 1,-1-5-106,5 0 0,1-4-284,4 4 0,0-6-1001,0 2 0,6-9 1233,3-4 0,55-21 0,15-6 0</inkml:trace>
  <inkml:trace contextRef="#ctx0" brushRef="#br0" timeOffset="352">752 304 8005,'-6'-7'-57,"-1"1"1,-6 6 230,0 0 1,-1 0 181,1 0 1,4 0 362,1 0 1,-1 4-271,-4 1 1,4 5-20,0-1 1,5-2-124,-5 2 0,6 0-29,-1 4 1,2 0-80,2 0 1,2 1 41,2-1 1,3 0-239,6 0 0,5 0-30,0 1 1,5-6-56,-1 1 0,3 0-213,1 4 1,-1-6-390,-3-2 0,3 1 352,-3-2 0,-3 5-81,-1-5 0,-8 2 672,-1-1-259,-6 2 0,3 6 268,-6 0 1,-8-4-120,-5 0 0,-6 0 40,-7 4 0,-1-1-231,1-4 0,0 3 48,-1-7 0,1 5-167,-1-5 0,1 1-398,0-5 1,5 0-32,4 0 0,3-2 590,6-2 0,19-21 0,11-10 0</inkml:trace>
  <inkml:trace contextRef="#ctx0" brushRef="#br0" timeOffset="609">1122 397 13477,'13'7'244,"0"-3"1,5-2-167,-1-2 1,7 0-1101,-2 0 0,-2 0 46,2 0 1,0 0-374,5 0 1,-7 0 1348,-2 0 0,8 0 0,2 0 0</inkml:trace>
  <inkml:trace contextRef="#ctx0" brushRef="#br0" timeOffset="817">1267 357 7990,'-8'13'566,"-2"-4"160,6 0 126,-1 0 1,5 4-423,0 0 0,0 2-200,0 2 0,0-2-773,0 2 0,0 3 360,0-3 1,5 5-1065,-1-4 1,1-1 166,-5-3 1080,5 5 0,9-11 0,6 4 0</inkml:trace>
  <inkml:trace contextRef="#ctx0" brushRef="#br0" timeOffset="1303">1583 146 8611,'14'-7'1677,"-6"-4"-1224,1 7 1,0-2-196,4 2 0,5 2-228,-1-2 1,1 2 60,-5 2 0,0 2-328,1 2 1,-6-1-71,1 6 82,-6 0 0,3 4 127,-6 0 1,0 0-127,0 1 0,-6-1 96,-3 0 0,2 0 68,-2 0 0,0 0 55,-4 1 0,4-3-47,1-2 1,3 1 151,-4-5 0,6 5 315,-1-1-15,-3-3 0,5 6-103,-2-4 1,8-2 39,5-1 1,3 0-200,1 0 1,2 4 9,2-5 1,-1 2-58,6-2 0,-4-1-167,4 6 1,-6-2 31,2 2 1,-4 3 75,0-3 0,-6 7 67,1 1 0,-6 1 92,1-5 1,-4 5 241,-4-1 1,1 1-136,-6-5 1,-1 0 161,-8 1 0,4-3-172,-4-2 0,-1-2-92,2-2 1,-5-4-821,4 4 1,-1-4 71,1-1 1,4-1-249,-4-4 1,5-2 393,4-6 406,-3 0 0,28-59 0,1-15 0</inkml:trace>
  <inkml:trace contextRef="#ctx0" brushRef="#br0" timeOffset="1601">1926 1 7959,'9'9'1526,"0"-1"1,-5 1-862,5 4 1,0 1 59,4-1 0,5 6-278,-1 3 1,1 3-140,-5 1 1,3 5-318,-2 0 0,2 1 92,-8-1 1,-2-2 37,-1 6 0,-4-4-192,-1 4 0,-1-4-284,-4 4 0,-2-6-286,-6 2 0,-5 2-829,1-3 1,-2 1 550,1-5 919,3 1 0,-15-12 0,2-4 0</inkml:trace>
  <inkml:trace contextRef="#ctx0" brushRef="#br0" timeOffset="2770">27 819 7173,'-8'0'2174,"-3"0"-1548,9 0-81,-4 0-256,6 0 1,6-5 261,3 1-273,3 0 1,5 4 90,1 0 1,1 0 41,-2 0 1,0 0-115,5 0 0,0 0-25,4 0 0,0-2-93,1-2 1,3 1 13,1-6 1,6 6-32,-2-1 0,2-2-121,-2 1 1,2 1 77,-7 4 0,6-4-165,-6-1 1,1 1-33,-5 4 1,1 0 89,-1 0 0,1 0-48,-1 0 0,-1 4 75,-3 1 0,3-1-4,-3-4 0,3 0-18,1 0 0,-4 0-4,0 0 1,-1 0 26,1 0 1,3 1-13,-3 4 1,1-4-83,-1 4 0,1-4 88,-5-1 0,4 0-187,-4 0 0,4 0 68,-5 0 1,5 0 38,-4 0 0,4 5 66,-5-1 0,2 0-15,-1-4 1,-3 0 1,2 0 0,2 0 157,-1 0 0,1 0-38,-1 0 0,-4 0-58,4 0 0,1 0-63,-2 0 1,1 0 1,-5 0 0,5 0-14,-1 0 1,5 5 39,-4-1 0,0 1-9,-5-5 1,1 0-24,4 0 1,-3 0-3,2 0 0,2 0-15,-1 0 1,0 0 26,-5 0 0,4 0-43,1 0 1,0 0-8,-5 0 0,0 0-8,0 0 0,0 0 40,1 0 1,-1 0-5,0 0 1,0 0 31,0 0 1,0 0 87,1 0 1,-1 0-54,0 0 1,0 0-50,0 0 0,5 0 6,0 0 1,-1 0-24,-4 0 0,2-5-3,3 1 1,-4-1-6,4 5 1,-3 0-98,-2 0 0,0 0 87,0 0 1,0 0-4,1 0 1,-1 0 3,0 0 0,-4 0 4,0 0 0,-1 0-1,6 0 0,-6 0-35,1 0 1,0 5 0,4-1 1,-4 1-90,0-5 1,-5 1-208,5 3 0,-5-2-81,5 2 1,-5-2-1186,5-2-1267,-6 0 912,3 0 1975,-6 0 0,-59-30 0,-14-6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12.3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172 370 7927,'-13'0'1558,"4"0"-649,0 0-414,0 0 0,-4 8-223,0 5 1,0 6-39,-1 7 1,1 7-130,0 2 1,1 4-17,3 5 0,-1-3-182,6 3 0,-5-3-136,5-1 0,-1-6-571,5-4 1,6-3 382,3-5 417,3-3 0,48-41 0,12-9 0</inkml:trace>
  <inkml:trace contextRef="#ctx0" brushRef="#br0" timeOffset="350">409 515 7927,'-6'-7'1150,"-1"1"-721,-6 6 0,0 0 148,-1 0 0,6 0-195,-1 0 0,0 0-5,-4 0 0,4 0-270,0 0 0,2 6 34,-2 3 0,-1-2-104,5 2 1,1 0 237,4 4-225,0 0 1,0 0-15,0 1 1,6-1-307,3 0 0,7 0 23,1 0 0,5-4-77,-4 0 1,4-5-28,-4 5 1,-1-4 198,-4 3 0,1-5 27,-1 2 172,0 2 1,-1-4 229,-4 6 1,-2-5-170,-6 5 1,0-5 11,0 5 1,-6-4-95,-2 3 0,-8 0-69,-2 0 1,-4 3-298,4-7 0,-5 5-35,1-5 1,-1 5-225,1-5 0,-3 1 45,3-5 0,3 0 554,1 0 0,9-18 0,3-4 0</inkml:trace>
  <inkml:trace contextRef="#ctx0" brushRef="#br0" timeOffset="533">541 581 7927,'9'8'644,"0"-4"1,0-2-400,4-2 1,0 0-43,0 0 1,2 0-311,2 0 1,-1 0-486,6 0 1,-1 0-254,1 0 0,-1 0 60,-4 0 785,-2 0 0,-2 5 0,-7 3 0</inkml:trace>
  <inkml:trace contextRef="#ctx0" brushRef="#br0" timeOffset="775">713 515 7927,'-8'0'0,"-3"0"0,8 5 613,-6-1 155,6 1 1,-4-1-420,2 0 1,4 7-165,-4-3 0,4 6-68,1 3 1,0-1-203,0 6 0,0 0-401,0 5 1,0-1 306,0 1 0,1-5 179,4 0 0,8 17 0,7 9 0</inkml:trace>
  <inkml:trace contextRef="#ctx0" brushRef="#br0" timeOffset="1151">897 370 7923,'8'0'769,"-1"-4"-92,-3 0 56,4-1 0,5 5-553,0 0 0,0 0 16,1 0 1,-1 0-198,0 0 27,0 0 1,0 6-118,1 3 0,-7-2 231,-3 2 1,2 0 169,-2 4 0,1 2-64,-5 2 1,-2-1 157,-2 6 0,-3-4-103,-6 4 0,-1-5 156,1 5 0,0-1-238,0 1 0,1 1-57,3-5 0,-1 1-155,6-1 1,-5-4-91,4 4 0,1-8-697,4-1 400,0 0 0,6 2-405,3-2 0,4-3 50,4-6 1,0 0-1316,5 0 2050,-6 0 0,55-35 0,9-9 0</inkml:trace>
  <inkml:trace contextRef="#ctx0" brushRef="#br0" timeOffset="1467">1201 278 8096,'0'-7'1694,"1"1"-1062,4 6 1,-2 0-131,5 0 0,1 6-134,4 2 1,1 9 110,-1 0 0,0 12-93,0 2 0,0 6 135,1 2 1,-7 3-240,-3 1 0,-2 9-64,-2 5 0,0 0-738,0-4 0,-6 0-300,-3-1 0,-1 0-828,1-4 1,-3-8 1647,4-9 0,-4-15 0,-1-5 0</inkml:trace>
  <inkml:trace contextRef="#ctx0" brushRef="#br0" timeOffset="1784">1702 344 7916,'-13'7'0,"0"5"389,0-11 0,-1 11 565,1-3 0,0 4-230,0 5 1,1 1 285,3 3 0,-2 9-267,2-1 1,-1 3-314,1 2 1,3-1-543,6 1 0,0 3 150,0-3 1,0-4 140,0-5 1,4-1-730,1-7 1,9-1-1177,0-4 1,8-4 1725,-1 0 0,22-29 0,5-4 0</inkml:trace>
  <inkml:trace contextRef="#ctx0" brushRef="#br0" timeOffset="2161">1940 449 7884,'-8'0'658,"-3"0"1,3 0 741,-5 0 1,4 0-591,1 0 0,3 0-362,-4 0 0,5 5 61,-5-1-513,6 7 0,-3-4-275,6 6 1,0 0 145,0 0 0,0 1-134,0-1 1,6 0 155,3 0 0,3 0-239,1 1 1,-1-6 339,-4 1 1,4-1-85,-3 0 470,3 4-78,1-5 0,-1 7 140,-4-1 1,-2-4-158,-6-1 0,0 1-116,0 4 1,-1-1 43,-4-3 1,-2 3 48,-6-4 1,0 4-345,-1 1 1,1-4-226,0 0 1,-4-5 68,-1 5 1,-4-6-279,4 1 1,1-2-352,4-2 0,-1-2-2,1-2 0,1-3-1586,4-7 2459,2 1 0,41-47 0,9-12 0</inkml:trace>
  <inkml:trace contextRef="#ctx0" brushRef="#br0" timeOffset="2367">2058 529 7884,'0'7'1138,"0"-1"250,0 0 0,5-3-98,-1 5-718,6-5 1,-2 8-311,5-7 1,0 0-247,0-4 0,2 0-1014,3 0 1,-2 0 683,6 0 0,-5 0-1351,5 0 1,-6 0 257,2 0 1407,-3-5 0,-8-15 0,-1-7 0</inkml:trace>
  <inkml:trace contextRef="#ctx0" brushRef="#br0" timeOffset="2592">2164 463 7813,'-6'13'855,"0"-4"-25,-3-1-27,-2 1 1,9 4-314,-2 1 0,2-1 39,2 0 0,0 5-1036,0-1 0,0 5 385,0-4 0,5 5-714,-1-1 1,5 2 189,-5-2 646,7-3 0,25-35 0,14-8 0</inkml:trace>
  <inkml:trace contextRef="#ctx0" brushRef="#br0" timeOffset="2936">2322 727 7813,'-13'8'3550,"0"1"-2419,6-6 1,-1 4 492,4-2-1302,2-4 1,2 5-106,9-6 0,0-1-256,4-4 1,-3 2-308,8-5 0,1-1 33,-1-4 1,4-2-295,-5-3 1,5 4-588,-4-4 1,4-1 290,-5 1 1,1-4 300,-5 5 1,0-5 249,1 4 0,-3-4 243,-2 5 1,1-1-33,-5 5 0,-1 4 59,-4 0 275,0 6 365,0-3 0,-1 8 743,-4 2 0,2 5-569,-5 9 0,5-4 360,-2 4 0,4 2-456,1 2 0,-2-1-164,-2 1 0,2-1-536,-2 1 0,3 1-447,1-5 1,1 4 270,3-5 1,-2 1-258,2-5 0,2 0-3484,-1 0 3981,5 0 0,9-34 0,9-10 0</inkml:trace>
  <inkml:trace contextRef="#ctx0" brushRef="#br0" timeOffset="3218">2679 318 7813,'0'7'1019,"5"0"-501,4-2 1,-1 0 486,0 4 1,1 4-457,4 1 0,1-1 5,-1 4 0,0 4-288,0 1 1,-1 4-69,-3 5 0,1-2-13,-6 7 0,1-6-64,-5 6 0,0-1-149,0 4 0,-2-3-195,-2-1 0,1-6-496,-6 2 0,2-2 367,-2 2 352,-3-3 0,-7 4 0,-9-6 0</inkml:trace>
  <inkml:trace contextRef="#ctx0" brushRef="#br0" timeOffset="3552">3008 14 10576,'6'-7'1120,"3"2"1,4 4-1001,5 1 1,2 0 100,7 0 0,1 0-1404,2 0 1,0 0 1182,5 0 0,29 12 0,13 2 0</inkml:trace>
  <inkml:trace contextRef="#ctx0" brushRef="#br0" timeOffset="3775">3127 225 10679,'-6'0'1319,"6"0"1,6-4-1229,7-1 1,6 1-629,3 4 0,3 0-793,2 0 0,-1 0 1330,0 0 0,30 12 0,7 2 0</inkml:trace>
  <inkml:trace contextRef="#ctx0" brushRef="#br0" timeOffset="4334">1557 397 7848,'6'7'626,"3"5"664,8-3 1,5 1-448,9-1 1,10 2 348,12-2 1,11 3-627,11 1 1,9 0-38,4 0 0,3 1-1162,1-1 0,-4 0 313,0 0 1,-18 0-58,-4 1 0,-14-1-207,-9 0 0,-7 2-1572,-6 2 2156,-8-2 0,-14 22 0,-10-2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17.5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 7909,'13'0'116,"0"-6"0,2 5 286,2-3 0,5 2 85,9 2 0,6 2 331,11 2 1,6 8-146,12 5 1,11 7-91,2-2 1,10 3-223,4 1 1,-7 0-37,2 1 0,-2-2-134,-2-3 0,1-3-339,-1-6 0,-5-4-488,0 0 0,-4-5-222,-5 5 0,-5-2 858,5 2 0,-7 1 0,6-3 0,-2 5 0,2 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19.0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93 8073,'6'-14'1169,"1"1"1,5 0-579,-4 0 1,3 4-235,-7 0 0,5 5-119,-5-5 0,2 6 128,-1-1-240,-4 2-247,5 2 1,-8 2 183,-2 2 0,-8 5-638,-5 8 0,-5 2 79,4 3 1,-5 3-127,1-3 0,-3 3 276,-2 2 1,2-5-27,3 0 0,-1-5 244,5 5 1,1-6 230,4 2 129,5-3 1,2-7-131,6 1 1,8-6 14,5 2 0,6-5 73,7-5 1,1 2 77,-1-6 0,2 6-103,3-1 0,-5-2 87,1 2 0,-1-1-251,-4 5 1,3 0-163,1 0 0,-5 0-659,-4 0 0,-2 0 425,-2 0 0,0 0 395,1 0 0,-7 12 0,-1 3 0</inkml:trace>
  <inkml:trace contextRef="#ctx0" brushRef="#br0" timeOffset="307">330 79 9436,'9'6'1091,"0"3"0,-6 9-491,1 4 0,-2 8-124,-2 6 1,0 2-21,0 1 1,0 5-258,0 0 1,0 5-349,0-5 1,0 0-554,0-5 1,0-5 643,0-3 58,0-4 0,6-12 0,1-3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21.9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449 41 8716,'0'-14'2664,"0"7"-2214,0-5 0,2 11-36,2-4 1,3 4 65,7 1 1,-1 0-133,0 0 0,2 0-184,2 0 1,-2 0-197,2 0 1,2 0 157,-1 0 1,0 0-39,-5 0 1,0 1 34,0 4 0,-5-2-203,-4 6 1,-3-1 30,-1 6 1,-1-1-48,-3 0 0,-5 0 115,-9 0 1,2 5 23,-6-1 0,4 5 2,-4-4 1,5 4 93,-5-4 0,6-1 8,-2-4 1,5 5-10,4 0-79,-3-1 0,11-4 87,-3 1 1,8-3 149,5-2 1,4 1-208,5-5 1,2 4-225,6-5 1,1 0-401,-1-4 0,5 0-314,0 0 0,5 0-2042,0 0 2891,2 0 0,37-17 0,8-5 0</inkml:trace>
  <inkml:trace contextRef="#ctx0" brushRef="#br0" timeOffset="2704">53 595 7933,'-7'0'887,"-5"0"-656,11 6 0,-7-5 157,4 3-406,3-2 75,-5-2 1,4 0 37,-2 0 108,2 0 6,-3 0 38,5 0 317,0 0-246,5 0 1,-2 0 107,6 0-300,0 0 0,4 0-5,0 0 1,-4 0 4,0 0 1,0 0-85,4 0 1,0 0 57,0 0 1,0 0 4,1 0-61,-1-6 1,0 5-99,0-4 1,0 4-3,1 1 1,-1 0 7,0 0 1,0 0 31,0 0 110,1 0 0,-1 0 11,0 0 0,0 0-72,0 0 0,1 1 4,-1 4 1,0-4-48,0 3 1,0-2 115,1-2-241,-1 0 1,0 0 25,0 0 1,0 0-120,1 0 1,-1 0 153,0 0 1,0-5-31,0 1 1,0 0 50,1 4 1,-6 0-45,1 0-25,0 0 0,4 1-121,0 4 136,1-4 0,-1 6-14,0-2 1,0-4 0,0 4 1,1-4 44,-1-1 1,0 0-22,0 0 1,0 0 4,1 0 1,-1 0 1,0 0 1,0-4 29,0-1 1,5 1 34,0 4 0,-5-5 7,-4 1 1,-1 0-60,6 4 58,-1 0 1,0 0 30,0 0 0,-4 0 144,0 0 1,-5 0-131,5 0 0,-5 0 123,5 0 1,-5 0-139,5 0 0,-4 0 52,3 0-176,1 0 0,4 0 29,1 0 1,-1 0 30,0 0 1,-1-2-3,-3-2 0,2 2-38,-2-2 1,3 2 71,1 2 1,-4-1 21,0-3 1,-1 2 83,6-2-110,-1 2 0,0 2 17,0 0 0,-4 0 17,0 0 1,0 0-2,4 0 1,-4 0-39,-1 0 7,1 0 1,4 0 8,1 0 0,-6 0-2,1 0 1,-4 0-9,3 0 6,1 0 33,4 0 1,0 0 8,1 0 0,-6 0 5,1 0 1,-4 0-8,3 0 11,-5 0-11,9 0-10,-5 0 1,2 0 2,0 0 0,-5 0 6,5 0-151,-6 0 63,9 0 0,-6-1-380,3-4 286,2 4-207,-3-5 323,5 0 0,-4 5-16,-1-4 1,-3 4-36,4 1 54,-6 0 1,4 0 205,-3 0-278,-2 0-299,4 0-107,-1 0 519,-3 0 0,10-18 0,-5-4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26.1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14 291 8380,'-8'5'3360,"3"-3"-2953,5 4 0,1-6-152,3 0 0,-1 0 31,6 0 1,4-2-137,5-2 1,4-3-149,-4-7 1,5 1 133,-1 0 0,3-2-134,1-2 1,1-2-562,-1-3 1,0-2 105,1 7 0,-2-7-145,-3 2 0,1 3 262,-5 2 0,-5 2-506,-4 2 526,0 0 647,-2 5-158,-1 2 0,-12 8-133,-3 2 0,2 4 316,-2 5 1,5 4-67,-5 1 0,1 5 35,0-1 1,-3-1-186,7 1 1,-2 0-62,2 4 1,2 1-280,-2-1 0,2-4-480,2 0 1,0-1-1729,0 1 2408,0 2 0,36-15 0,8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31.1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53 132 7820,'-8'0'2162,"-1"0"-1174,6 0-637,-3 0 0,2 2-82,-1 2 0,1 3-52,4 7 1,0 0 26,0 4 0,4 2 11,1 7 0,-1 4-43,-4-1 0,0 5 136,0-4 1,0 6-173,0-2 0,0-3 0,0-1 0,0-3-19,0-2 1,-4 1-156,-1-1 0,-1-5 177,2-4-157,3-2-258,-5-2 190,6-6 1,1-1 34,4-6 1,2 0-10,6 0 1,5-1-77,-1-4 1,5 3-160,-4-7 0,5 4-380,-1-3 1,3 0-78,2-1 1,-1 2-634,0 3 1,-1 2 1344,-3-2 0,21-9 0,-1-2 0</inkml:trace>
  <inkml:trace contextRef="#ctx0" brushRef="#br0" timeOffset="340">357 396 7835,'6'-7'707,"-5"1"0,11 6-372,-3 0 1,2 0-64,3 0 0,0 0-270,4 0 1,-2 4 95,6 1 1,-4 5-16,4-1 0,-6 2 129,1 3 0,-6-1 54,-3 0 0,-5 5 68,2-1 0,-4 5 163,-1-4 1,0 1-99,0-2 0,-7 0 146,-6 5 1,-1-2-457,-3 2 1,-2 2 71,1-7 1,1 2-657,3-1 1,-2-4-285,3 4 1,-3-8-696,7-1 0,2-2 1474,-2 2 0,6-15 0,-3-8 0</inkml:trace>
  <inkml:trace contextRef="#ctx0" brushRef="#br0" timeOffset="1274">1148 145 7835,'0'-13'0,"-1"4"1269,-3 1 69,2-1-512,-10-4 1,10 5-397,-7 4 0,4 2-39,-3 2 1,-1 2 57,-4 2 0,-7 5-112,-2 9 0,2 8 284,-2 9 0,0 3-95,-4 2 0,4 1 9,0 3 0,7-3-285,2 3 0,5-4-219,8-5 0,0 1 3,0-5 1,12-2-250,6-7 0,5-4-17,4-9 0,3 1 166,1-5 1,1-1-955,-1-4 1,-4-6 113,-1-3 1,0-2-89,-4-3 1,-4 0 497,-5-4 1,-1 3-2,-8-2 0,1-2 271,-5 1 0,0 1 172,0 3 1,-2 1 82,-2 0 1,-4 4-174,-5 0 46,0 1 0,0-6 84,0 1 1,4 6 235,0 3 0,6 1 310,-1-2 256,2 4-408,2-5 1,2 6 139,2 0 0,5 1-166,9 4 0,-2-4-94,6 4 0,-5 2-138,5 2 0,-4 1-32,4-1 0,-5 3-164,5-4 0,-5 5 43,0 5 1,-7-3-169,-1 2 0,-4-1-237,3 2 1,-5-3-445,2 2 1,-4-1-1937,-1 2 2816,0-3 0,-12-8 0,-2-8 0</inkml:trace>
  <inkml:trace contextRef="#ctx0" brushRef="#br0" timeOffset="1531">1689 0 7835,'-13'8'391,"6"-3"0,-5 0 580,3-1 1,2 8-314,-2 1 0,2 6 205,-2 8 0,-3 5-370,4 3 0,0 5 40,-1 4 0,7 1-118,-3 3 0,4 2-157,1-6 0,1-4-1000,4-5 0,2-7-138,6-2 1,0-1-704,0-7 0,2-2 1583,3-7 0,14-27 0,9-11 0</inkml:trace>
  <inkml:trace contextRef="#ctx0" brushRef="#br0" timeOffset="1884">1980 264 7818,'-8'-7'1783,"-3"-5"0,5 9-1207,-3-6 0,-3 6-74,3-1 1,-2 3 35,-2 1 1,-1 0 981,1 0-854,0 5 0,0 3 142,0 5 0,4-1-286,0-4 1,6 4-5,-1-3 1,2 3-417,2 1 0,6 0-104,3 0 1,3 0-34,1 1 1,6-1-106,3 0 0,-2 0-382,2 0 1,0-1 122,5-3 0,-5 3-398,0-4 0,-6 3 489,1-2 1,-2 2 237,-2-2 1,-4-2 649,0 2 1,-6 0-353,1 4 1,-4-4 184,-4 0 1,-4-2-206,-5 2 1,-1 1-72,-4-5 1,3 0-267,-2 0 1,-2-4-443,1 4 1,-4-4-147,5-1 0,-5 0-831,4 0 1,0-4-770,5-1 2317,0-5 0,29-38 0,8-17 0</inkml:trace>
  <inkml:trace contextRef="#ctx0" brushRef="#br0" timeOffset="2166">2085 0 11946,'13'2'1364,"1"2"1,0 3-778,4 7 0,1 0-114,3 4 1,3 2 71,-3 7 0,-2 1-31,2 2 0,-7 4-51,-2 6 0,-4-1 22,-5 1 0,-2 4-406,2 0 1,-7 1-276,-1-1 1,-6-3-408,1 3 0,-3-3-860,-1-1 1,4-2 115,0-3 1,5-3 1346,-5-5 0,-5-18 0,-7-5 0</inkml:trace>
  <inkml:trace contextRef="#ctx0" brushRef="#br0" timeOffset="2441">2639 251 10930,'2'-7'1141,"2"2"1,4 4-1296,5 1 1,4 0-500,1 0 1,5 0 295,-1 0 1,-1 0-219,1 0 0,0 0 575,4 0 0,18 6 0,5 1 0</inkml:trace>
  <inkml:trace contextRef="#ctx0" brushRef="#br0" timeOffset="2682">2679 409 13229,'13'0'173,"5"0"-482,-1 0 0,7 0-773,-2 0 1,-2 0 1081,2 0 0,30 18 0,11 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28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14 264 8202,'13'-4'619,"0"0"1,2-1 31,2-1 1,-1 5-347,6-4 1,0 4-890,5 1 0,-1 0 199,1 0 1,-1 0-1353,0 0 1737,1 0 0,11 6 0,3 1 0</inkml:trace>
  <inkml:trace contextRef="#ctx0" brushRef="#br0" timeOffset="282">1 462 8694,'13'0'2337,"0"0"-1877,0 0 0,5 0-290,-1 0 1,7 0-189,-2 0 0,-2 0-189,2 0 0,-1 0-473,1 0 0,3 0-640,-3 0 1320,-3 0 0,12 6 0,-4 1 0</inkml:trace>
  <inkml:trace contextRef="#ctx0" brushRef="#br0" timeOffset="1066">1056 344 8185,'1'7'-113,"4"-3"1,-2-2 422,6-2 1,-5 0 307,5 0 0,1-5-189,8 1 0,-4-6-104,4 1 1,2-3-167,2-1 1,3-2-17,2-2 1,-2 2-141,-3-3 0,1-1 104,-5 2 1,-1-5-122,-4 4 0,-5 1 40,-4 3 1,-2-3-91,-2-1 0,-2 1-19,-2 3 0,-4 3 63,-5 2 1,-4-3-294,-1 3 0,-4 2 31,5-2 1,-5 6 27,4-1 1,-6 2 141,2 2 1,3 0 17,2 0 0,2 0 96,2 0 0,0 6 193,0 3 0,4-2-35,0 2 0,5 0-9,-5 4 1,6 5 146,-2-1 0,4 2-49,1-1 1,0-2 98,0 6 0,0-4-132,0 4 1,4-5 9,1 5 1,5-1-113,-1 1 1,1 3-117,-1-3 0,3 1 52,-4-1 1,3 3-170,-2-3 1,1 3 16,-6 1 1,1-4 74,-5 0 1,0 0-163,0 5 0,-2-1 70,-2 1 0,-4-2-139,-5-4 1,-1-1 153,-4-7 0,3 0-124,-2 0 0,2-4-77,2 0 0,-5-6-45,1 1 0,-1-7-61,5-1 0,-5-7 121,1 3 0,-1-4 10,5-1 1,4 0 116,0-1 0,2 1 119,-2 0 0,3 0-115,6 0 1,0-1 266,0 1 1,2 0 1,2 0 1,4 0-19,5-1 0,0 1-100,0 0 1,2 1-136,2 4 0,-1-4-56,6 3 199,0 3 0,28-11 0,6 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43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396 264 7894,'-13'-13'609,"1"0"140,4-1 1,-4 1-194,3 0 1,-3 4 82,-1 1 0,0-1-385,0-4 1,-2 4-315,-3 0 0,2 6-79,-6-1 0,5 2 111,-5 2 1,4 6 55,-4 3 0,6 3 154,-2 1 1,4 0-47,1 0 1,5 0 7,4 0 1,2 1 9,2-1 0,0-3-98,0 3 0,6-7 23,3 7 0,3-2-198,1 2 0,6-4-84,3-1 1,-1 0-81,1 1 1,0 1 127,4-6 0,-4 6-93,0-1 0,-4-1 175,3 0 1,-4-3-147,0 4 797,-2-1-456,-8 6 0,-1-1 177,-6 0 1,-6-1-115,-3-4 1,-4 3-135,-4-7 1,-4 5 27,-5-5 0,-1 5-154,1-4 1,-2-1-37,-3-4 0,3 0-323,-2 0 1,2-4-70,1-1 0,7-5 161,2 1 1,5 2-542,4-2 0,3 0 137,6-4 1,2 0 745,2 0 0,68-24 0,-25 16 0,0-1 0</inkml:trace>
  <inkml:trace contextRef="#ctx0" brushRef="#br0" timeOffset="216">594 251 7909,'9'0'1423,"0"0"1,-5 0-695,5 0 0,0 0-318,4 0 0,5-5-198,-1 1 0,7 0-176,-2 4 0,2 0-198,3 0 0,4 0-628,-1 0 0,1 0 527,-4 0 0,-1 0-386,0 0 0,-4 0 648,0 0 0,-11-6 0,0-2 0</inkml:trace>
  <inkml:trace contextRef="#ctx0" brushRef="#br0" timeOffset="425">845 93 8655,'-6'7'757,"5"0"-420,-4-2 1,4-2-51,1 5 0,-2 0 97,-2 0 1,2 6-228,-2-1 1,2 0-112,2 5 1,2 2-411,2 2 1,-2-1 322,2 1 1,2-5-1678,-2 5 1718,1 0 0,7 16 0,2 3 0</inkml:trace>
  <inkml:trace contextRef="#ctx0" brushRef="#br0" timeOffset="853">1201 13 10304,'12'-1'876,"-3"-3"1,2 2-647,-2-2 1,3 2-24,1 2 0,5 0-101,-1 0 0,1 0 42,-5 0 0,0 0 340,0 0-221,1 0 1,-3 6 26,-2 3 1,-3 3 143,-6 1 0,0 0-132,0 0 1,-4 6 62,-1 3 1,-5 3-79,1 2 1,-7-1 68,-2 0 1,1 2-42,4 3 0,-1-3 180,1 3 1,4-5-335,1-4 0,5 1 17,-2-5 1,5 0-277,5-5 1,2 0 107,6 0 1,5-6 202,-1-2 0,7-4-604,-2-1 1,3 0-1904,1 0 2290,1-6 0,5-13 0,2-8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40.7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357 396 7967,'-13'0'251,"4"0"0,0 0 438,-1 0 1,2 0 460,0 0-152,5 0-159,-3 0-509,6 0 0,1 0 61,4 0 1,3 0-312,10 0 0,-2 0 105,6 0 0,0 0-441,5 0 1,0 0-331,4 0 0,-1 0-684,5 0 1,-2 0 1269,3 0 0,11 0 0,8 0 0,2 0 0,1 0 0</inkml:trace>
  <inkml:trace contextRef="#ctx0" brushRef="#br0" timeOffset="441">1294 40 7967,'0'-9'542,"0"0"166,0 6 0,-2-4-14,-2 2-481,2 4 0,-5-5-147,2 6 1,0 2-218,-4 2 0,-3 3 130,3 7 0,-7 0-104,-1 4 1,-1-2 200,5 6 0,-5-4-13,1 4 1,-5-2 273,4 2 1,2-1-43,7-4 0,-1-2 336,5 2-530,1-2 1,11-3 19,7-3 0,2-4-114,10-5 1,-1 0-309,10 0 0,0-1-752,5-3 1,0 1 522,-1-6 1,1 0-719,-1-4 1248,1 0 0,17-12 0,5-3 0</inkml:trace>
  <inkml:trace contextRef="#ctx0" brushRef="#br0" timeOffset="697">1425 53 7967,'-13'0'193,"0"0"370,6 0 144,-5 0 0,11 6-247,-4 3 0,4 4-24,1 4 0,0 1-119,0 8 0,1-2-64,4 7 0,-3 1-195,7-1 0,0 5-224,4-1 0,-4-2 9,0-2 1,0-4-216,4 0 0,-4 1 372,-1 2 0,1 10 0,4 7 0</inkml:trace>
  <inkml:trace contextRef="#ctx0" brushRef="#br0" timeOffset="1707">1 765 7801,'1'8'791,"3"-4"0,-1-2-477,6-2 0,0 0-28,4 0 1,2 0 18,2 0 0,-1 0-59,6 0 0,5 0 59,4 0 0,5 0-87,-1 0 1,-1 0 14,1 0 0,1 0-89,3 0 1,1 0-157,-1 0 0,-3 0 44,-1 0 0,0 0-171,4 0 1,1 0 106,0 0 1,-5 0-80,0 0 1,0 0-170,5 0 0,-7 0 110,-2 0 0,-3 0 134,-2 0 1,1 0 76,-1 0 1,-5-2 150,-4-2 0,2 2-90,-1-2 0,1 2 118,-1 2 0,-2 0-214,6 0 0,-6 0 36,2 0 0,2 0 6,2 0 1,-3 0-27,-1 0 1,1 0-122,-2 0 0,7-4 85,-2 0 1,-3-2-24,-2 1 0,2 4 96,-1-4 0,4 4 5,-4 1 1,4-4 61,-5-1 0,1 1-59,-5 4 1,5 0 12,-1 0 1,1 4-31,-5 1 0,5 0 13,-1 0 1,1-4-23,-5 4 1,2-2-7,2 1 0,-2-2 22,2 2 0,0-3-6,0-1 0,-2 5 54,2-1 0,-2 1-58,-2-5 0,5 0 0,-1 0 0,3 0 11,-3 0 0,-2 0 6,2 0 1,2 0 11,-1 0 1,1 0-3,-1 0 1,-4 0 39,4 0 0,-2 0 95,2 0 1,-4 0-38,4 0 1,-3-2-122,-2-2 0,0 2-5,0-2 0,0 2 12,1 2-245,-1-5 172,0 3-178,0-4-18,-6 6-337,5 0-192,-10 0-309,3 0-360,-5 0 540,0 6 1,0-3 868,0 6 0,-29 0 0,-7 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48.6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 40 8253,'-7'7'0,"0"-1"276,2-6 0,4 2 74,-3 2-99,2-3-298,2 11 39,6-4 1,1 5 62,6 0 0,1-4 225,-1-1 0,0 1 28,0 4 1,2-1-203,3-3 1,-4 3-15,4-3 0,-5 2 139,-4 2 0,2 1-73,-2-1 1,-1 0-128,0 0 1,-5 0-159,2 1 0,-4-1 62,-1 0-101,0 0 1,-1-1 47,-4-3 0,-2 1 36,-6-6 1,-2 1 54,-2-5 0,0 0-43,-5 0 0,2 0 5,-2 0 0,-3-5-49,3 1 1,-1-6-128,1 1 0,-2 2-7,7-2 0,-1 0-282,5-4 0,5 4-20,4 0 0,3 0 550,1-4 0,35-6 0,9-1 0</inkml:trace>
  <inkml:trace contextRef="#ctx0" brushRef="#br0" timeOffset="224">555 119 8253,'13'7'629,"0"-1"-362,0-6 1,0 0 19,1 0 1,3 0 61,1 0 0,5 0 122,-1 0 1,3 0-333,2 0 1,0 0-256,4 0 1,-3 0-143,3 0 1,-5 0-558,-4 0 1,-1-4-420,-4-1 1,-6 1 1233,2 4 0,-26-6 0,-4-1 0</inkml:trace>
  <inkml:trace contextRef="#ctx0" brushRef="#br0" timeOffset="458">726 14 8040,'0'7'0,"0"0"0,0-2 0,0-2 506,0 5 0,0-3 714,0 4 0,0-1-842,0 6 1,0-1-203,0 0 1,5 2-37,-1 2 0,2-2-172,-2 2 1,-1 4-962,6 1 1,-5-2 601,5 2 0,-4-4-1846,3 4 2237,-5-6 0,9 9 0,-5-4 0</inkml:trace>
  <inkml:trace contextRef="#ctx0" brushRef="#br0" timeOffset="869">1135 225 8015,'0'13'1886,"0"-6"1,2 3 561,2-5-1840,-2-1 0,5-4-110,-3 0 0,4-1-248,5-4 0,1 2-343,4-5 0,-2-1-129,6-4 0,-4-5-293,4 0 1,0-5 159,4 1 0,-1 1-477,-3 0 1,1 4 264,-5 0 0,4 2-15,-4 2 1078,-1 0-349,-4 0 268,-5 5 555,-2 2 57,-6 12 0,0 3-273,0 9 0,0-4 244,0 4 0,0 1-95,0-1 1,-2 5-395,-2-1 0,2-2-462,-2 2 1,2 0-538,2 5 1,0-1-591,0 1 0,0-1 435,0 0 0,0 1-1697,0-1 2342,0-5 0,12 4 0,3-5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0:45.4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27 660 7963,'-7'0'990,"1"0"1396,0 0-1195,5 0 2,-5 0-638,6 0 1,7 0-166,6 0 0,2 0-468,7 0 1,4 0-170,5 0 0,1 4-195,-1 1 0,-3-1 244,3-4 0,-2 1-393,2 4 0,-3-4 110,2 4 481,-2 2 0,-1 0 0,-1 7 0</inkml:trace>
  <inkml:trace contextRef="#ctx0" brushRef="#br0" timeOffset="306">212 541 7963,'-8'7'1675,"1"5"-572,3-3 1,2 3-489,-2 1 1,2 0 79,2 0 1,0 6-373,0 3 0,0 2-300,0-2 0,0 3-422,0-3 0,2 3-1762,2 1 2161,-2 0 0,15 7 0,-2 0 0</inkml:trace>
  <inkml:trace contextRef="#ctx0" brushRef="#br0" timeOffset="1375">1518 436 7920,'0'7'1863,"0"-1"-789,0-6 65,6 0-703,1 0 1,6-2 13,1-2 1,0-2-312,4-3 1,-2-3-53,6 4 0,-5-8-115,5-2 1,-4-5 57,4 1 0,-6-2-129,2 2 0,-4-4-3,0-1 1,-7 1-242,-3-5 0,-4 5 177,-4 4 0,-5-3-28,-8 3 0,0 3 16,-5 1 0,-1 5 139,-8 4 0,2-1 118,-6 6 0,5-1 24,0 5 1,3 2 254,5 2 0,-1 3-126,5 7 1,2-1 2,7 0 0,3 0-37,6 0 0,-4 0-20,0 1 0,1 3-196,7 1 0,3-1 73,7-3 1,-1 3-203,0 1 0,6 1-2,3-2 1,3-2-212,1 3 1,1 1 85,-1-2 1,0 2-44,1-1 0,-2-3 138,-3 2 0,1 2 63,-5-1 0,-5 4 97,-4-4 0,-6 4-59,1-5 1,-4 5 163,-4-4 0,-4 4-169,-5-5 1,-1 1-23,-4-5 0,-3 0-19,-5 0 0,0-4-126,-1 0 1,1-6 113,0 1 0,-5-2 12,0-2 1,0-2 193,5-2 1,4-3-37,0-7 0,6-3 0,-2-1 0,8-4 2,1 5 1,6-5 189,-1 4 1,2 0-214,2 5 0,6 0-233,3 0 0,3 0-111,1 0 1,4 1-397,1 3 0,4-1-784,-4 5 1511,5 1 0,27 4 0,13 0 0</inkml:trace>
  <inkml:trace contextRef="#ctx0" brushRef="#br0" timeOffset="2309">647 897 8086,'7'0'1324,"-1"0"-439,-6 0-262,6 0 0,3 0-213,9 0 1,-2 0-8,6 0 0,1 0-248,8 0 1,3 0 79,5 0 0,2 0-165,3 0 0,-1 0 44,5 0 0,1 0-119,3 0 1,0-4 53,-4 0 1,2-2-63,-6 1 1,4 4-20,-4-4 1,-4 4 39,-5 1 0,-1 0-98,1 0 1,2 0 11,-7 0 1,0 0-72,-8 0 1,3 0 118,-3 0 1,7 0-10,2 0 0,-5 0 87,-4 0 1,0 0 112,4 0 1,1-2-34,-1-2 1,1 3-77,-1-4 1,0-1 140,1 2 1,-2-2-22,-3 2 0,3 2 47,-3-2 1,1 2-97,-1 2 0,3 0-28,-3 0 0,-3 0-121,-1 0 1,-2 0 7,1 0 0,-2 2 69,2 2 0,-2-2 13,-2 2 0,-4-2 18,0-2 1,0 0-54,4 0 0,0 0-105,0 0 0,1 0 88,-1 0 1,0 0-113,0 0 0,0 1 72,0 3-118,1-2 1,-1 4 17,0-6 1,0 0-37,0 0 0,-4 0-247,0 0-226,0 6-482,4-5-282,0 5-686,-5-6 2087,-3 0 0,-34-6 0,-8-1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1:13:53.3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21498 8103 11505,'-6'0'1048,"1"5"-715,5 1-85,0 5 0,0 4-48,0 2 110,0 4-61,0 5-1,0 1-813,0 5 571,0 5 304,0-4-62,0 4-797,0-5 372,0 0 137,0-5-1343,-5-1 822,4 0 303,-4-3-1398,5-2 790,0-5 298,0-6 781,0 1-1404,5-1 1256,-4-4 0,13-25 0,-2-10 0</inkml:trace>
  <inkml:trace contextRef="#ctx0" brushRef="#br0" timeOffset="1">21679 8359 8205,'0'11'472,"-5"-5"-225,4 3 336,-4-3-167,5 5-1,0 0-168,0-1 249,0 1-249,0 4 0,0-3 0,0 4-355,0-1 178,0-3 61,0 3 116,0 1-527,0-5 244,0 5-1,0-10-508,0 3 380,0-8 136,0 9-561,0-9 323,0 4 84,5-5 5,-4-5-179,4-1 162,-5-4-126,0-6 262,0 0-342,5-6-27,-4 1 224,8 0 77,-8-1 238,9 1 0,-9 0-289,9-1 699,-9 1-297,8 0-159,-3-1 640,0 6-365,4-4-141,-5 8 121,6-4 25,-5 1-53,4 3 0,-5 1-206,6 2 576,0 8-129,-5-4-48,3 5-297,-8 0 165,9 0-132,-9 5 76,4 5 102,-5 7-156,5 4 18,-4 5-176,3-3-1,-4 3 156,0-5 46,0 1-521,0-1 205,0 0 0,0-4 182,0-2-742,0-4 365,0-5 157,0 3-79,0-8-152,0 4 115,5-5 1,-4 0-397,9-9 276,-9 2 36,9-9-13,-5 1-75,6 3 238,-5-8-144,4 8 393,-5-8-295,6 8 20,0-8-22,-1 8 421,1-3-202,0 4 28,-1 5-132,1-3 877,0 7-396,-1-2-228,1 4 499,0 0-336,-1 0-74,1 4 877,-5 2-438,-1 10-273,-1 0 31,-2 6 33,2-1 1,-4 0-275,0 1 0,0-6-1209,0 4 666,0-3 241,0 4-1103,5-4-973,-4 3 1007,4-8 583,0 3 541,-4-9 0,8-20 0,-3-10 0</inkml:trace>
  <inkml:trace contextRef="#ctx0" brushRef="#br0" timeOffset="2">23694 10844 8219,'-6'0'1572,"-3"0"-1154,8 0-1,-9 0 462,9 4-315,-4 2-158,5 0 62,0 8-261,0-7 41,0 14 1,0-5-414,0 6 269,0 4-62,0 1 207,5 0-253,-4-1 0,4-5 253,-5 6-705,5-10 296,-4 8 80,4-13 0,-5 8-361,0-13 249,0 3 31,0-5-6,0-4-164,0 3 0,-5-8 220,4-2-190,-4-10-49,0 0 277,4-6-43,-4 1-239,5-5-145,0-1 395,0-5 46,0 5-55,0-4-32,0 4 26,0-5 472,0 4-225,5 2-22,1 0-203,5 4 703,-1-4-322,1 4-109,0 6 482,-1-4-250,6 8-182,-5-4 145,10 6-45,-10-1 459,5 5-645,-1 1 26,-3 1 0,8 2 45,-8-2-31,3 8-140,-4 2 140,-5 5 41,4 0-42,-9-1-186,3 1-1,-4 0 121,0 4 38,0-3-197,0 3-71,-4 1 235,3-4-238,-9 3-1,4-4 216,-5-1-200,1 1-36,-1 0 205,0-1-36,-4-4 29,3 4-60,-3-9 62,4 8-101,1-8-56,-1 9 81,0-9 39,5 9 332,-3-4-150,8-1-3,-9 5-163,9-4 336,-4 5 0,5-6-250,0 5-120,0-4 118,5 5-19,-4-1 54,13 1-917,-7 0 414,9-1 226,-1 1-43,-3-1-1553,8 1 777,-3 0 430,4-1-1024,0 1 614,1 0 921,-1-1 0,24 6 0,6 0 0</inkml:trace>
  <inkml:trace contextRef="#ctx0" brushRef="#br0" timeOffset="3">24131 10982 8197,'-10'6'0,"-1"4"1968,0-9-864,5 8-433,2-8 637,4 4 42,0-5-1107,4 0 3,2 0 0,5 0 1,4 0-648,-3 0 385,4 0 101,-1 0-1,-3-5-978,3 4 520,-4-8 259,4 8-356,-7-9 262,6 9-1,-8-9 23,0 5 381,-2-1-154,-4-4-88,0 4 274,0-4-269,0-1 0,-4 0 0,-2 5 152,-10-3-137,4 3 114,-8 0-89,8 1 524,-8 5-239,8 0-63,-8 0 89,8 0 745,-3 5-460,4 1-184,1 9 990,-1-3-553,5 8-239,-3-3 333,7 4-347,-2 5-173,4-3 0,0 3-333,4-5 63,7 0 96,1 1 0,8-1-461,-3-4 231,4-2 0,5-9-1768,-3-1 957,12-5-371,-6 0 1009,12-10-4464,-3-6 4621,5-7 0,-1-10 0,3 2 0,5-2 0,-23 15 0,1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5:52.3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286 234 7887,'0'-13'0,"0"5"828,0-1-223,0 0 0,-1-2 131,-4 2 0,2 4-256,-5 5 0,-5 5-13,-5 4 1,-6 13-157,-2 3 0,0 10 7,-4 0 0,7 2 8,1 2 0,5 0-97,-5 0 0,8-5-222,1 1 1,1-6-59,8 1 0,0-2-69,4-3 0,4-4-66,0-4 1,6-3-321,-1-1 0,3-6-44,1-2-187,-1 2 239,1-6 34,0 5 526,0-12 1,-5-1-112,-4-6 0,2 5 129,-2-1 0,0 0-14,-4-4 0,0 0 26,0 0 0,0 0-163,0 1 0,5-1-4,-1 0 0,0 0 10,-4 0 0,5 4-18,-1 0 0,5 1 72,-5-5 1,6 1 8,-1 4 0,-1-4 112,5 3 1,-3-1-62,8 2 1,0-2 157,0 5 1,3-1 16,-3 2 0,3 3 207,-4-4 0,5 5 39,-5 5 0,-4 6 205,-4 7 1,-2 5-50,2-2 0,-3 4-270,-6 1 0,1 0-141,3 0 1,-2-1-273,2 1 0,-2-4-314,-2 0 1,0-2-985,0 1-1886,0-2 3241,0-6 0,0-35 0,0-8 0</inkml:trace>
  <inkml:trace contextRef="#ctx0" brushRef="#br0" timeOffset="317">701 105 7887,'-7'0'0,"-3"1"711,5 3 0,-3-1 983,3 6 0,0 1-822,0 7 0,2 5 20,-5 8 0,3 5-462,-3 8 0,5 3 5,-1 6 1,-2 3-488,2-3 0,-1 1-335,5-10 1,2-4-1021,2-4 1,-1-8 445,6-1 1,-1-3-970,5-10 1930,0 3 0,6-26 0,1 1 0</inkml:trace>
  <inkml:trace contextRef="#ctx0" brushRef="#br0" timeOffset="659">986 299 7887,'-13'6'872,"-4"-3"216,0 6 1,4-5-423,4 4 1,5-5 103,-5 2 0,6 2-321,-1 2 1,3 2-114,1 2 1,1 0-83,3 0 0,-1 0 90,6 0 0,-1 1-25,5 4 1,0-4-170,0 3 0,0-2-118,0-2 0,0 0 142,0 0 1,-4 0-123,0 0 1,-2 0 72,1 0 0,0 0-130,-4-1 0,-3 1 61,4 0 1,-4 0-8,-1 0 1,-4 0-100,0 0 1,-7 0-71,3 0 1,-8-4-156,-1 0 0,-2-7-92,2 3 1,1-4-400,-6-1 0,2 0-139,-2 0 1,-2-6-651,2-2 0,3-8 1555,2-1 0,14-41 0,5-5 0</inkml:trace>
  <inkml:trace contextRef="#ctx0" brushRef="#br0" timeOffset="850">921 118 10020,'-7'0'-533,"2"0"0,45-6 1,10-1-1</inkml:trace>
  <inkml:trace contextRef="#ctx0" brushRef="#br0" timeOffset="1178">1181 1 7887,'0'7'1775,"0"-1"-909,0 0 0,0-3 187,0 5 1,1 2-484,4 8 1,2-3 37,6 7 1,1 1-141,4 7 1,-4 3-16,3 6 1,2 0-149,-2 0 1,-4 6 63,-4 2 0,-6 2-237,1-1 1,-2 1-30,-2-6 0,-6 5-141,-3-5 0,-2 0-177,-2-4 0,0-6-489,0-2 0,1-5-1246,3-5-1442,-2-2 3392,10-6 0,1-23 0,7-6 0</inkml:trace>
  <inkml:trace contextRef="#ctx0" brushRef="#br0" timeOffset="1418">1557 364 11459,'14'0'617,"4"0"0,-2 0-708,5 0 1,1 0 210,4 0-120,0 0 0,28-6 0,8-1 0</inkml:trace>
  <inkml:trace contextRef="#ctx0" brushRef="#br0" timeOffset="1634">1557 520 7878,'0'7'1223,"0"-1"1681,0-1-2327,0-3 1,7 4-124,6-6 1,2 0-551,6 0 1,-1 0-520,2 0 0,2 0 615,-2 0 0,26-6 0,6-1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5:55.3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39 8635,'2'-7'1180,"2"3"0,-1-2-724,6 2 1,-5-2-181,5 2 0,-1 2-94,5-2 0,4 3-46,1 1 1,3 0 9,-3 0 0,-1 1 72,-4 3 1,-2 3 35,-2 6 1,1 0 1,-6 0 1,1 6 10,-5 3 0,-6 4-31,-3 4 1,-4-1 22,-4 5 0,1-3-40,-5 3 0,0-4-8,0 5 1,-2-6 6,6 1 1,1-2-187,7-3 0,-1-4-145,6-4 1,-1-3-206,5-1 1,3-5-277,6-4 0,1-3-31,12-1 1,-1 0-577,5 0 0,1 0 1201,4 0 0,48-29 0,-31 11 0,1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11.3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79 454 7985,'-13'7'0,"0"3"326,0-5 1,4 1 488,0-2 1,5-1 442,-5 5 172,6-5-634,-2 3-571,5 0 0,1-5 260,3 4 0,-1-4-123,6-1 0,0 0-162,4 0 0,0-6-62,0-2 1,1-1-152,3-4 0,-1 3-108,6-7 0,-5 1-368,5-2 1,-5 0 77,5-4 1,-7-2-387,3 2 1,0 2 132,0-2 1,-1 2 356,-4-2 0,0 4 249,0 5-24,-6 0 1,-1 4 221,-6 0-14,0 7 0,0 2 376,0 8 0,-4 4-202,-1 1 1,-3 1 159,3 3 1,-3-1-303,3 6 1,0-5-270,0 5 1,4-2-377,-4 2 0,4 1 143,1-6 1,0 2-195,0-2 1,0-3 79,0 4 458,6-4 0,13-1 0,8 0 0</inkml:trace>
  <inkml:trace contextRef="#ctx0" brushRef="#br0" timeOffset="224">507 337 10596,'7'0'1599,"4"0"-1518,-2 0 1,4 0-222,4 0 1,-1 0-357,6 0 0,-5 0 119,5 0 0,-2 5-457,1-1 0,2 0 834,-5-4 0,11 0 0,-2 0 0</inkml:trace>
  <inkml:trace contextRef="#ctx0" brushRef="#br0" timeOffset="475">662 247 7860,'-7'5'1134,"-5"-3"0,10 5-711,-7-3 0,6-1-162,-1 6 0,2 0-69,2 4 1,-4-1-134,0 1 1,-1 2-176,5 2 0,0-2-845,0 2 1,2 2 254,2-2 706,-3 0 0,17 8 0,-4 2 0</inkml:trace>
  <inkml:trace contextRef="#ctx0" brushRef="#br0" timeOffset="852">973 169 7941,'-7'-2'3468,"3"-2"-1988,2 3-1041,2-5 1,0 12 31,0 2 1,0 1-148,0 4 0,0-3 23,0 7 0,2-1-59,2 1 0,-2-1 93,2 6 0,2-5-103,-2 5 0,2-5 86,-2 5 0,-2-5-150,2 5 1,-3-5 19,-1 5 1,0-7-215,0 3 0,-4-4 72,0-1 1,-6 0-291,1 0 0,0-1 32,-4-4 1,8-2-116,-8-6 0,3 0-205,-3 0 0,0 0-432,0 0 0,0-7-22,0-6 1,0-2-1706,0-6 2645,6-1 0,7-33 0,7-7 0</inkml:trace>
  <inkml:trace contextRef="#ctx0" brushRef="#br0" timeOffset="1015">960 39 7941,'0'-9'1177,"0"1"-265,0 5-546,0-9 1,2 11-1440,2-3 1073,-2 2 0,27 20 0,-1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14.1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273 52 7941,'-8'6'238,"1"-4"601,3 2-392,2-3-38,-3-1-90,5 0-273,5 0 0,-2 0 315,6 0-183,0 0 1,4 0 25,0 0 1,0-4-28,0 0 0,-1-1-29,1 5 1,2 0-49,2 0 1,-2 0-121,2 0 1,2 0 120,-2 0 0,5 0-127,-5 0 1,6 0-38,-2 0 1,3-1 14,-3-3 0,2 2 136,-5-2 0,3 3 8,-4 1 0,5 0 142,-5 0 1,1 0-121,-5 0 1,4 0 34,0 0 1,0 0-87,-4 0 0,0 0-110,0 0 1,0 0 12,0 0 0,0 0 74,0 0 0,-4 0-180,0 0 1,-1 0 38,5 0 1,0 0 48,0 0 1,0 0 21,0 0 0,0 0 2,0 0 0,0 0 23,0 0 1,-4 0 8,-1 0 0,1 0-19,4 0 1,0 0 10,0 0 1,0 0-1,0 0 0,0 0-9,0 0 1,0-2-2,0-2 1,0 2 132,0-2-55,0 3 0,-1 1-65,1 0 0,0 0 14,0 0-103,0 0 1,0 0 46,0 0 0,0-5-8,0 1 0,-4 0 41,0 4 1,-1 0-23,5 0 18,0 0 0,0 0-6,0 0 1,-4 0 37,-1 0-1,1 0 0,4 0 52,0 0 1,-4 0-68,-1 0 0,-3 0-20,3 0 16,1 0 1,4 0-3,0 0 0,-5 0 9,1 0-6,0 0 0,4 0-1,0 0 0,-5 0-1,1 0 0,-5 0-9,5 0 12,0 0-112,4 0 80,0 5 1,-1-3-4,1 2 0,-4-2-98,0-2 57,-1 0 0,5 0 26,0 0 1,-4 0-9,0 0 1,-5 0 102,5 0-64,-1 0 1,5 0 42,0 0 0,-4 0 16,-1 0-11,1 0 1,4 0-24,0 0 1,-4 0 19,-1 0-39,1 0-2,4 0 0,0 0 10,0 0 0,-4 0 43,-1 0 1,-3 0 48,3 0 2,1 0 14,4 0-89,0 0 10,0 0-62,0 0-2,0 0-62,0 0 95,0-6-19,0 4 65,0-3-21,0 5 1,-1 0 23,1 0 0,-4 0 69,0 0-63,-6 0-15,8 0 1,-4 0-70,6 0 82,-5-6 10,3 4-23,-4-3-29,6 5 0,-4 0 49,0 0 1,-5 0 242,4 0-173,-5 0 41,9 0-191,-5 0 1,2 0 6,-1 0 0,-3 0-20,3 0-17,-5 5-35,9-3 75,-5 4 1,2-6-24,-1 0 12,-5 0-15,9 0 0,-9 0-357,5 0 110,-5 0-113,3 0 159,0 0-233,-5 0 185,5 0 0,-5 0-737,4 0 62,-4 0-93,5 0 1056,-6 0 0,-17 5 0,-5 3 0</inkml:trace>
  <inkml:trace contextRef="#ctx0" brushRef="#br0" timeOffset="981">260 416 7826,'-8'0'1793,"1"0"-363,3 0-372,3 0-84,-5 0-679,6 0 1,6-2-30,2-2 1,4 2-111,1-2 1,1 3-1,3 1 0,-2-2 20,2-2 0,-1 2-146,1-2 1,-7 3-57,3 1 1,-3 0-58,3 0-246,0 5 314,-6 3 0,-1 5-102,-6 0 0,-1 4 133,-4 0 1,-2 2-16,-6-2 0,-1-1 34,-3 6 0,1-1 139,-6 5 0,6-4-143,-1-1 0,3-3 150,1 3 0,0-5 197,0 2 1,5-4-359,4-1 1,3 0-277,1 0 1,0-5-162,0 1 0,1-6-436,3 1 0,5-2 291,8-2 0,-1 0-854,6 0 1416,-1 0 0,28-35 0,6-8 0</inkml:trace>
  <inkml:trace contextRef="#ctx0" brushRef="#br0" timeOffset="1197">597 532 12608,'13'0'94,"0"0"1,1-4-316,4 0 0,-4-1-435,3 5 0,2 0 105,-2 0 1,5 0 550,-5 0 0,12 6 0,-2 1 0</inkml:trace>
  <inkml:trace contextRef="#ctx0" brushRef="#br0" timeOffset="1431">753 442 7814,'-8'0'1133,"1"4"-60,3 0-512,2 6 0,-3-2-218,5 4 1,0-1-119,0 2 1,0-3-204,0 7 0,0-1-221,0 1 1,0-1 79,0 6 0,0-2-383,0 1 502,0-2 0,11 6 0,4 2 0</inkml:trace>
  <inkml:trace contextRef="#ctx0" brushRef="#br0" timeOffset="1766">1025 403 9701,'-7'0'1651,"1"5"1,6-2-712,0 6-565,0 0 1,0 4 145,0 0 0,1 4-109,4 0 0,-4 5 125,3-5 0,-1 6 72,2-1 0,-4 2-290,3 2 1,-2 0-136,-2 0 0,0-4-3,0-1 0,-2-1-132,-2 2 1,1-3 114,-5-6-246,-1 0 0,-4-2-58,0-2 1,0-3-374,0-6 1,0-2-713,0-2 0,2-8-21,2-5 1,-3-6-439,4 1 0,1-2 1684,-2-2 0,0-58 0,-4-14 0</inkml:trace>
  <inkml:trace contextRef="#ctx0" brushRef="#br0" timeOffset="1940">1051 286 11015,'11'19'0,"4"1"0</inkml:trace>
  <inkml:trace contextRef="#ctx0" brushRef="#br0" timeOffset="2600">169 247 7819,'-7'0'-177,"-1"0"499,4 0 1,1 0 414,-5 0 75,5 0-333,-9 0 0,6 1-160,-2 4 0,-2 2 74,5 6 1,-5 6-94,2 2 1,0 5 72,0 5 0,-1 3-173,-4 9 1,5 3 33,-1 6 1,2 0-535,-2 0 0,3-6 66,6-3 1,0-4-118,0-4 0,6-3-244,3-6 0,7-6 595,1-3 0,29-8 0,3-4 0</inkml:trace>
  <inkml:trace contextRef="#ctx0" brushRef="#br0" timeOffset="3083">1129 234 8315,'0'9'2191,"0"-1"-1616,5-5 0,3 9-259,5-4 0,0 4-131,0 1 0,4 0 75,0 0 0,0 4-38,-4 0 0,0 6 186,0-1 0,-1 3-44,-4 1 1,-2 1-120,-6 3 0,0-1-145,0 6 0,-6-1-149,-2 5 1,-5 0-147,-4 0 1,2-6-459,-2-3 0,2-4-983,3-4 0,3 1 1636,0-6 0,1-40 0,-5-14 0</inkml:trace>
  <inkml:trace contextRef="#ctx0" brushRef="#br0" timeOffset="3408">1479 208 10118,'-2'7'1113,"-2"-2"1,3 2-587,-4 1 1,4 5-24,1 5 0,0 3 252,0 10 0,-4 3-56,-1 9 0,1-1 223,4 6 1,-4-1-443,-1 5 0,1-1-173,4-4 1,1-2-617,4-6 0,-2-5-505,5 1 0,-1-8-2240,2-1 3053,3 0 0,1-11 0,7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20.9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14 532 7081,'0'7'2107,"-2"-1"-1243,-2-6-49,2 0-218,-3 0-131,5 0 875,0 0-1030,5 0 1,-2 0-152,6 0 1,-5-4-80,5-1 0,-2-5-110,2 2 1,2-4-315,-2-1 1,2 0 341,2 0 0,5-1 28,-1-3 0,0 2-1314,-4-2 0,0-2 551,0 2 0,0 0 326,0 4 0,-1 0 163,-4 0 779,4 0-68,-11 0 524,5 5-408,-6 3-124,0 5 0,-1 0-21,-4 0 1,4 5-65,-4 4 0,3 3-2,-3 1 0,4 0-100,-4 0 0,4 4-23,1 0 1,-4 2-74,-1-2 1,1-2-81,4 2 0,0-1-94,0 1 1,0-3-358,0 4 1,0-4-947,0-1 0,0 0 226,0 0 1078,0 0 0,17 0 0,5 0 0</inkml:trace>
  <inkml:trace contextRef="#ctx0" brushRef="#br0" timeOffset="284">364 415 11605,'0'8'1141,"5"-3"-1193,4-5 1,3 0-353,1 0 1,4 0-493,0 0 0,6 0 299,-1 0 1,-2 0-1134,2 0 1730,-6 0 0,25-5 0,1-3 0</inkml:trace>
  <inkml:trace contextRef="#ctx0" brushRef="#br0" timeOffset="534">519 351 7866,'-7'7'775,"0"4"-429,3-2 1,2-2 427,-2 2 0,2-1-439,2 5 0,0 5-291,0-1 1,0 0-915,0-4 1,0 0 144,0 0 725,0 0 0,6 6 0,1 1 0</inkml:trace>
  <inkml:trace contextRef="#ctx0" brushRef="#br0" timeOffset="952">714 234 9901,'0'-7'2027,"1"1"-1924,4 6 1,-2-2-73,5-2 0,1 3-206,4-4 0,0 4 114,0 1 0,0 0-39,0 0 1,0 0 194,0 0 1,-5 0 5,1 0 0,-5 1 325,5 4 1,-6-3-171,1 7 0,-2 0 102,-2 4 0,-2 1-19,-2 3 0,-3-1-210,-6 6 1,-5-5-34,1 5 1,-2-2-153,2 2 1,3 1 75,-4-6 0,5 0-156,5-4 0,-2 0-89,5 0-132,-5 0-604,9 0 369,1 0 1,7-4-346,6-1 1,4-5 287,0 2 0,2-4 649,-1-1 0,36-17 0,15-5 0</inkml:trace>
  <inkml:trace contextRef="#ctx0" brushRef="#br0" timeOffset="1336">1116 273 9286,'-7'-6'2263,"1"4"-1682,6-3 0,0 6-153,0 3 0,0-1-6,0 6 1,0-5-51,0 5 0,0 0 153,0 4 1,0 0-1,0 0 0,0 1-169,0 3 1,0-2-52,0 2 0,0 2-102,0-2 0,0 2-13,0-2 0,4-1-70,1 5 1,-1-5-159,-4 2 1,0-4 15,0-1 0,0 0-195,0 0 1,0-4-1081,0-1 979,-6-5 0,3 3-1226,-5-6 904,-1 0 1,-3-6-79,4-3 1,-4-4-143,4-4 0,-2-3-371,1-6 1,-3 0 1230,4 0 0,-4-63 0,6 36 0,-1 1 0</inkml:trace>
  <inkml:trace contextRef="#ctx0" brushRef="#br0" timeOffset="1517">1077 104 6837,'0'7'783,"-6"-1"-1336,5-6 553,-5 0 0,23-11 0,5-4 0</inkml:trace>
  <inkml:trace contextRef="#ctx0" brushRef="#br0" timeOffset="1953">1233 0 7866,'0'9'2300,"0"0"-1634,0-7 1,1 10-243,3-3 1,4 2-58,5 2 1,0 4-29,0 1 0,0 6 168,0 2 1,-1 0-239,1 4 0,0 2-43,0-2 1,-1 6 213,-3-1 1,-4 2-100,-5 2 1,0 0-607,0 0 1,-1-3-322,-3 3 0,-5-7-693,-8 7 1,2-8 504,-2 4 1,1-6-1235,-1 1 2008,8-8 0,-37-61 0,3-20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33.5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91 46 7829,'0'-13'803,"-4"5"-19,-1-1 0,0 5 537,0-5-824,4 6 1,-5 5 21,6 11 1,-4 7-149,-1 10 0,-3 9 51,3 9 0,-3-1-350,3 5 0,-3-3-175,3 7 0,-3-1-276,4 1 0,-1-4-123,5 0 1,0-6-696,0-7 0,0-2 365,0-2 832,6-3 0,7-18 0,7-2 0</inkml:trace>
  <inkml:trace contextRef="#ctx0" brushRef="#br0" timeOffset="671">376 202 7870,'0'-7'825,"0"0"942,0 2-697,0 4 348,0-5-506,-5 6-369,-3 0 1,-5 7-98,0 6 0,-4 2-26,0 6 1,-5 7-135,5 6 0,0-1 109,4 2 0,0-5-172,0 5 1,6-6-170,2 1 0,4-3-280,1-1 1,0-6 0,0-2 0,6-4-291,2-1 1,8-6 298,1-2 1,2-4-219,-2-1 0,-2-1 0,2-4 1,-4 2-177,-4-5 0,2-1 269,-2-4 0,-3 4 155,-2 1 1,-3 4 275,-1-5 1,0 5-148,0-5 0,0 5 82,0-5 0,-4 5-27,0-5 1,-2 5-74,2-5 0,2 5 64,-2-5 1,2 5 82,2-5 1,0 5-70,0-5 1,0 5 189,0-5-49,0 6 1,2-7 168,2 6-235,3-6 0,11 8 0,-1-2 0,0-2 0,-4 2 0,0 0 49,0 4 0,0 1 130,0 3 1,0 2-101,0 3 1,-1 2-72,-4-2 0,2 2-155,-5 2 0,-1 5 133,-4-1 1,4 0-1063,1-4 1,-1 0-125,-4 0 1,0 0 1122,0 0 0,-17 0 0,-5 0 0</inkml:trace>
  <inkml:trace contextRef="#ctx0" brushRef="#br0" timeOffset="975">778 98 7857,'-7'0'640,"0"0"156,3 0 0,2 2-154,-2 2 0,-2 3 123,2 6 1,-2 6 74,2 3 1,2 8-351,-2 4 0,-2 4-279,2 1 0,0 5-223,4 4 1,0-5-310,0-4 0,0-1-171,0-8 1,1 0-594,3-4 0,2-1 374,3-4 0,2-4 711,-2-8 0,14-15 0,4-8 0</inkml:trace>
  <inkml:trace contextRef="#ctx0" brushRef="#br0" timeOffset="1293">1025 254 7840,'-7'6'2666,"-5"-5"-2086,5 11 1,0-10 117,2 7 0,0-5-100,0 5 0,1 0-219,4 4 0,0-3-197,0 3 0,1-3-57,4 7 0,-2-1-128,5 1 0,1-2 100,4 2 0,-5-1-130,1 1 1,-2-2 133,2 2 0,-2-3-122,-2-1 1,-4 0-8,3 0 1,-2 0 86,-2 0 1,0 0-147,0 0 0,-2-1 32,-2-4 0,1 2-88,-6-5 0,1-1 9,-5-4 1,-4 4-288,-1 1 1,-1-3-109,2-6 0,1 1-371,-5-5 0,5-5-505,-1-5 1,2 0 1404,2 0 0,12-48 0,2-18 0</inkml:trace>
  <inkml:trace contextRef="#ctx0" brushRef="#br0" timeOffset="1458">986 72 7835,'-7'0'133,"1"0"0,29 0 1,6 0-1</inkml:trace>
  <inkml:trace contextRef="#ctx0" brushRef="#br0" timeOffset="1835">1155 111 7835,'0'-7'1693,"0"1"-809,0 6-18,0-6-614,0 5 0,0-3-29,0 8 1,5-1 179,4 6 1,1 4-60,-1 4 0,2 4-95,-2-3 0,2 6 33,2 2 1,-4 2-14,0 6 1,-6 1-124,1 4 0,-3 0-116,-1-1 0,0 1-601,0 0 0,-1 0 380,-3 0 1,-2-6-1421,-3-3 1,-2-4 1610,2-4 0,-8-9 0,-4-7 0</inkml:trace>
  <inkml:trace contextRef="#ctx0" brushRef="#br0" timeOffset="2177">1401 20 7820,'0'-7'619,"0"1"1042,0 6 696,0 0-1867,0 6 0,0 7-5,0 9 1,1 2 140,4 2 1,-4 7-211,3 6 0,-2 2-35,-2 6 0,0-4-169,0 5 0,0-5-103,0 5 0,0-6-343,0 1 1,0-4-557,0-5 1,0-2-120,0-6 0,0-2 909,0-2 0,0-9 0,0-7 0</inkml:trace>
  <inkml:trace contextRef="#ctx0" brushRef="#br0" timeOffset="2417">1608 280 7799,'8'0'1856,"-3"0"-901,-5 0-417,0 0 0,6 0-265,3 0 0,2 0-226,2 0 1,5 0-959,-1 0 0,6 0 182,-1 0 729,2 0 0,25 0 0,6 0 0</inkml:trace>
  <inkml:trace contextRef="#ctx0" brushRef="#br0" timeOffset="2684">1686 397 7799,'-13'0'1242,"6"0"1735,-4 0-586,9 0-1783,-4 0 0,8 0-346,2 0 1,5 0-226,8 0 0,-1 0-228,6 0 0,-1 0-496,5 0 1,0 4 686,0 0 0,29 12 0,7-2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38.9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27 649 7890,'-7'0'916,"-5"0"0,11-1-189,-4-4 1,4 2-52,1-5 0,0 3-263,0-3 1,10 3-32,3-3 1,9 3-208,-1-3 0,4 5-1,1-1 1,0 2-218,0 2 1,-1 0 86,1 0 1,-1 0 69,-3 0 0,-4 6 88,-5 3 0,-1 2 93,-4 2 0,-2 4-115,-6 1 0,-1 5 187,-4-2 0,-2 4-167,-6 1 1,-6 0 8,-2 0 1,-4 0-203,-1 0 1,0 4-32,1 0 1,-1 0-103,0-4 0,4 0 140,0 0 1,7-1-76,-3-4 1,8-2 56,2-6 0,5 0-143,-2 0 0,10-2-34,3-2 0,5 1-271,5-5 1,2 3-311,6-4 1,0 1-295,0-5 0,4 0 1056,0 0 0,29-6 0,3-1 0</inkml:trace>
  <inkml:trace contextRef="#ctx0" brushRef="#br0" timeOffset="1016">909 519 7883,'0'8'1816,"-5"-1"-1081,1-3 0,-4-1 335,3 6 0,1-5-475,4 5 0,6-1 67,2 5 0,-1 0-387,2 0 0,4 4-60,4 1 0,1-1-120,-5-4 1,0 0 63,0 0 1,-2-4-77,-2-1 7,2-5 0,-4 7-181,6-5 35,-5-1 1,-3-6 9,-5-2 0,0-3-248,0-6 0,0-4-18,0-1 1,0-5-169,0 2 0,0-5 188,0-5 0,-1 3-19,-3-7 0,1 0-32,-6-3 1,6-1-63,-1 0 0,-2-2 318,2-2 1,0 7 181,4-3 0,-5 9 789,1 0 1,0 8-143,4 5 0,0 2 1165,0 2-1395,5 6 0,-2-3-45,6 6 1,-5-1-211,5 5 0,-1 0-77,5 0 0,2-1-216,2-3 0,-1 2 127,6-2 1,-5-2-156,5 2 1,-1-2-44,5 2 0,4 2-119,1-2 1,5 3 55,-2 1 0,-1 0-123,2 0 0,-5-5 128,5 1 0,-2 0 51,2 4 0,-4 0 15,-5 0 0,-4 0-3,-1 0 0,0 0-16,0 0 0,-1 0-21,-2 0 67,-4 0 0,5 0-44,-6 0 14,-6 0-53,5 0 11,-11 0-58,10 0 52,-9 0 107,4 0 1,-5 0 52,3 0 221,-2 0-115,4 0 0,-5 0 427,3 0 81,-2 5-113,4 3 1,-6 5-64,0-1 0,0 1-128,0 0 1,0 2-221,0 2 1,0-2-159,0 2 1,0-1-390,0 1 0,0-1-269,0 5 1,0-5-889,0 2 0,0-3 623,0 3 981,0-4 0,-18 16 0,-3-2 0</inkml:trace>
  <inkml:trace contextRef="#ctx0" brushRef="#br0" timeOffset="1566">1311 273 7860,'-13'0'0,"0"-6"0,0 5 2914,0-4-1909,6-2 1,1 4-193,6-5 1,6 5-471,2-2 0,5 0-183,5 0 1,-2 0-54,5 0 0,1 4-192,4-3 0,-5 2-23,1 2 0,-2 0 94,2 0 0,1 0 58,-6 0 0,0 0 139,-4 0 0,-1 2 589,-3 2-315,2 3 1,-10 7 442,4 4 0,-8-4-340,-1 3 0,-6 2 10,1-2 0,-7 2-122,-1-1 1,-1-3-123,5 7 0,2-6-202,2 1 1,-1-2 198,6-2-244,-6 5 0,8-3-25,-2 2 1,3-3-186,1-1 0,5-1-335,4-3 1,7-2-610,1-3 0,6-3-1150,-1 4 1,2-4 415,2-1 0,2 0 1809,2 0 0,20-11 0,11-4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41.9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338 65 7860,'-7'0'-544,"-5"0"1135,5 0 0,-2 0 213,1 0-270,5 0-154,-3 0-145,6 0 1621,0 0-1497,6 0 1,1 0 636,6 0-650,0 0 1,4 0 70,0 0 1,1 0-91,-5 0 1,4 0-68,0 0 0,6 0-115,-1 0 1,-2 0-75,2 0 0,-1 0-140,5 0 0,0 0 69,0 0 0,0 0 0,0 0 0,0 0 31,0 0 0,0 0-166,0 0 0,-5-1 110,1-3 0,-2 2-53,2-2 1,1 2 56,-6 2 0,2-4 4,-2 0 1,-2 0-12,2 4 0,2-5-13,-2 1 0,0 0-7,-4 4 1,4 0 9,1 0 1,-1 0-11,-4 0 0,0 0-24,0 0 1,0 0-11,0 0 0,0 0 75,0 0 1,0 0-10,0 0 0,0 0 103,0 0 0,0 0-20,0 0 1,0 0-22,0 0 0,0 0-42,0 0 1,-1 4 9,1 0 1,0 1-48,0-5 0,5 0-165,-1 0 1,0 0 108,-4 0 1,0 0-143,0 0 0,0 0 4,0 0 0,0 0 166,0 0 0,0 0-3,0 0 0,0-5 27,0 1 1,1 0 151,4 4 0,-4 0-108,3 0 0,-2-5 132,-2 1 1,4 0-74,0 4 0,2 0-16,-2 0 0,-1-5 105,6 1 0,-6 0-81,1 4 1,-1 0-51,1 0 1,-2 0 14,2 0 0,-1 0-6,1 0 0,-3 0-39,4 0 0,-4 0-10,-1 0 1,0 0 8,0 0 0,1 0-7,4 0 1,-4 0 71,3 0 1,-2 0 14,-2 0 1,0 0 13,0 0 1,0 0-36,0 0 0,0 0 15,0 0 1,0 1-50,0 3-9,0-2 1,-1 4-108,1-6 1,0 4 62,0 0 1,0 1-6,0-5 0,0 0 28,0 0 1,0 0-12,0 0 1,0 0-2,0 0 1,0 0-3,0 0 1,0 0 27,0 0 1,0 0 7,0 0 1,-4 0 53,-1 0 51,1 0 0,4 0-16,0 0 1,-5 0-87,1 0 1,-5 0 27,5 0-24,0 0 1,2 1 26,-2 3-85,2-2-24,-3 4-222,5-6 0,-2 1-121,-2 3-207,2-2 0,-8 3-962,6-5-803,-6 0 1633,8 0 747,-9 0 0,-14-5 0,-9-2 0</inkml:trace>
  <inkml:trace contextRef="#ctx0" brushRef="#br0" timeOffset="767">52 831 7819,'-7'0'1410,"-4"0"-1029,3 0 1,0 0-2,-1 0 1,6 1 203,-1 3 1,3-1 73,1 6 0,1 0-253,3 4 0,-1 4 139,6 0 1,-1 5-48,5-5 1,0 5-78,0-5 0,0 5-125,0-5 0,5 0-42,-1-4 1,0 0-88,-4 0 0,0 0 13,0 0 1,0-4-204,0-1 0,-4-5 149,-1 2-371,1 2 1,0-6 72,-1 3 1,-3-4-46,3-4 1,-5 1 169,1-5 1,-2-1 75,-2-4 0,0-1-108,0-4 0,4-2-79,1-6 1,-1 0-39,-4 0 1,0-4 117,0 0 0,0-6-310,0 1 0,0 1 95,0-5 0,0 3-9,0-8 0,0 8 127,0 2 1,0-1 192,0-4 1,0 6-89,0 3 1,0 3 192,0 1 1,1 0 115,4 0 0,-4 6-84,3 2 1,-2 8 129,-2 2-351,0 5-232,0-3-112,0 6 0,0 1-617,0 4 1,1-2 1027,4 5 0,8 18 0,7 9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46.0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402 299 7884,'0'-7'242,"-4"0"705,-1 3 0,0 2 7,0-2 139,4-3-761,-11 5 1,9-4 4,-5 6 0,4 2-83,-5 2 0,5-1 0,-5 6 0,5-1-124,-5 5 1,6 0 97,-1 0 1,2 0-139,2 0 0,0 0 120,0 0 1,0 0 58,0 0 1,6 0-30,3 0 0,2 1 121,2 4 1,2-4-93,2 3 0,-1-2 122,5-2 0,-5-2-153,2-2 1,-3 2 3,3-2 1,-4 3-1,3 1 0,-4 0-76,-4 0 0,1 0 13,-6-1 1,1 1-47,-5 0 0,0 0-174,0 0 1,0 0-11,0 0 0,-6-4-231,-3 0 1,-2-2-52,-2 1 0,-4 0-145,-1-4 0,-1-3-374,2 4 1,3-4 72,-4-1 0,0-6-437,0-2 0,0-4 271,0-1 0,4-1-1366,-3-3 2311,8-4 0,3-45 0,6-10 0</inkml:trace>
  <inkml:trace contextRef="#ctx0" brushRef="#br0" timeOffset="190">350 286 10522,'13'0'1103,"0"0"1,6 0-811,2 0 1,4 0-276,1 0 1,0 0-992,0 0 1,4 0 39,0 0 1,1 0 932,-5 0 0,5 18 0,2 3 0</inkml:trace>
  <inkml:trace contextRef="#ctx0" brushRef="#br0" timeOffset="1369">39 53 7886,'-7'0'152,"-5"6"349,11-5 220,-11 5-290,11-6-4,-5 6 161,6-5-308,0 5 1,1-6 12,4 0 0,2-2 129,6-2 0,0 3-105,0-4 1,4 4 165,0 1 1,2-2-101,-2-2 1,-1 3-135,6-4 1,-5 4-134,5 1 0,-1-2-63,5-2 0,0 3-148,0-4 0,0 4-4,0 1 1,0-4-227,0-1 0,0 1 91,0 4 0,-2-4-54,-2-1 1,1 1 143,-6 4 1,1 0 191,-5 0 167,0-6 1,0 5-44,0-4 1,-5 4 70,1 1-137,-6 0 67,8 6-174,-4-5 0,6 5-134,0-6 0,-4 1-78,0 4 1,-5-4-57,5 3 163,-1-2 63,5-2-21,0 0 125,0 0 355,0 0-217,-6 0 21,5 0 1,-9 0-213,5 0 1,-5 1 128,2 4-446,2-4-1,-6 5 139,11-6 0,-9 0 61,5 0 40,-5 0 0,4 0-10,-2 0 40,-4 0 149,11 0-146,-11 0 0,6 0 172,-2 0-69,-4 0 0,6 0 283,-2 0-116,-4-6 192,5 5-244,-6-5 55,0 6-137,6 0 100,-5 0-403,5 0 130,-6 0 16,0 0 313,6 0 127,-5 0 88,5 6 1,-6-3 50,0 5 0,0-3-174,0 3 1,0 1 434,0 4 1,0 0-297,0 0 1,0 4-206,0 0 1,0 6-295,0-1 1,0 2-346,0 2 0,0-4-307,0 0 1,0-2-838,0 1 0,0 4-3172,0-3 4674,0-4 0,6-28 0,1-13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51.2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52 558 7880,'-7'0'426,"-4"5"494,2-1 0,2 0-276,-2-4 1,6 2 27,-1 2 1,2 3-182,2 6 0,2 0 66,2 0 0,-1 2-173,6 2 1,-2-1-136,2 5 1,2-3-8,-2 3 0,2-3-107,2 3 1,-4-6-120,0-2 1,-2 0 123,1-5-343,4 4-482,-5-5 225,6-1 173,-6-6 1,-1-7 69,-6-6 0,4-2-69,1-6 1,-1-5 13,-4-5 0,0-5-149,0 2 0,0-1 85,0-4 0,0 3-9,0-7 1,0 3 339,0 1 1,0 1-115,0 4 1,0-2 407,0 5 0,0 3-11,0 6 0,0-1 176,0 6 0,0-1-217,0 5 1,0 5 451,0-1 34,0 6 91,0-8-65,0 9-237,0-4-338,0 1 99,0 3-77,0-4-15,0 1-267,0 3 281,0-4-91,0 6 0,2-1 350,2-3-212,-3 2 171,11-4-211,-5 6-81,6-5 0,0 3 22,0-2 0,-4 3-4,-1 1 0,-3 0 64,3 0 0,1-5-22,4 1 0,0 0-130,0 4 1,0 0 92,0 0 0,1 0-12,3 0 0,-1 0-181,6 0 0,-5 0-283,5 0 1,-1 0 150,5 0 1,0 0-46,0 0 0,0 0 116,0 0 0,0 0-74,0 0 0,-4 0 97,-1 0 0,1 0-21,4 0 1,-5 0-3,1 0 0,-6 0-19,1 0 0,2 0-98,-2 0 1,5 0 97,-5 0 1,0 0-103,-4 0 1,0-5 116,0 1 1,0 0-2,0 4 0,0-5 5,0 1 1,0-2-69,0 2 1,0 2 9,0-2 0,0-2 34,0 2 1,0 0-1,0 4 1,-4-5 51,-1 1 0,-3 0 74,3 4 0,-4 0-44,5 0 1,-5 0 228,5 0 40,-6 0 0,4 0 19,-2 0 9,-4 0-181,5 0 1,-5 0 54,3 0-32,-2 0-64,4 0 1,-5 4 5,3 0-40,-2 1-42,4-5 74,-6 0 148,5 0-18,-3 0 227,4 5-198,-6-3 23,0 4 0,1-6-21,3 0 0,-2 1 499,2 3 103,-2-2-524,-2 9 1,0-3 100,0 5 1,0-3-115,0 3 1,0-3-168,0 7 0,0-1-182,0 1 1,-2-1-443,-2 6 1,2-5-351,-2 5 1,3-2 466,1 1 0,0-2-3524,0-6 3951,0 6 0,0-16 0,0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00.6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0 7840,'-7'0'1006,"-4"0"1443,9 0-1944,-3 0 0,6 0-96,3 0 0,4 0-745,4 0 0,6 0 23,-1 0 0,6 0-1773,-1 0 2086,2 0 0,31 6 0,7 1 0</inkml:trace>
  <inkml:trace contextRef="#ctx0" brushRef="#br0" timeOffset="292">39 130 7840,'-13'0'4800,"6"0"-3958,2 0 0,6 0 24,3 0 1,3 0-864,6 0 0,6 0 44,3 0 1,2 0-430,2 0 0,0 0 224,0 0 158,0 0 0,17 17 0,5 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6:59.8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331 117 7840,'-6'-13'0,"5"4"0,-5 2 541,0 1 1,3-2 2081,-5 3-2010,5-5 1,-9 3-21,4-6 0,0 6-350,0 3 1,-1 1-248,-4-2 0,0 4-80,0-3 1,0 2 127,0 2 0,5 4 55,-1 1 1,5 5 45,-5-2 0,6 4 146,-1 1 1,2 0-152,2 0 0,0 0 183,0 0 1,5 4 33,-1 0 0,6 1 131,-1-5 1,4 4-147,4 0 0,-3 1-132,4-5 1,-2 0-134,1-1 1,-3 1 59,4 0 0,-4 0-93,-1 0 1,-2 0 196,-2 0-262,3 0 1,-11 0 58,3 0 9,-2 0 1,-4 0-187,-2 0 1,-7-4-188,-7-1 1,-5-3-180,2 3 0,0-5-25,0 2 0,-2-4-438,-8-1 1,4-1 208,-3-4 0,2 2-264,2-5 0,5-1 254,-1-4 1,8-1-1082,1-4 1850,0-2 0,29-35 0,0-6 0</inkml:trace>
  <inkml:trace contextRef="#ctx0" brushRef="#br0" timeOffset="165">175 39 12216,'15'0'1001,"2"0"0,-1 0-1549,5 0 1,1-1 63,4-4 1,6 4-801,2-3 1284,4-4 0,24 1 0,5-6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03.0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208 324 7861,'-9'-4'2045,"0"0"-815,6-6-523,-8 2 0,9-5-251,-2 0 1,4 5-185,4-1 0,4 2-90,5-2 1,1-1-57,3 6 1,-1-5-104,6 5 1,-2-2 56,2 2 1,1 2-91,-6-2 1,5 3 127,-5 1 1,0 0-37,-4 0 297,0 0 0,-4 1-4,-1 3 1,-5 4-155,2 5 0,-5-1-91,-5 1 0,-2 0-45,-6 0 0,-1 5 19,-4-1 1,3 5-187,-7-5 0,5 6 152,-5-1 0,5 1-20,-5-2 0,5 4 411,-5-4 0,6 0-97,-1 0 0,4-1-4,4 2 0,-1-3-178,6-6 1,0 4-46,4 0 1,5 1-241,4-6 1,3-3-468,1 0 0,5-6-188,4 1 1,7-3-896,1-1 0,5 0 1653,-5 0 0,41-28 0,5-8 0</inkml:trace>
  <inkml:trace contextRef="#ctx0" brushRef="#br0" timeOffset="632">675 454 7861,'-6'7'2914,"3"3"-969,-6-5-1405,6 5 1,-2-3-122,5 6 1,0 0-282,0 0 1,1 0-145,3 0 0,4 0 53,5 0 0,0-5-127,-1 1 0,1-2 171,0 2-135,0 2 1,0-9 430,0 2-345,0-2 0,-1-4-47,-4-2 1,3-3 34,-7-6 0,0-2-75,-4-2 0,0 1-28,0-6 1,0-4-246,0-4 0,0-4-11,0 3 1,-4-6-247,0-2 1,-5 0 294,5-4 0,-5 3-12,5 1 1,-1 5 856,5 4 0,0 7-12,0 2 1,0 9 1098,0-1-1260,0 9 0,6-4 95,3 4 1,2 3-53,2-4 0,2 4-157,2 1 1,3 0-160,6 0 0,-4 0-173,-1 0 0,1 0-293,4 0 0,0 0 124,0 0 0,-2-4-154,-2-1 1,2 1 156,-2 4 0,-2-1 46,2-4 0,-6 4 174,1-4 0,-3 4 83,-1 1 1,0 0-128,0 0 1,0 1 295,0 4-181,0-4 71,0 5-77,0 0 0,-4-3 69,-1 5 183,-5-5-279,3 9 11,0-5 58,-5 6 0,5 0 14,-6 0-369,0 0 0,0 0-264,0 0 1,0 0-358,0 0 1,0 0 7,0 0 1,0 1-1525,0 3 2385,0-2 0,-23 32 0,-6 2 0</inkml:trace>
  <inkml:trace contextRef="#ctx0" brushRef="#br0" timeOffset="1178">1038 272 7856,'-13'0'1467,"0"5"190,0-1 937,0 0-1432,0-4-233,6 0-638,1 0 1,12-4-25,2 0 1,4-2-293,1 2 1,4 2 94,0-2 0,5 1-255,-5-1 0,5 2 84,-5-2 0,0 2-57,-4 2 1,0 0 197,0 0 557,0 0-231,0 0 9,-5 6 0,-3 1 436,-5 6 1,-5 2-285,-4 2 0,-7-2-2,-1 2 0,-2 2-54,2-2 0,1 4 8,-6-3 1,6 0-154,-1 0 0,4-4-64,4 3 0,-1-2-124,6-2 0,0 0-132,4 0 1,1 0-109,4 0 0,3-5 165,9 1 1,-1-6-1047,6 1 1,0-2-278,3-2 0,1 0-704,0 0 1,0-2 603,0-2 0,-1 1-1923,-4-6 3283,4 6 0,-11-14 0,5 3 0</inkml:trace>
  <inkml:trace contextRef="#ctx0" brushRef="#br0" timeOffset="1984">13 869 7839,'-7'0'533,"1"0"851,6 0 303,0 0-1161,6 0 1,3 0 181,8 0 0,4 0-236,10 0 1,-2-4-21,5-1 1,6 1-111,8 4 0,4-4 90,4-1 0,-3 1-181,4 4 1,0-1-72,-1-4 1,1 4-275,-5-3 1,-5-2 126,1 1 0,-7 0-464,3 0 1,-3 0 52,3-4 1,-7-3-153,6 4 1,-9 1 316,4-2 0,-7 6-28,-1-1 0,-3-2 99,-1 2 1,-6-1 385,-2 5 1,-4 5 175,-1-1 0,0 6-216,0-1 1,-4-2-187,-1 2 0,1-2 80,4 1 0,-4 2 65,-1-5 0,1-1-267,4-4 1,-4 0-1093,-1 0 799,1 0 397,4 0 0,-6-23 0,-1-6 0</inkml:trace>
  <inkml:trace contextRef="#ctx0" brushRef="#br0" timeOffset="2567">791 1038 7837,'-18'0'498,"3"0"1,-5 0 697,3 0 1,1 0-329,-6 0 0,5 1-171,-5 3 0,6-1-174,-1 6 1,3 0 52,1 4 1,1-1-208,4 1 0,2 0-23,6 0 1,0 0 41,0 0 1,0 5-128,0-1 0,10 0 193,3-4 1,4 0 32,0 0 0,4-1-17,5-4 0,0 4-157,-1-4 0,1 3 75,0-3 0,0 2-125,0-5 0,-1 5 105,-4-2 0,2 0 164,-5 0 0,-1 1-145,-4 4 1,-4 0-44,-1 0 1,-5-5-142,1 1 0,-4 0-190,-4 4 1,-5 0-169,-8 0 1,1-2-366,-5-2 1,-1 1 197,-4-6 0,0 5-317,0-5 0,-1 0-1189,-3-4 0,1-1 910,-6-3 0,5-1-914,-5-8 1,7 3 331,-3-7 1,5-2-164,5 2 0,2-6 1663,6 1 0,17-25 0,5-8 0</inkml:trace>
  <inkml:trace contextRef="#ctx0" brushRef="#br0" timeOffset="2758">610 1077 11279,'8'0'1353,"1"0"0,4-2-609,4-2 1,6 2-305,-1-2 1,10-2-101,7 2 1,1-5-498,7 5 0,-3-5-447,3 5 1,-4 0-3011,5 4 3614,-6 0 0,2 0 0,-5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12.09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13 7913,'-8'0'0,"-1"0"0,5 0 1134,-5 0 1,5 0 542,-5 0-320,6 0-590,-3 0-510,6 0 0,2 0-69,2 0 1,3 0 0,6 0 0,5 0-176,-1 0 0,6 0-317,-1 0 0,2 0-306,2 0 0,0 0-300,0 0 1,-2 0 909,-2 0 0,31-5 0,4-3 0</inkml:trace>
  <inkml:trace contextRef="#ctx0" brushRef="#br0" timeOffset="273">78 130 8317,'-7'0'1537,"1"0"0,8 0-1257,2 0 1,5 0-49,8 0 1,3-1-418,6-4 1,0 4-332,0-3 1,0 2 515,0 2 0,40-6 0,10-1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14.1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234 221 7889,'8'-6'0,"3"5"343,-2-4 0,-2 0 1443,2 0-1200,-1-5 0,4 7 890,-4-5-1011,4 5 1,-9-3-206,6 6 1,-7-1-179,3-4 91,-4 4 0,-1-3-125,0 8 1,-6 3 34,-2 6 1,-5 0-205,-4 0 1,1 1-12,-6 4 1,0-2-130,-4 5 1,5-1 86,-1 2 1,1 1 49,-5-6 0,4 5 207,0-5 1,7 2 1,-3-2 0,5-2 102,5 2 0,-2-3-58,5-1 69,1 0 0,7-1-49,5-4 1,3 3 199,10-7 0,1 0-346,4-4 1,1 0-250,3 0 0,-1 0-393,6 0 0,-5 0-46,5 0 1,-7 0-652,3 0 0,0 0 1336,0 0 0,5 12 0,-3 2 0</inkml:trace>
  <inkml:trace contextRef="#ctx0" brushRef="#br0" timeOffset="892">727 52 7888,'-7'-1'887,"3"-3"-349,-3 2 0,4-4 513,-6 6-563,6 0 0,-7 6-176,6 3 0,-5 8 51,5 5 1,-5 8-57,5 5 1,-6 2 104,1 2 1,2 6-229,-2 2 0,6 4-166,-1 0 0,3-4-864,1-4 1,1-7-30,3-2 0,5-5-532,8 2 0,-1-10 1407,6-4 0,40-43 0,14-11 0</inkml:trace>
  <inkml:trace contextRef="#ctx0" brushRef="#br0" timeOffset="1286">909 208 7888,'-7'-6'-474,"1"3"2736,6-5-1568,0 5 0,1-7-328,4 5 0,3 1-223,10 4 0,0 0-284,4 0 1,2 0 28,-2 0 0,-2 0-158,2 0 1,-2 2 229,2 2 0,-4-3-6,-5 4 1,-1 2 203,-3 1 1,1 0-45,-6 0 1,0 1 313,-4 4 0,0 0-100,0 0 1,-6 0 136,-2 0 1,-5 4-98,-4 0 0,2 2-123,-2-2 0,-2-1-63,2 6 0,0-6 129,4 1-367,0 3 0,4-3-44,0 1-9,6 5 0,-1-16-155,8 6 1,4-1-417,5-8 1,5 2-70,4-2 0,-2-3-1603,2 4 2352,-1-4 0,23-18 0,3-5 0</inkml:trace>
  <inkml:trace contextRef="#ctx0" brushRef="#br0" timeOffset="1695">1194 0 7888,'13'6'566,"0"1"178,0 6 0,-3-4-189,3 0 1,-3 1 7,8 7 1,0-3-135,0 4 1,5 2-211,-2 2 1,2 2-195,-1 2 1,1 1 193,-6 4 0,-1-4 0,-7 3 0,1 2-93,-6-2 1,0 1-123,-4-6 1,-5 6-137,-4-1 1,-2 2-426,-2-2 1,-2-3-150,-2 4 0,1-7 706,-6 2 0,-11-3 0,-7 9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17.2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14 805 9007,'-8'7'1978,"3"-1"1,10-6-1486,4 0 0,8 0-335,5 0 0,3 0-212,0 0 0,3 0-232,2 0 0,2 0-199,2 0 0,2-2-559,-5-2 0,-1 3 636,-4-4 408,0 4 0,-6 7 0,-1 1 0</inkml:trace>
  <inkml:trace contextRef="#ctx0" brushRef="#br0" timeOffset="245">247 688 7913,'0'7'203,"-6"5"0,5-9 362,-3 5 0,2 1-57,2 4 1,-4 0 81,0 0 1,-1 1-452,5 4 0,0-3 48,0 7 0,0-2-916,0 2 1,0 1 255,0-6 473,0 0 0,12-4 0,2 0 0</inkml:trace>
  <inkml:trace contextRef="#ctx0" brushRef="#br0" timeOffset="778">1051 429 8209,'7'0'3727,"-1"0"-2413,-6 0-691,6 0-450,-5 0-205,-1 5 1,-7-2 83,-6 6 0,-5 1-70,-4 7 0,2-2 60,-2 2 1,-2 2 22,-2-2 0,-3 5 5,7-5 0,4 0 3,0-4 0,1 0 168,4 0 366,-3 0-239,15 0 1,1-1-137,8-4 0,8 2-116,1-5 1,7-1-48,-3-4 0,8 4-254,1 1 1,0-1 96,-4-4 1,0 1-111,0 4 1,5-4-212,-1 3 0,0 4-447,-4 0 1,0 1-784,0 4 1,0-3 1638,0 7 0,11 27 0,4 5 0</inkml:trace>
  <inkml:trace contextRef="#ctx0" brushRef="#br0" timeOffset="1239">1661 221 7905,'-7'0'525,"-5"0"0,9 0-194,-5 0 0,3 0 137,-3 0 0,3 6 21,-3 3 1,3 5 211,-3 8 0,-1 2-142,-4 15 0,0 0 88,0 13 0,4-2-215,1 11 0,5-7-280,-1 3 1,2-10-709,2-4 0,2-2-188,2-2 0,5-6-754,8-3 0,-3-8 1498,4-5 0,19-14 0,5-5 0</inkml:trace>
  <inkml:trace contextRef="#ctx0" brushRef="#br0" timeOffset="1705">1842 675 7894,'-7'6'0,"-4"-3"541,2 5 0,2-3 2082,-2 3-1124,6-5 116,-2 9-700,5-11-628,0 5 0,1-6 59,3 0 1,-1 0-126,6 0 0,0-6-94,3-2 0,6-4-109,-1-1 1,5-4-248,-5-1 1,6-5-130,-1 2 1,-2 1-550,1-2 0,-3 0 286,3-4 0,-5 5-350,1-1 0,2 5 449,-1-5 1,-6 6 240,-3-1 0,-5 7 442,5 1 37,-6 6-25,3-2-47,-6 5 0,0 1 443,0 3 0,-5 4-120,1 5 1,-2 0 296,2 0 1,3 4 13,-4 0 1,2 5-310,-1-5 1,3 5-89,-4-5 1,4 6-480,1-1 0,0-2-402,0 1 1,0 0 167,0 0 0,0 2-478,0-5 1,4 3 827,0-3 0,24 10 0,1 0 0</inkml:trace>
  <inkml:trace contextRef="#ctx0" brushRef="#br0" timeOffset="1954">2296 532 9316,'13'0'1086,"0"0"1,2 0-981,2 0 1,-1 0-301,5 0 0,1 0-216,4 0 1,-4 0-565,-1 0 0,1 2 974,4 2 0,6-2 0,1 3 0</inkml:trace>
  <inkml:trace contextRef="#ctx0" brushRef="#br0" timeOffset="2257">2478 403 7855,'-7'7'1092,"-5"-1"0,9-6-61,-5 0-511,5 5 0,-3 3-60,6 5 1,0 0 182,0 0 1,0 1-436,0 3 1,1 2-389,4 3 0,-2 2-968,5-2 1,-5 2 393,2 2 754,2 0 0,0 12 0,6 2 0</inkml:trace>
  <inkml:trace contextRef="#ctx0" brushRef="#br0" timeOffset="2748">2906 377 7854,'-9'-2'2548,"1"-2"-1364,5 3-747,-3-5 0,6 7 1,0 4 1,0-3-4,0 7 0,0 4 196,0 4 1,0 2-133,0-2 0,4-1 24,1 6 0,3-5-125,-3 5 1,3-2-128,-3 2 0,3 2-231,-3-2 1,-1-2 27,-4 1 1,4-5-6,1 2 1,-1 0-61,-4 0 1,-2-1-347,-2-4 1,-3-4 44,-6-1 1,4-1-218,1 2 1,-5-3 108,-5-6 0,1 0-142,4 0 0,-4-2-459,0-2 1,-2-3 48,2-6 1,2-4-228,-2-1 1,4 0 440,4 0 744,-2-2 0,21-46 0,-2-11 0</inkml:trace>
  <inkml:trace contextRef="#ctx0" brushRef="#br0" timeOffset="2929">2841 208 7854,'0'-9'608,"0"1"971,0 5-1465,0-9 1,2 11-1172,2-3 1057,3 2 0,29 25 0,6 6 0</inkml:trace>
  <inkml:trace contextRef="#ctx0" brushRef="#br0" timeOffset="3307">3165 91 7715,'5'9'147,"-1"0"0,2-1 459,-2 5 1,3 0-78,6 0 1,0 6 121,0 3 1,2 4 180,2 4 1,-3 3-123,4 6 0,-4 1 131,-1 3 0,-4-2-252,-1 2 0,-5 2 97,1-2 1,-8 4-352,-4-3 0,-5-1-202,-5-4 0,2 3-122,-5-3 0,1 2-252,-2-6 0,-1-3-1533,6-2 0,-5 0 1774,5-4 0,-6-3 0,3-10 0</inkml:trace>
  <inkml:trace contextRef="#ctx0" brushRef="#br0" timeOffset="4163">3762 532 7927,'0'8'1988,"0"-3"-748,0-5-378,0 6 1,3-3-442,5 6 1,3-6-291,10 1 1,5-3-69,4-1 0,6 0-182,-1 0 0,4 0 241,4 0-122,-2 0 0,26-5 0,1-3 0</inkml:trace>
  <inkml:trace contextRef="#ctx0" brushRef="#br0" timeOffset="4705">4813 260 9347,'7'-1'1523,"-3"-4"0,-1 4-281,1-4 391,-2 4-781,3 1-635,-5 0 1,0 1-311,0 4 0,-7 2 129,-6 6 1,-1 4-171,-8 1 1,1 5 133,-5-2 1,0 4-68,0 1 0,1-2 6,4-2 1,-2 2-8,5-2 0,1-2 95,4 2 1,6-6 200,3 1 0,2-7 192,2-1 0,7-2-148,6 1 1,6 3-233,7-7 1,1 2-113,4-2 1,-3-3-288,7 4 1,-6-2-21,1 1 1,2-1-268,-2 5 1,5 0 202,-5 0 1,0 8-217,-4-3 1,-4 3-1845,-1-3 2503,1 6 0,-8 12 0,-2 10 0</inkml:trace>
  <inkml:trace contextRef="#ctx0" brushRef="#br0" timeOffset="5380">5396 130 8415,'-7'6'2621,"0"6"-1803,2 5 0,3 7-212,-7 2 0,5 12-204,-5 9 0,2 5 198,-2 4 0,-1-1-302,6 6 0,-1-8-281,5-1 1,0-3-270,0-10 1,6 1-511,3-10 1,2-1-79,2-7 1,0-3 839,0-6 0,41-41 0,9-9 0</inkml:trace>
  <inkml:trace contextRef="#ctx0" brushRef="#br0" timeOffset="5766">5578 351 7875,'-13'-6'2604,"6"3"-1667,2-5 1,4 3-96,1-3 0,1 5-450,4-2 1,6 0-201,6 0 1,6-1-28,-1 2 1,3 3-141,0-4 1,1 4-51,0 1 0,0 0-187,0 0 1,-1 0-215,-4 0 0,-2 0-41,-6 0 301,0 6 1,-1 1 162,-4 6 1,-2 0 304,-6 0 1,-6 0-146,-2 0 0,-4 4 141,-1 0 0,-1 2-75,-4-2 1,4-1 73,-3 6 0,-2-2 163,2 2 0,-1 1-73,5-6 0,0 2 32,0-2 1,2-1-309,2 5 1,-1-5-209,6 2 0,0-4-134,4-1 1,1-4-442,3-1 0,3-3-24,6 3 0,2-5-699,2 1 1,3-2-630,6-2 2024,0 0 0,41-17 0,9-5 0</inkml:trace>
  <inkml:trace contextRef="#ctx0" brushRef="#br0" timeOffset="6006">6084 455 10819,'17'0'518,"0"0"1,6 0-1109,-1 0 1,2 0-7,2 0 1,0 0-293,0 0 0,0 0 888,0 0 0,11-12 0,4-2 0</inkml:trace>
  <inkml:trace contextRef="#ctx0" brushRef="#br0" timeOffset="6231">6252 364 7834,'-7'6'610,"0"-4"181,2 7 0,4-5-211,-3 5 1,1 0 6,-2 4 1,4 0-245,-3 0 0,2 5-127,2 4 1,0-2-499,0 2 0,0-1-218,0 5 1,0 2-518,0 2 1,0-7 1016,0 3 0,12 14 0,2 8 0</inkml:trace>
  <inkml:trace contextRef="#ctx0" brushRef="#br0" timeOffset="6557">6589 325 7831,'-8'0'3260,"-1"0"-2670,6 0 1,-3 1 10,6 4 1,0-2-92,0 5 1,0 1 22,0 4 0,2 4-124,2 0 1,2 5-8,3-5 1,2 6-23,-2-1 0,-2 2-126,2 2 0,-6-1-8,1-4 0,-3 4 3,-1-3 0,0-2-1,0 1 1,-1-5-88,-3 2 0,1-1-139,-6-4 0,0 3-562,-4-8 1,-1-2-74,-3-2 0,2-2-459,-2-2 0,3 0 423,1 0 0,-5-6-316,1-3 0,0-6 309,4-3 656,0-5 0,-6-66 0,9 33 0,0-1 0</inkml:trace>
  <inkml:trace contextRef="#ctx0" brushRef="#br0" timeOffset="6714">6550 182 7831,'8'0'1470,"-3"0"-1362,-5 0-957,0-6 849,6 5 0,13 7 0,8 8 0</inkml:trace>
  <inkml:trace contextRef="#ctx0" brushRef="#br0" timeOffset="7059">6758 1 7831,'0'7'875,"0"0"201,0-3 0,1-1-76,4 6 1,2 0-342,6 3 1,0 7-82,0 3 0,1 4-170,4 4 1,-4 5-123,3 8 0,1-1 41,-5 5 0,1-4 190,-10 5 0,1-3-236,-5 7 1,-6-9-72,-3 4 0,-7-3-960,-1-1 1,0-3-564,4 3 0,0-4 1313,0-4 0,-35 8 0,-8-3 0</inkml:trace>
  <inkml:trace contextRef="#ctx0" brushRef="#br0" timeOffset="7739">7238 442 7875,'7'0'799,"5"0"0,-5 0-126,6 0 1,6 0 14,2 0 1,1-5-492,4 1 0,-2 0-379,11 4 1,-5 0-342,5 0 0,-2 0 523,1 0 0,15 5 0,-1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30.0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234 286 8113,'0'-13'550,"5"5"173,-1-1 0,2 5-38,-2-5 1,-1 5 177,6-5 0,-5 5 592,5-5-992,-7 6 1,6-3 29,-4 6-273,-3 0 1,5 6 14,-6 3 1,-1 4-17,-4 4 0,-2-1-15,-6 6 1,0-1-210,0 5 0,-1 0 69,-3 0 1,1 0-363,-6 0 1,5 0 47,-5 0 0,5-5-61,-5 1 1,6-2 114,-1 2 0,3-4 23,1-5 0,0 0 109,0 0 40,6 0-7,1-5 39,6-3 0,1-5 467,4 0 1,2 0-190,6 0 1,5 0 391,4 0 1,3 0-235,1 0 0,1-1-5,3-3 0,3 2-451,6-2 0,0 1-381,0-1 0,4 2-865,1-2 1,-1 2 671,-4 2 1,0 0-469,-1 0 1,-4 5 359,-4-1 0,-4 6-2174,-5-1 2868,-2 2 0,-12 8 0,-1 1 0</inkml:trace>
  <inkml:trace contextRef="#ctx0" brushRef="#br0" timeOffset="564">1207 1 7963,'-7'0'201,"-5"0"1,9 0 348,-5 0 1,3 1-49,-3 4 0,1-2 40,-2 5 1,-3 7-59,4 6 1,-4 9 13,-1 5 0,0 8 3,0 5 0,0 4-44,0 4 0,2-1 149,2 5 0,-1-6-539,6-3 0,-1-2-459,5-10 0,6 3-218,3-7 1,2-4 609,2 0 0,29-10 0,7-2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37.6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40 662 7955,'-8'0'1728,"-3"0"0,8 0-102,-6 0 438,7 0-1591,-4 0 1,6-2-53,0-2 0,1 1-441,4-6 0,2 5 66,6-5 1,4 1-511,0-5 0,6-5 205,-1 1 0,2-6-71,2 1 1,0-1-163,0 2 1,0-4-518,0 4 0,-1-4 438,-4-1 0,-1 5 68,-2-1 1,-8 10 289,3 0 0,-7 6 150,2-3 365,-5 6 1,3 3-160,-6 9 0,-4 2 95,-1 2 1,-3 0 133,3 0 0,-5 5 297,2-1 0,0 5-170,0-5 0,3 6 242,-3-2 0,3 0-652,-3 0 0,5-3-441,-1 3 0,1-1-606,-2 2 0,4 2 583,-3-2 375,2-3 0,31 17 0,7-2 0</inkml:trace>
  <inkml:trace contextRef="#ctx0" brushRef="#br0" timeOffset="281">597 558 7955,'-7'0'2686,"-4"0"-1551,9 0 146,-4 0-968,6 0 0,6 0-282,3 0 0,4 0-195,4 0 0,-1 0-369,6 0 0,-1 0-741,5 0 1,-1 1 334,-4 4 939,4-4 0,18 11 0,12-5 0</inkml:trace>
  <inkml:trace contextRef="#ctx0" brushRef="#br0" timeOffset="548">701 467 7951,'-7'0'413,"-5"-6"148,5 5 0,-1-5 783,-1 6-474,6 0-478,-3 6 0,6 3-260,0 8 0,0-3-228,0 4 1,5 0-142,-1 0 0,5 3-334,-5-4 0,5 6 521,-5-1 50,6 3 0,3 18 0,7 4 0</inkml:trace>
  <inkml:trace contextRef="#ctx0" brushRef="#br0" timeOffset="958">948 260 7951,'8'-9'741,"1"0"0,-5 6-353,5-1 1,-1 3-167,5 1 0,2 0-257,2 0 1,-1 0 36,6 0 0,-5 1-23,5 3 0,-5-1 65,4 6 0,-5 0-132,2 4 1,-4-1 117,-1 1 0,-4-4-95,-1 0 0,-5 1 161,1 7 0,-4-1 112,-4 6 1,-7-5 50,-7 5 0,-5-5-24,2 4 0,-4 0 95,-1 0 1,6 2-175,3-5 1,-2-1 32,2-4 0,1 4-94,7 0 1,2-1-146,3-7 1,2 2 48,-2-2 1,4-2-257,4 2 1,3-6-639,6 1 0,0 2 63,0-2 832,6 1 0,30-23 0,13-3 0</inkml:trace>
  <inkml:trace contextRef="#ctx0" brushRef="#br0" timeOffset="1342">1596 376 7948,'0'13'398,"2"0"146,2 0 1,-3 0 14,4 0 1,-4 0 161,-1 0 0,-1 0-215,-4 0 0,2 1 36,-5 4 0,5-4-186,-1 3 0,-2-2-135,1-2 1,-3 0-200,3 0 1,0 0 28,0 0 0,3 0 2,-7 0 0,5-5 82,-5 1 0,5-2-165,-5 2 1,5 1-121,-5-6 1,5 5-138,-5-5 1,5 0-301,-5-4 158,0 0 0,1 0-392,-1 0 1,5 0 180,-5 0 1,2-5-38,-2-4 1,-1 2 676,6-2 0,-12-40 0,2-14 0</inkml:trace>
  <inkml:trace contextRef="#ctx0" brushRef="#br0" timeOffset="1523">1531 234 8213,'6'-13'787,"-3"5"-519,6 4-454,-7-3 186,10 5 0,7 14 0,8 10 0</inkml:trace>
  <inkml:trace contextRef="#ctx0" brushRef="#br0" timeOffset="1917">1765 0 7930,'0'7'1294,"1"3"-796,3-5 0,4 5 256,5-1 0,1 3 21,3 6 0,3 3-306,6 10 1,-4 0 200,0 4 0,-1 7-177,5-3 0,-7 2 36,-6-2 0,-2 0-170,-6 0 1,-1 0-90,-4 0 0,-7 0-158,-6 0 0,-1 0-134,-8 0 0,-5 4-1407,-8 0 0,2 0 367,-2-4 1062,1 0 0,-6-4 0,-5 4 0,-4 2 0,1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41.2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77 1 7937,'-13'0'363,"0"0"311,0 0 428,0 0 1,4 0 307,1 0-757,5 0 1,-2 0-250,10 0 0,8 0-37,8 0 0,5 0-388,5 0 0,0 0-302,4 0 1,2 0-113,-2 0 0,1 1-299,-2 4 0,2-4 734,-5 3 0,16 4 0,1-1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41.5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11326,'13'0'735,"0"0"-721,0 0 0,7 0-440,6 0 0,6 0-1850,6 0 2276,1 6 0,9-7 0,7-2 0,4 2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43.9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297 442 7913,'-7'-13'0,"0"0"746,2 0 0,2 0-140,-5 0 0,3 2-14,-3 2 1,3-1-174,-3 6 1,-1-5-54,-4 5 0,0 1-104,0 7 1,-4 5 115,0 8 1,-6 0-105,1 9 1,2-1 111,-2 9 1,6-3 91,-1 3 0,4 1-121,4 4 1,-1 0-215,6-1 0,1-4-65,7-4 0,4 2-236,5-2 0,4-6-47,0-6 0,11-5-296,-2-5 1,4-2-152,0-6 0,-1-1 288,5-4 1,-3-8-75,3-8 0,-5-4-4,1-1 0,-4-6-97,-4-2 0,1-1 209,-6-4 1,1 8 3,-5-8 0,-5 9 81,1-1 1,-6 0-1,1 0 1,-8 1 151,-5 4 1,-4 4-98,-4 1 1,1 5 225,-6-1 1,1 8-12,-5 5 0,4 2-125,1 2 1,0 0-101,0 0 1,2 2-94,6 2 0,4 2 293,1 2 0,39-2 0,7-6 0</inkml:trace>
  <inkml:trace contextRef="#ctx0" brushRef="#br0" timeOffset="358">764 40 7904,'-13'0'99,"0"0"-99,0 0 0,0 0 1236,0 0 1,4 4-370,1 1 1,-1 3-142,-4-3 1,5 9-357,-1-1 1,6 3-179,-1-3 0,2 4-98,2 0 0,0 2-170,0-2 0,6-2 5,3 2 0,2-7 148,2-1 1,4-6-469,1 1 1,3-3-63,-3-1 1,0-1-146,0-3 1,-4-4 178,3-5 0,-2-4-83,-2 0 1,-2 0 152,-2 4 0,1-5 172,-6 1 0,1 0 153,-5 4 1,0 0-64,0 0 1,-6 0-62,-3 0 1,-2 1-76,-2 4 0,-5 1 0,1 2 0,0 4 10,4-4 213,0 4 0,6 24 0,1 6 0</inkml:trace>
  <inkml:trace contextRef="#ctx0" brushRef="#br0" timeOffset="750">1036 494 7911,'-7'7'0,"0"-1"908,3-6 191,2 0 1,-2 0-109,8 0 0,3 0-568,6 0 1,6 0-390,3 0 0,2 0-224,2 0 0,1 0-407,4 0 0,-2 0 15,5 0 1,-5 0-1693,1 0 2274,-2 0 0,3-6 0,2-1 0</inkml:trace>
  <inkml:trace contextRef="#ctx0" brushRef="#br0" timeOffset="1007">1244 377 9065,'-7'0'967,"-5"0"0,11 6-560,-4 3 1,4 2-197,1 2 0,0 6-154,0 2 0,0 4-282,0 1 0,0 4-303,0 0 0,0 5-1505,0-5 2033,0 6 0,6 15 0,1 9 0</inkml:trace>
  <inkml:trace contextRef="#ctx0" brushRef="#br0" timeOffset="1350">1840 260 7876,'-13'0'477,"0"6"1,0-4 27,1 2 1,-1 3 0,0 2 1,0-2-262,0 2 1,0-1-86,0 5 0,0 0-18,0 0 0,1 0-82,4 0 1,-3 0 132,7 0-183,0 0 0,4 0 74,0 0 1,6-4-112,2-1 0,8-5-83,1 1 0,5-2-50,-5-2 0,6 0-140,-1 0 0,-2 0 177,2 0 0,-1 0 101,5 0 0,0 0-5,0 0 27,-6 0 0,16-12 0,-1-2 0</inkml:trace>
  <inkml:trace contextRef="#ctx0" brushRef="#br0" timeOffset="1582">1957 338 7876,'-13'0'295,"0"0"1,5 0 463,-1 0 0,5 2-33,-5 2 0,6-1-296,-1 5 1,2 1-157,2 4 0,0 2-105,0 2 1,0 3-131,0 6 1,0 1-77,0 4 0,2-3-344,2 7 0,-1-5-125,6 5 1,-5-6-1425,5 1 1930,-7-3 0,16-1 0,-4 0 0</inkml:trace>
  <inkml:trace contextRef="#ctx0" brushRef="#br0" timeOffset="1976">2346 312 7856,'-7'-6'461,"-5"5"1,10-9 1828,-7 6-569,6-6-564,-8 8-587,3-4 0,0 6-120,-1 0 1,5 6 36,-5 3 0,6 7-50,-1 1 1,1 5 154,-1-5 0,2 4-153,-2-3 0,2 3 25,2-3 1,5 5-354,-1-2 0,6-2-10,-1-2 0,2 2-48,2-2 1,5 1 12,-1-5 0,5 0-220,-5 0 0,4-5 160,-3 1 0,0 0-72,0 3 0,-8-3 488,3 0 48,-3-1 0,-1 5 100,-1 0-473,-5 0 0,1-1-126,-8-4 1,-3 4-192,-6-3 0,-1-4-503,-4 0 0,2 1 47,-5-2 1,1 0-645,-2-4 0,-3 0 309,4 0 1,-4-1-341,-1-4 1,0-2-1659,1-6 3009,-1 0 0,11-80 0,9 36 0,1 0 0</inkml:trace>
  <inkml:trace contextRef="#ctx0" brushRef="#br0" timeOffset="2148">2255 299 8129,'2'-7'768,"2"3"1,-1 2 159,6 2 1,-1-1-590,5-3 1,5 2-459,-1-2 1,6 2-442,-1 2 0,6-1-14,3-3 1,-1 2 573,-4-2 0,17 2 0,5 2 0</inkml:trace>
  <inkml:trace contextRef="#ctx0" brushRef="#br0" timeOffset="2535">2787 157 7856,'-8'-9'2762,"-1"0"-1339,6 6 527,-9-8-502,11 9-1010,-10-3 1,8 6-90,-6 3 1,6 4-137,-1 5 1,2 4 12,2 0 1,0 6-139,0-1 0,0-3-185,0-2 0,6 2-280,3-2 0,2-1 264,2-8 0,2 3-607,2-7 0,-1 0 151,5-4 0,1-1-78,4-4 1,-4-2 234,-1-6 1,-1-1 80,2-3 0,-3-2 154,-6-3 1,-2-1 112,-2 6 0,1-5-78,-6 5 0,-1 0 126,-7 4 0,-3 0 166,-6 0 1,-6 6-96,-3 2 1,2 4-67,-1 1 0,0 0-424,0 0 0,-2 0-1363,5 0 1798,1 6 0,21-11 0,5 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48.8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14 8371,'-9'0'2005,"1"0"-818,5 0-486,-3 0 1,12 0-157,2 0 0,8 0 69,2 0 1,9 0-380,-1 0 0,7 0-332,-3 0 0,6 4-1065,-1 0 1,7 1 451,1-5 710,0 0 0,42-12 0,12-2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7:57.5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310 519 7950,'0'-13'0,"0"4"547,0 1 1,2 0 51,2 0 0,-2-4 821,2 4-940,-3-4 1,-1-1 6,0 0 0,-1 4-142,-3 1 0,1 1 218,-6-2-516,1-3 1,-10 10 75,1-7 0,-2 7-80,2 2 0,-3 8 64,-6 9 1,0 5 66,0 8 0,0-1 35,0 5 0,6-3 120,3 3 0,2-1-224,2 2 1,6-3-70,3-6 0,4-6-306,4-3 0,3-3 82,6-1 0,4-5-387,1-4 1,5-3 112,-2-1 1,4-5-236,1-4 1,-5-7 287,1-1 1,-6-5-74,1 5 0,-1-2 126,1 2 1,-7 1 126,3-6 1,-8 7 220,-1-3 1,2 8 292,-2 1 418,0 1-400,-4 1 6,0 1 1,0 7-133,0 4 0,0-2 42,0 5 1,0 1-103,0 4 1,0 0-43,0 0 1,6 0-468,3 0 0,-2 1 191,2 3 0,-1-7-1762,5 3 1963,0-2 0,12 13 0,2 3 0</inkml:trace>
  <inkml:trace contextRef="#ctx0" brushRef="#br0" timeOffset="298">596 636 7939,'-7'5'707,"-5"-3"0,9 4 1454,-5-6-1030,5 0 60,-9 0-552,11 0-436,-5 0 1,6-6-156,0-3 0,0-2 52,0-2 1,0 0-48,0 0 0,0-5 64,0 1 0,4-4-106,1 3 1,5-3-90,-2 3 1,4-3-63,1 3 0,0 1-264,0 4 1,4 2-380,0 2 1,1 3-725,-5 6 1,4-4 1506,0 0 0,29 34 0,3 13 0</inkml:trace>
  <inkml:trace contextRef="#ctx0" brushRef="#br0" timeOffset="564">998 467 7904,'-13'0'793,"4"-1"208,1-4 0,3 4-58,-3-4 1,3 0-365,-3 0 0,3 1-71,-3 4 1,3-4 234,-3-1-312,-1 1 1,-4 10-17,0 3 0,4 2 134,1 2 1,-1 6-165,-4 2 1,6 4 32,3 1 1,-2 0-335,2 0 0,-1-5-275,5 1 1,2-2-388,2 2 0,3-2-109,6-3 1,2-4-925,2 0 0,3-6 351,6-7 0,0 0 1260,0 0 0,46-40 0,12-10 0</inkml:trace>
  <inkml:trace contextRef="#ctx0" brushRef="#br0" timeOffset="1033">1322 169 7869,'-7'0'-51,"0"-2"0,2-2 718,4 3 203,-5-5 0,6 7-192,0 4 0,0 3-171,0 9 0,0 4 39,0 5 0,4 4-176,1 0 0,3 6 7,-3-1 1,1 6-363,-2 3 0,-3 5-308,4-2 1,-2-2 78,1-2 1,-3-2-165,4-3 0,-4 0 378,-1-4 0,6-8 0,1-7 0</inkml:trace>
  <inkml:trace contextRef="#ctx0" brushRef="#br0" timeOffset="1222">1115 480 7869,'7'0'278,"0"0"-56,-3 0 0,4 0 267,5 0 1,4-4-669,0-1 0,8 1 179,1 4 0,63 0 0,-34 0 0,1 0 0</inkml:trace>
  <inkml:trace contextRef="#ctx0" brushRef="#br0" timeOffset="1591">1672 467 7855,'-13'0'0,"5"0"859,-1 0 0,5 0-104,-5 0 1,0 0 32,-4 0 1,0 0-229,1 0 0,-1 1 26,0 4 1,0 1-165,0 2 0,0 5-19,0 0 1,0 2-3,0 6 1,1-2 132,4 7 1,-3-7-167,7 7 1,0-5-302,4 1 1,1 1-290,4-6 1,2-1-101,6-7 0,1-4-393,3-5 0,-1 0 251,6 0 1,-5-1-353,5-3 1,-5-5-9,5-8 1,-6 2-213,1-2 1,-3-2 536,-1 2 1,0 0 425,0 4 1,-1 0 605,-4 0-279,4 0 0,-11 4 654,4 0-289,2 7 703,-6-4-936,5 12 0,-2 1-54,1 6 0,-1 0-839,-4 0 0,4 0 367,1 0 0,0 0-2278,0 0 2418,-4 5 0,22-9 0,-1 2 0</inkml:trace>
  <inkml:trace contextRef="#ctx0" brushRef="#br0" timeOffset="1882">1906 662 7843,'-7'7'664,"-1"-1"1015,4-6-1004,3 5 0,-7-2 1088,4 6-945,3-6-475,-5 2-457,6-5-10,0 0-133,0-5 1,0-2 82,0-6 1,0-2-224,0-2 1,4 2 120,0-2 1,5 3 84,-5 1 1,7 0 558,-3 0 1,-1 0-36,2 0 1,0 4 129,4 1 1,-5 3-154,1-3 0,0 5 16,4-2 1,0 4 14,0 1 1,-5 1-76,1 4 0,-2 3-232,2 10 0,1-2-128,-6 5 0,5 1-1106,-5 4 0,0-5-88,-4 1 1,5 0-1889,-1 3 3176,0 1 0,-9 12 0,-3 2 0</inkml:trace>
  <inkml:trace contextRef="#ctx0" brushRef="#br0" timeOffset="2190">2463 0 7841,'-7'0'1158,"1"6"0,5 1-432,-3 6 1,2 1 319,-2 4 0,-2 5-254,2 11 0,-6 8 329,1 14 1,2 9 240,-2 9 0,2 6-684,-2 3 1,-1 3-558,6-4 1,0-5-170,4-8 1,5-10-353,4-7 0,4-6-599,4-7 0,-2 0 999,2 0 0,9-6 0,1-2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03.0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14 324 7824,'0'8'664,"0"-1"0,-2-4 1437,-2 1 530,3 0-1390,-5 2-679,12-4 1,1 3-457,6-5 1,4-1-131,0-3 1,6-4-204,-1-5 1,-2 0-5,2 0 1,-2-1-229,2-3 0,2 1 212,-2-6 1,-3 1-187,-2-5 0,-3 4 42,-1 0 1,0 7-54,0-3 1,-6 4 418,-2 1-145,-4 6 545,-1 1 1,-1 6 8,-4 0 0,0 6 163,-4 2 1,-1 8-237,6 2 0,-2 0 90,1 0 0,4-3-157,-3 7 1,1-5-136,-2 5 1,4-6-199,-3 1 0,2 2-519,2-2 0,2 0-1218,2-4 0,-1 0 1826,6 0 0,28-17 0,12-5 0</inkml:trace>
  <inkml:trace contextRef="#ctx0" brushRef="#br0" timeOffset="205">559 13 7829,'-8'13'1225,"4"0"1,-2 0-685,2 0 1,-5 4-38,5 1 1,-5 9 142,5-1 1,-6 9-232,1-1 1,2 8-50,-2 1 0,1 5-324,-5-5 0,1 6-225,4-2 0,-4 2-1116,4-1 0,0-3 405,0-6 893,5 0 0,-3 5 0,6 2 0</inkml:trace>
  <inkml:trace contextRef="#ctx0" brushRef="#br0" timeOffset="557">649 467 9101,'0'-9'987,"0"1"0,5 3-647,-1-3 0,6 5-127,-1-1 0,2 1-101,2-2 0,0 4 97,0-3 1,0 2-120,0 2 0,0 2 234,0 2 0,-6-1 106,-2 5 1,0 1-42,0 4 1,-1 2 150,-4 2 1,-4-1-166,-1 5 0,-5-3 25,2 3 1,-4-1-181,-1 2 1,0 2-27,0-2 1,2 1-225,2-1 1,-1 1-165,6-6 0,-1 5-272,5-5 0,2 0-137,2-4 0,3-4-689,6 0 0,2-5 295,2 5 0,-1-7-1362,5 3 2359,1-10 0,56-31 0,-33 12 0,1-1 0</inkml:trace>
  <inkml:trace contextRef="#ctx0" brushRef="#br0" timeOffset="899">948 0 7835,'7'0'1076,"3"2"-676,-6 2 0,6-1 425,-1 5 1,3-3-110,1 3 0,1 5 95,3 5 0,-1 9-351,6-1 1,-5 9 22,5-1 1,-7 5-59,3 4 0,-5-1 165,-5 6 0,-2 1-175,-6 7 0,0-1-154,0 5 0,-6-4-717,-2 5 0,-10 1 374,-3 7 0,1-3-1742,-2 3 1,2-2 263,-2-2 1560,-2-1 0,-2 19 0,-7 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07.2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64 636 7860,'-13'0'1969,"0"0"-1296,0 0 1,5 0 1032,-1 0-1227,6 0 1,-1 0 23,8 0 1,1 0-286,8 0 1,-3 0-144,7 0 1,3 0-171,2 0 0,-2 0-494,2 0 0,-1 0-1552,5 0 2141,0-6 0,40-1 0,11-6 0</inkml:trace>
  <inkml:trace contextRef="#ctx0" brushRef="#br0" timeOffset="548">765 623 7860,'0'-13'-861,"0"0"1,0 0 1768,0 0 0,0 5-186,0-1 1,0 0-157,0-4 1,0 5 84,0-1-417,-6 6 1,-1-7-80,-6 6 1,0-1-114,0 5 1,-2 2 275,-2 2 0,-2 5 92,-2 8 1,-2-1 114,5 6 0,-3-1-122,4 5 0,-1 0 215,5 0 0,2 0-197,2 0 0,-1 0-136,6 0 0,-1 0-275,5 0 1,2-6-253,2-3 0,8-3-119,5-1 0,6-5-511,-1-4 0,2-3 349,2-1 0,0-5-311,0-4 0,-2-7-194,-2-1 0,1-6 459,-6 1 1,1-1 126,-5 2 1,0-4 333,0 3 1,-2 4 221,-2 0 1,-3 4 58,-6 1 0,0 4 822,0 1-216,0 5 92,0-3 0,0 12-313,0 2 1,0 4-295,0 1 1,0 4-223,0 1 1,0 3-299,0-4 0,0 5-551,0-5 0,5 5 532,4-5 275,2 6 0,26-2 0,4 4 0</inkml:trace>
  <inkml:trace contextRef="#ctx0" brushRef="#br0" timeOffset="789">1102 818 7860,'-13'0'0,"0"0"286,0 0 1,4 0 464,1 0 0,3 0 1386,-3 0-1374,5 0 1,-3-2-174,6-2 1,0-3-250,0-6 1,0 0-296,0 0 0,0 0 31,0 0 0,6-2-140,3-2 1,-2 3-113,1-4 1,2 0-413,8 0 0,-4 1-209,3 4 1,2 0 321,-1 0 0,3 4-963,-4 1 0,5 1 137,-5-2 1300,6 3 0,3 24 0,7 3 0</inkml:trace>
  <inkml:trace contextRef="#ctx0" brushRef="#br0" timeOffset="1065">1504 636 6783,'0'-9'168,"0"1"973,-6 5 0,3-7 1091,-5 5-968,5-5-811,-9 3 1,7-2-125,-4 1 1,2 5 64,2-1 1,2 2-82,-5 2 0,1 6 167,-2 3 0,-3 4 204,4 4 1,2-1-270,2 5 1,1 0-397,-1 0 0,2 4-167,-2-4 1,4 2-99,4-1 0,-1-3-448,6-6 1,1 2-969,7-2 0,3 2 380,6-11 1,0 1 1281,0-5 0,13-33 0,6-15 0,4-3 0,0 1 0</inkml:trace>
  <inkml:trace contextRef="#ctx0" brushRef="#br0" timeOffset="1298">1828 260 7664,'-8'0'282,"-1"0"0,5 0 658,-5 0 1,6 1 296,-1 4 1,2-2-601,2 5 0,0 1 322,0 4 1,0 3-408,0 5 0,0 2-164,0 12 0,5 1-280,-1 7 1,5 2-266,-5 2 0,5 2-392,-5-5 1,5 3-647,-5-4 0,2 1-201,-2-5 1,-3-6-34,4-3 1429,-4-3 0,-1-18 0,0-5 0</inkml:trace>
  <inkml:trace contextRef="#ctx0" brushRef="#br0" timeOffset="1465">1673 571 7832,'-8'0'421,"1"0"205,3 0 154,2 0 0,-2 0-643,8 0 0,4 0-548,5 0 1,5 0-965,4 0 1,7 0 1374,1 0 0,52 17 0,9 5 0</inkml:trace>
  <inkml:trace contextRef="#ctx0" brushRef="#br0" timeOffset="1792">2153 597 7006,'-9'0'-129,"0"0"1,5-1 822,-5-4 0,5 4 717,-5-3-463,1 2 0,-5 2-199,0 0 0,4 4-299,0 1 0,2 6 69,-1 2 1,-3 2-91,7 6 0,0-3-36,4 3 1,0-3-204,0 3 1,0-1-48,0 2 0,1-3-217,4-6 1,-1-5-367,9 1 0,-3-6-1019,7 1 1,-1-4 710,1-4 0,-1-5-871,6-8 0,-2-2 725,2-2 1,-4-4 496,-5 3 1,5 4 547,-1 0 1,-4 4 96,-4 1 1,-5 1 71,5 4 268,-7-4 838,4 11 1,-6 1-569,0 8 1,0 4-368,0 1 0,0 1-689,0 4 1,0-2-772,0 5 1,0-5 775,0 1 193,6-2 0,7 3 0,7 3 0</inkml:trace>
  <inkml:trace contextRef="#ctx0" brushRef="#br0" timeOffset="2082">2438 753 8891,'-13'7'2536,"0"4"-2164,6-9-397,1-2 1,6-7-289,0-6 0,4 0 188,1 0 1,5 0-114,-2 0 0,0 0 420,0 0 0,-1 0-101,2 0 0,3 1 265,-4 4 1,-1-4-46,2 4 1,0 0 463,4 0-337,0 5 0,0-4 710,0 2-706,0 4 0,0 1-29,-1 9 0,-4 2-407,-4 2 1,2 1 85,-2 4 1,0 2-1274,-4 6 1,5 0-147,-1 0 1,0 0-2316,-4 0 3652,0 0 0,6 5 0,1 2 0</inkml:trace>
  <inkml:trace contextRef="#ctx0" brushRef="#br0" timeOffset="2365">3034 143 7779,'-7'6'604,"-4"-5"165,4 5 0,-2-2 254,0 1 0,5 9-472,-5-1 1,2 10 742,-2 3 0,-1 7-426,6 11 1,-5 2-133,5 6 0,-5 1-511,5 3 1,0-3-350,4 4 1,1-3-293,3 3 1,-1-16-549,6-2 0,-2-10 889,2-7 1,4-4 146,0-5-72,0-5 0,29-60 0,-1-20 0</inkml:trace>
  <inkml:trace contextRef="#ctx0" brushRef="#br0" timeOffset="2717">3216 390 7779,'-7'0'2770,"-5"0"-1239,5 0-1071,0 0 0,1-2-67,6-2 1,6 1-118,3-6 1,4 6-366,4-1 0,-1-2-355,5 2 0,-3-2 148,3 2 0,-4 2-398,5-2 1,-6 3 340,1 1 0,-2 0 103,-2 0 1,0 0 543,0 0 0,-6 1-70,-3 3 1,-2 1 81,-2 8 1,0-3-164,0 7 1,-6 3 85,-3 2 1,-2 2 73,-2 2 1,0 2 24,0 2 1,0-3 220,0 4 1,0-8-162,0-2 0,6 0-433,2 0 1,4-2-204,1-6 1,0 0-258,0 0 1,6-6-63,2-3 1,4-2-631,1-2 0,1 0 431,3 0 1,-1 0-893,6 0 1658,0-6 0,32-30 0,8-13 0</inkml:trace>
  <inkml:trace contextRef="#ctx0" brushRef="#br0" timeOffset="3042">3579 0 7764,'7'0'206,"1"5"154,-4-1 0,-1 2 547,5-2 1,3 3-250,6 6 0,-1 2-43,5 2 0,-1 3-89,2 6 1,3 2 39,-4 2 0,-2 3-138,-2 6 0,-7 0 60,-1 0 1,-6 4-228,1 0 0,-4 5-52,-4-5 0,-3 6-427,-6-1 1,-5 2-423,1 2 1,-6 0-719,1 0 1,-2-5 750,-2 1 607,6-1 0,1-1 0,6-1 0</inkml:trace>
  <inkml:trace contextRef="#ctx0" brushRef="#br0" timeOffset="3874">4163 377 12410,'13'0'769,"6"0"-835,2 0 0,5 0-358,4 0 0,3 4-278,6 0 0,0 1 702,0-5 0,23 11 0,6 4 0</inkml:trace>
  <inkml:trace contextRef="#ctx0" brushRef="#br0" timeOffset="4175">4228 519 7811,'-8'0'2202,"-2"2"-901,6 2-144,0-3 0,11 5-229,6-6 0,3 0-710,10 0 0,-2 0-578,11 0 1,-2 0-420,2 0 0,2 0 779,-2 0 0,42 18 0,13 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46.0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25 506 7930,'-7'6'4929,"-5"-4"-4002,11 3 1,-4-5 110,10 0 0,3 0-793,10 0 1,2 0-356,6 0 0,6 0-1759,2 0 0,8 0 367,1 0 1502,6 0 0,49-5 0,-39 1 0,-1 0 0</inkml:trace>
  <inkml:trace contextRef="#ctx0" brushRef="#br0" timeOffset="426">1037 247 7877,'-2'-7'687,"-2"3"0,2 1 966,-2-2 1,-3 4-608,-2-3 0,2 2-654,-2 2 1,-1 0-366,-7 0 1,1 6-2,-5 3 0,3 4-138,-3 4 0,3-1 212,-3 5 0,5-3 82,-1 3 0,4-5-98,4 1 0,-1 2-8,6-2 0,-1 1 283,5-5 0,6 0-139,3 0 1,6 0-234,3 0 0,9-6-130,-1-3 1,4-3-515,1-1 1,2 0 47,6 0 1,-2 0-616,-2 0 1,1-4 372,-6 0 851,0-6 0,8 3 0,2-6 0</inkml:trace>
  <inkml:trace contextRef="#ctx0" brushRef="#br0" timeOffset="657">1166 273 7864,'-13'7'901,"2"0"1368,2-2-1274,-2 2 1,9 7-462,-2 4 0,2 0-152,2 4 0,0 7-223,0-3 0,0 8-108,0 1 0,5 1-69,-1-1 1,2 5-348,-2-6 1,-2 5-290,2-8 0,-1 3 654,1-3 0,9-7 0,7-5 0</inkml:trace>
  <inkml:trace contextRef="#ctx0" brushRef="#br0" timeOffset="1009">1555 286 7845,'-20'0'721,"2"0"0,5 0 978,0 0 0,4 0-580,0 0 0,6 1-535,-1 4 0,3-2-175,1 5 1,0 1-240,0 4 1,0 0-68,0 0 0,1 4 147,3 0 1,-1 1-14,6-5 1,4 4 14,4 0 0,0 1 0,-4-5 1,6-1 86,3 1 0,-2 0-153,2 0 1,-5 0-163,4 0 0,-3-4 53,3 0 0,-5-1-106,2 5 0,-4 0 123,-1 0 0,-6 0-87,-3 0 1,-2 0 29,-2 0 0,0 0-106,0 0 1,-6-1 45,-3-4 0,-3 4-80,-6-4 0,2 2-216,-5-1 1,-1-3-248,-4-6 1,-4 0-544,0 0 0,-2 0-64,2 0 1,2-10 1172,-2-3 0,-20-38 0,-5-5 0</inkml:trace>
  <inkml:trace contextRef="#ctx0" brushRef="#br0" timeOffset="1182">1504 234 9425,'8'0'1098,"1"0"0,-5 0-538,5 0 0,4-4-299,4-1 0,5 1-65,-5 4 1,7 0-467,2 0 1,0 0 269,5 0 0,36 6 0,10 1 0</inkml:trace>
  <inkml:trace contextRef="#ctx0" brushRef="#br0" timeOffset="1541">2074 104 7844,'-13'0'343,"-4"0"42,0 0 1,4 0 1759,4 0 0,5 0 802,-5 0-1704,6 0 0,-3 6-593,6 3 1,0 4 60,0 4 0,0-1-405,0 6 1,0-5-159,0 4 1,6-5-88,3 2 1,2-1-247,2-4 0,2 1 12,2-9 1,-3-1-200,4-4 1,2 0-551,2 0 1,1-6 189,-2-2 1,2-5-389,-5-5 0,3 2 615,-4-5 0,-1-1 75,-7-4 1,1 5 209,-6-1 0,1 0 191,-5-4 1,0 2 61,0 2 1,-10 4 232,-3 5 0,-9 5 384,0 4 0,-2 3-290,-2 1 1,0 0 197,0 0 1,6 1-925,3 3 1,2 2 365,2 3 0,41-9 0,9-7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52.2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52 273 8005,'6'-13'214,"-5"4"163,4 1 1,1-1 104,-2-4 0,6 1-97,-1 4 1,2-4-31,2 4 1,4 2-101,1 2 1,0 1 0,0-2 0,-4 4-94,3-3 1,-2 8 13,-2 5 1,-2-1 25,-2 5 0,-3-3-15,-6 8 1,0-3-5,0 3 1,-2-2-3,-2 5 1,-8 1-40,-5 4 1,-2 0 15,2 0 1,1 0-77,-5 0 0,5-2-34,-2-2 0,1 2-198,4-2 0,-5 1-71,9-2 1,-4-2-352,9-6 1,-1 0-271,5 0 0,6-1 141,3-4 0,4 2-204,4-5 1,7-1 186,7-4 718,5 0 0,49-17 0,-33 6 0,-1 0 0</inkml:trace>
  <inkml:trace contextRef="#ctx0" brushRef="#br0" timeOffset="547">571 429 8005,'-7'13'300,"-3"-5"-250,5 1 0,1-1 893,4 5 0,0 0-303,0 0 0,2 5-124,2-1 0,3 2-272,6-2 1,0-3-223,0 4 1,0-4 79,0-1 1,0 0-215,0 0 276,0-6 1,0-1 290,0-6-561,-6 0 1,-1-6-65,-6-2 1,0-10 60,0-3 1,-2-1 24,-2-4 1,-2 2-218,-2-11 0,-4 5 159,3-5 0,-2 1-123,-2-5 1,1 0 144,4 0 0,-4 1 22,4 4 0,2-2 453,1 5 1,4 1-192,1 4 1,0 6 99,0 3 0,6 7 62,2 1 1,8 5 104,2-5 1,5 6-110,-2-1 0,9 2-91,5 2 0,-2-1-135,2-3 0,-5 2-208,5-2 1,-5 3-302,5 1 1,-7-5 255,3 1 0,-4 0 53,-1 4 1,0 0-138,0 0 1,-6 0-318,-3 0 1,-7 1 195,-1 3 1,-5-1-102,5 6 374,-6-1 1,3 5 200,-6 0 0,0 0-11,0 0 0,0-4-519,0 0-133,0-1 0,0 5-55,0 0 0,0 0 606,0 0 0,-12 0 0,-2 0 0</inkml:trace>
  <inkml:trace contextRef="#ctx0" brushRef="#br0" timeOffset="966">817 260 8005,'-8'-4'-1888,"-1"-1"2823,6 1-577,-2-2 0,6 3 222,3-5 1,5 5-198,8-2 0,-2 4-259,2 1 0,2 0-63,-2 0 1,0 0-239,-4 0 0,5 0 138,-1 0-125,0 0 1,-4 1 108,0 4 1,-6-2 68,-2 5 0,-4 1 303,-1 4 1,0 0-99,0 0 1,-6 4-158,-2 0 1,-4 7 135,-1-3 1,0-1 202,0 2 0,0-5-154,0 5 0,2-5-108,2 5 0,3-6-314,6 1 0,0-3 111,0-1 1,2 0-608,2 0 0,5-6-96,8-2 1,3-4-453,6-1 0,1 0 518,4 0 701,-4 0 0,34-23 0,1-6 0</inkml:trace>
  <inkml:trace contextRef="#ctx0" brushRef="#br0" timeOffset="1565">0 805 9559,'13'0'902,"2"0"-319,2 0 1,10 0-67,12 0 1,7 0-57,11 0 0,2-2-253,6-2 0,5 1-31,4-6 1,2 1 62,2-5 0,-2 4-213,-2 0 0,1 2-792,-6-1 0,0-4 453,-4 3 0,-6 4-912,-3 0 0,-8 4 118,-5 1 0,-3 0 1106,-1 0 0,-11 17 0,-4 5 0</inkml:trace>
  <inkml:trace contextRef="#ctx0" brushRef="#br0" timeOffset="2113">701 973 7992,'-13'0'241,"4"0"203,0 0 1,1 6-110,-5 3 0,0-2 163,0 2 1,0-1-55,0 5 1,0 4-174,0 1 1,2 3 2,2-3 1,-1 3-31,5-3 0,1 3-28,4-4 0,2 1 37,2-5 1,5 0 28,8 0 0,3-2-50,6-2 1,0 1-1,0-6 0,1 5-96,3-5 1,-2 5 42,2-5 1,-3 2-119,-1-2 1,-4-1 110,0 6 1,-6-5 37,1 5 0,-4-5-100,-5 5 1,-2-1-117,-6 5 1,-1 0 8,-4 0 0,-2-4-118,-6 0 0,-5-1-891,-4 5 1,-3-6 509,-1-2 1,3-4-1042,-3-1 1,3 0 117,-7 0 1419,-3-6 0,-35-53 0,27 20 0,0 1 0</inkml:trace>
  <inkml:trace contextRef="#ctx0" brushRef="#br0" timeOffset="2276">597 1025 7992,'13'-7'-19,"6"-5"1,-3 10 858,5-7 0,2 2-291,7-2 1,-1 3-254,6 6 0,-5 0-363,5 0 0,-2 0-860,1 0 927,4 0 0,12 12 0,11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56.4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195 117 8018,'-6'-13'332,"-1"4"41,-6 1 0,0 1 1032,0-2 0,4-1-540,1 5 0,1 0-251,-2 0 0,-3 4-317,4-3 1,-2 4-289,1 4 0,-3 5 145,4 8 1,-4 3 72,-1 6 1,5 4-137,-1 1 0,6 3-206,-1-4 0,2 2-360,2-2 1,2-2-302,2 2 1,5-4-623,8-4 0,3-4 464,6-5 934,0-6 0,29-18 0,7-11 0</inkml:trace>
  <inkml:trace contextRef="#ctx0" brushRef="#br0" timeOffset="323">428 117 7972,'-13'0'68,"0"0"0,0 0 1167,1 0 0,-1 4-531,0 1 0,0 5 258,0-2 0,0 5-382,0 5 0,1-3-123,4 7 1,2 0-216,6 4 0,0 0-189,0 0 1,6-6 8,2-3 1,4 2-173,1-2 0,4-4-9,0-4 0,6-6-219,-1 1 1,2-3-492,2-1 0,-1-5 161,-4-4 0,4-4-105,-3-4 1,-2 1 288,1-6 0,-5 1 78,2-5 0,-4 1 216,-1 3 1,-6-2-29,-3 2 1,-2 2 252,-2-1 1,-6 5-105,-3-2 1,-6 4 128,-3 1 0,-5 2-47,2 2 1,-4 3 12,-1 6 0,5 0-240,-1 0 1,2 2-240,-2 2 0,3 3 453,6 6 0,41 12 0,9 2 0</inkml:trace>
  <inkml:trace contextRef="#ctx0" brushRef="#br0" timeOffset="674">947 13 7952,'-13'0'468,"0"0"0,0-4 682,0 0 1,0-1-405,0 5 0,0 0 174,0 0 1,0 0-442,0 0 0,1 5 113,-1-1-479,0 6 1,1-3 68,3 6 1,4 0-66,5 0 0,0 0 24,0 0 0,1-4-156,3-1 1,5 1 34,8 4 1,-1 0-219,6 0 0,-2 0-315,2 0 1,1 0 281,-6 0 0,6-5-62,-1 1 0,-4 0 120,0 4 0,-4 0 177,-1 0 1,-4-3 78,-1 3 1,-3-3 295,3 7 1,-5-3-57,2-1 0,-10-2 203,-3 2 1,-4-8-203,-1 8 0,-4-8-9,-1-1 1,-5 2-878,2-2 0,-2 0-360,1-4 0,-1 0-776,6 0 1,-5-4 1697,5 0 0,5-29 0,7-4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8:58.8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130 182 7903,'-9'0'215,"1"0"1,3-4 104,-3-1 1,3 1 121,-3 4 0,3 6-101,-3 3 1,1 8-46,-2 4 1,-3 10-46,4 3 1,1 5 13,-2 4 1,5 9-33,-5 9 0,6 1-97,-1-2 1,2 2-109,2-5 1,0 0-188,0-1 1,6-10-476,3-2 1,2-8 412,2-6 221,0-3 0,12-12 0,2-11 0</inkml:trace>
  <inkml:trace contextRef="#ctx0" brushRef="#br0" timeOffset="317">428 234 7903,'-7'7'1849,"-3"5"-1237,6-4 1,-1 5 94,5 5 0,0 3-256,0 10 1,0 2-29,0 6 0,0 4-363,0 0 0,0 5-93,0-5 0,0 4-140,0-3 0,5-1-157,-1-4 0,0-6-436,-4-3 1,5-2 198,-1-3 1,0-4 566,-4-4 0,0-31 0,0-10 0</inkml:trace>
  <inkml:trace contextRef="#ctx0" brushRef="#br0" timeOffset="525">247 597 10673,'1'-9'1290,"3"1"0,8 4-1078,5-5 1,6 6-290,-1-1 0,7 1-400,1-2 1,6 4-194,-1-3 1,-2 2 669,1 2 0,30 6 0,11 1 0</inkml:trace>
  <inkml:trace contextRef="#ctx0" brushRef="#br0" timeOffset="792">882 597 9674,'-6'7'4446,"5"-1"-4186,-5-6 0,8 0-173,2 0 1,3 0-194,6 0 1,2 0-397,2 0 0,3 0-1730,6 0 2232,0 0 0,58-6 0,14-1 0</inkml:trace>
  <inkml:trace contextRef="#ctx0" brushRef="#br0" timeOffset="1152">1596 260 7893,'-19'0'298,"4"0"0,-3 1 467,5 4 0,-5-2-159,1 5 0,0-3 103,4 3 0,0 1-240,0 4 1,0 4-9,0 0 0,6 1-118,2-5 1,4 4-77,1 0 1,0 1-192,0-5 1,4-1 60,1 1 0,9 0-100,-1 0 0,4-5-156,1-4 0,-3-3-459,7-1 1,0 0-98,4 0 1,0 0-652,0 0 0,-5-4 437,1 0 0,-2-6 889,2 1 0,-4-20 0,-5-5 0</inkml:trace>
  <inkml:trace contextRef="#ctx0" brushRef="#br0" timeOffset="1341">1699 351 7844,'-5'7'884,"2"3"-485,-6-6 0,6 6 345,-1-1 1,-2 3-99,2 1 0,-5 1 166,5 3 0,-1 3-450,5 6 1,0 0-190,0 0 0,0 5-841,0-1 1,0 1-134,0 0 1,2-2-589,2 5 1,-1-6 1388,6-3 0,17 1 0,8-5 0</inkml:trace>
  <inkml:trace contextRef="#ctx0" brushRef="#br0" timeOffset="1684">1959 351 7844,'-8'0'2126,"-3"0"-1487,4 0 1,-6 0 1653,0 0-1171,6 0-572,-5 0 0,9 4-181,-5 0 1,5 6-49,-2-1 0,4 7-97,1 1 0,6 2-7,2-2 1,4-1-14,1 6 1,0-2-86,0 2 1,1 1-157,3-6 0,-1 5 21,6-5 0,-6 0-204,1-4 0,-3 1 54,-1 4 0,0-4 16,0 3 1,-4-2-74,0-2 0,-6 0 39,1 0 1,-3 0-23,-1 0 1,-1-5-51,-3 1 0,-4-5-248,-5 5 0,-1-6-85,-3 1 1,1-2-327,-6-2 0,1-2-73,-5-2 0,4-5 988,0-8 0,-11-23 0,-7-9 0,-5-8 0,-1 1 0</inkml:trace>
  <inkml:trace contextRef="#ctx0" brushRef="#br0" timeOffset="1825">1868 325 8916,'13'-12'1083,"0"4"1,0-2-813,0 5 1,1 1-285,3 4 1,4-4 12,5-1 0,46 1 0,11 4 0</inkml:trace>
  <inkml:trace contextRef="#ctx0" brushRef="#br0" timeOffset="2177">2387 221 7838,'-13'0'1589,"0"0"0,4-1-734,0-4 0,5 4-25,-5-4 1,5 4-286,-4 1 1,5 6-21,-2 2 0,0 4-298,0 1 1,1 1-199,4 4 1,4-4-109,1 3 1,5-2-254,-2-2 1,4-2-121,1-2 1,4-3 15,0-6 1,2 0-279,-2 0 1,-2-2 245,2-2 0,2-3 65,-2-6 0,0-2 208,-4-2 0,-4 3 184,0-4 1,-6 0-37,1 0 0,-3 0 152,-1 0 1,0 4 282,0-3 1,-5 2-239,-4 2 1,-3 2 148,-1 2 1,0 3-258,0 6 1,1 0-381,-1 0 1,1 2 8,3 2 1,-1 3-650,6 6 978,0-6 0,27 22 0,6 0 0</inkml:trace>
  <inkml:trace contextRef="#ctx0" brushRef="#br0" timeOffset="2519">2724 1 13185,'13'14'873,"0"3"1,4 3-655,0 6 0,2 6 312,-2 3 1,-2 8 418,2 4 1,-4 11-390,-4 7 0,-3 1 47,-6 8 1,-2-7-323,-2 3 1,-8-1-281,-5-4 1,-5-3-1391,5-11 0,-5-3 889,5 0 0,-4-2-1558,3 1 2053,1-8 0,-25 4 0,-7-2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9:45.1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53 79 7829,'-7'0'1327,"-5"0"1,9 4-458,-5 0 1,5 6-241,-2-1 0,0 4 13,0 4 0,1 9-224,4 9 0,0 8-41,0 5 0,0 6-281,0 3 0,0 5-188,0-2-1,0 1-203,0-5 0,4 0 297,1-8 0,-1-4-1440,-4-1 0,1-12 50,4-5 1388,-4-15 0,28-45 0,0-24 0</inkml:trace>
  <inkml:trace contextRef="#ctx0" brushRef="#br0" timeOffset="547">429 169 7829,'-13'-7'645,"4"0"604,1 3 0,3 2-543,-3-2 1,-1 2 263,-4 2 0,3 8-318,-3 5 1,3 7-57,-7 10 1,2 9-225,2 9 0,-4 2-35,0 2 1,1 1-54,7 3 1,-1-4 71,6 0 0,-1-6-533,5-7 0,6-7 219,3-6 0,2-3-525,2-10 1,5 1 14,-1-9 0,2-1-217,-2-4 1,-1 0 278,5 0 0,-5-2-75,2-2 0,-4-3 143,-1-6 1,-1 0 120,-4 0 1,2-4 64,-5-1 0,-1 1 89,-4 4 1,0 0 158,0 0 1,-2 0-61,-2 0 1,1 5 15,-5-1 0,3 0-106,-3-4 1,5 0-60,-2 0 0,3 2 113,-3 2 1,4-2 12,-4 2 314,4-2 0,1 2-171,0 0 0,6 6 197,2-1 1,4-2-69,1 2 1,0 0 97,0 4 0,1 0-29,4 0 0,-4 1 102,3 3 0,-2-1-76,-2 6 0,0 1 7,0 7 0,-2-1-310,-2 6 1,1-5 96,-6 5 1,2-2-998,-2 2 0,-2 2-272,2-2 0,-3-2-781,-1 1 0,0-5 1876,0 2 0,-5-10 0,-2-2 0</inkml:trace>
  <inkml:trace contextRef="#ctx0" brushRef="#br0" timeOffset="806">857 131 7829,'-7'0'0,"-5"0"0,9 4 1898,-5 0 1,3 6-899,-3-1 0,3 8 251,-3 5 1,5 8-475,-1 5 0,-2 4-168,1 4 1,1 1-325,4 4 1,0 1-223,0-6 0,2 0-251,2-4 1,2-1-526,2-4 0,4 2-1231,-3-5 0,2 0 115,2 0 1829,0-4 0,17-18 0,5-12 0</inkml:trace>
  <inkml:trace contextRef="#ctx0" brushRef="#br0" timeOffset="1133">1129 312 7816,'-8'0'0,"-1"0"2080,6 0 0,-7 2 519,6 2-1726,-1 3 0,5 7-467,0 4 1,0-2-21,0 5 0,6 1-159,3 4 0,-2 0-1,2 0 1,-5 0 9,5 0 1,-1-1-53,5 1 0,-4-4 0,0 0 0,-7-5-34,3 5 0,1-7-173,-2 3 1,0-4-68,-4-1 0,0 0-251,0 0 1,0 0 14,0 0 0,-6-6-198,-2-3 0,-4 2-294,-1-1 1,0-1 342,0-4 1,-1-4-109,-3-1 1,-2-9-44,-3 1 1,-1-9-169,6 1 0,-5-4 106,5-1 0,1 0 688,8 0 0,8-40 0,7-10 0</inkml:trace>
  <inkml:trace contextRef="#ctx0" brushRef="#br0" timeOffset="1315">1116 169 7812,'-7'0'-155,"1"0"613,1 0 782,3 0-2090,-4 0 443,6 0 407,0 0 0,12 0 0,2 0 0</inkml:trace>
  <inkml:trace contextRef="#ctx0" brushRef="#br0" timeOffset="1675">1350 92 11846,'6'13'481,"2"0"0,4 1-444,1 3 0,-5 5 60,1 8 0,0 3 318,4 6 0,-6 6-18,-3 2 1,-2 4-131,-2 1 1,0 0-178,0-1 1,-6-3-170,-3 0 0,-1-7-373,1 3 1,-2-5-1457,2-5 1908,4 4 0,-7-17 0,5 4 0</inkml:trace>
  <inkml:trace contextRef="#ctx0" brushRef="#br0" timeOffset="2009">1687 1 8557,'-7'1'2269,"3"4"1,2-3-1269,2 7 0,0 4-27,0 4 1,2 12-388,2 1 1,-3 9 105,4 9 0,0-1-300,0 10 0,-1 2-189,-4 1 1,4-2-334,1-2 0,-1-4-394,-4-4 1,0 1-191,0-6 0,0 0 497,0-4 1,0-2 215,0-2 0,12-9 0,2-7 0</inkml:trace>
  <inkml:trace contextRef="#ctx0" brushRef="#br0" timeOffset="2248">1933 338 7778,'8'0'1180,"-3"0"220,-5 0 0,2 0-513,2 0 1,1 0-771,7 0 1,0 0-643,10 0 1,-1 0-178,5 0 1,2 0-2035,2 0 2736,-3 0 0,45 6 0,5 1 0</inkml:trace>
  <inkml:trace contextRef="#ctx0" brushRef="#br0" timeOffset="2508">2050 520 14862,'13'0'861,"2"0"-653,2 0 1,-1 0-710,5 0 0,5 0-2105,5 0 2606,-1 5 0,36 14 0,10 8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29:49.7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584 362 7857,'-13'0'1689,"0"0"1,2 1 474,2 4-1584,3-4 1,2 11 585,-1-4 0,3 5-318,6 5 0,-1-3-3,5 7 0,3 0-435,6 4 0,-3 0-9,4 0 1,0-5-276,0 1 1,-1-2-195,-4 2 0,4-4-270,0-5 1,-4-1 320,-4-4-158,0 4-21,4-11 1,-6 4-154,-3-10 0,-2-2-8,-2-6 0,0-6-164,0-2 0,-5-4 84,1-1 0,-6-5-102,1-4 0,2 2 106,-2-2 0,2 1 135,-1-5 0,-3 0 218,7 0 1,0 2 65,4 2 1,0-1 222,0 6 0,0-1 17,0 6 1,7 4 290,6 4 0,1 3-348,8 1 0,0 0 46,4 0 0,1 6-977,3 2 1,-1 4 415,6 1 1,-5-5-1293,4 1 1,-5 1 134,2 8 1503,-10-4 0,4 45 0,-5 5 0</inkml:trace>
  <inkml:trace contextRef="#ctx0" brushRef="#br0" timeOffset="351">999 258 7857,'-20'0'0,"1"0"2992,6 0-909,0 0-367,6 0-1403,1 0 0,8 0-128,2 0 1,5 0-42,8 0 0,-1 0-136,5 0 1,-5-4-309,2 0 0,0-1 269,0 5 0,-1 0-147,-4 0 1,0 0 208,0 0 0,-5 2 249,1 2 0,-6-1-10,1 6 1,2-1 338,-2 5 1,-1 0-166,-7 0 1,-3 4 155,-6 1 1,0 5-134,0-2 0,-4 2-176,-1-1 0,2 1-38,8-6 1,-2 1-130,5-5 1,1 0-153,4 0 1,1 0-151,4 0 1,3-5-418,10 1 0,-2-5-214,5 5 1,1-6-889,4 1 1,0-3-548,0-1 0,0 2 2244,-1 2 0,19 9 0,3 7 0</inkml:trace>
  <inkml:trace contextRef="#ctx0" brushRef="#br0" timeOffset="1283">0 881 11043,'18'0'750,"-1"0"1,6 0-267,-1 0 1,8 0-6,4 0 0,1 0-66,4 0 0,-2 0 149,11 0 0,-5 0-188,5 0 1,-5 0-52,5 0 0,-7 0-318,3 0 0,-4-5 17,-1 1 0,-2-2 13,-2 2 0,1 1-50,-6-6 0,6 7-266,-1-3 0,-3 0 79,-2 0 0,-3 1-188,-1 4 1,0 0 195,0 0 0,-4 0 211,-1 0 1,-1 0 146,2 0 1,1 0-127,-6 0 0,5 0 82,-5 0 1,2 4-101,-2 1 1,-1-1 31,6-4 1,-5 0-29,5 0 0,-6 4-1,1 0 1,-1 1-88,1-5 1,-3 0 25,4 0 0,-2 0-104,1 0 0,-3 0 105,4 0 1,0-2 4,0-2 0,0 3 45,0-4 1,-4 4 4,3 1 0,-1 0 5,1 0 1,-2 0 6,2 0 0,-2 0 69,-2 0 1,-1 0-90,1 0 0,0 0 111,0 0 1,5 0-110,-1 0 1,0 0-9,-4 0 0,0 0 45,0 0 1,0 0-7,0 0 1,0 0-52,0 0 0,0 0-73,0 0 0,0 0-30,0 0 1,0 0-35,0 0 0,-4 0-204,-1 0 1,1 1-669,4 4 148,0-4 1,0 5 868,0-6 0,-12-12 0,-2-2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2:30.0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 13 7906,'-9'0'1263,"1"0"1,3 0-312,-3 0-444,5 0 0,-4 0-1357,2 0 768,4 0 1,41-6-1,18-1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2:26.6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0 376 8017,'0'21'836,"0"2"204,0-6 0,2 4-611,2-3 0,-1 3-153,5-3 1,1-1-285,4-4 1,0 0 50,0 0 1,-2 0 68,-2 0 1,3-5-20,-4 1 0,2-5-9,-1 5 1,-2-6 46,-2 1-385,-4-2 85,5-2 0,-6-2 16,0-2 1,0-3-16,0-6 1,0-2-60,0-2 1,-2-3-87,-2-6 0,1 0 161,-6 0 0,7 0 48,-3 0 0,-1-4 40,2 0 0,0-1 17,4 5 0,-4 1 218,-1-1 1,1 4-57,4 0 0,0 2 85,0-1 1,0-2-48,0 5 1,1 2 77,4 8 0,-2-7-85,5 7 1,-4-5 110,5 8 1,-5 0 5,5 0-18,0 4-200,4-5 88,0 0 1,0 5-217,0-3 1,-5-2-82,1 1 72,0 1 0,4 0 92,0-1 0,-1 1-9,1 4 0,0 0 48,0 0 1,0 0 109,0 0 0,5 0-10,-1 0 0,2 0-85,-2 0 0,-3 0-37,4 0 0,0 0 70,0 0 0,0 0-204,0 0 0,-4 0 52,3 0 1,-2 0-80,-2 0 1,0-4 189,0 0 1,0-1 14,0 5 78,-6 0 1,4 0-33,-2 0 25,-3 0-94,5 0 0,-8 2 77,6 2 39,-6-3-77,8 11 1,-8-11 146,6 4-15,-6 2 1,7-4 135,-6 5 1,0-3-77,-4 3 1,2 1-193,2 4 0,-2-4-199,2-1 1,-3 2-353,-1 8 0,0-4 118,0 3 0,0 2-178,0-2 1,0 2 102,0-2 431,0-2 0,-11 21 0,-4-2 0</inkml:trace>
  <inkml:trace contextRef="#ctx0" brushRef="#br0" timeOffset="417">337 234 7954,'-13'0'412,"5"0"745,-1 0-776,0 0 1,-2 1 96,2 3 0,-1-1-273,6 6 1,-1-5-169,5 5 0,0 0-10,0 4 1,0 0 106,0-1 1,0 1-26,0 0 0,2 5 57,2-1 1,3 0-38,6-4 1,0 0 32,0 0 1,0 0 28,0 0 1,5-4 7,-1-1 0,2 0 154,-2 0 0,-3 4-122,4-4 0,-4 0-30,-1 0 1,0 0-125,0 0 0,-2 4 47,-2-4 0,1 4-71,-5 1-5,-1 0 1,-4 0-168,0 0 0,-6 0-113,-3 0 1,-2-2-247,-2-2 1,-1 1-650,-4-6 0,-1 5 519,-2-5 1,-2 1-1814,6-5 2421,-7-6 0,-42-59 0,24 22 0,1 1 0</inkml:trace>
  <inkml:trace contextRef="#ctx0" brushRef="#br0" timeOffset="572">272 311 7954,'13'0'0,"0"-4"622,0 0 1,0-2-187,0 2 0,6 2-214,3-2 0,2-2-329,2 2 0,1 0-554,4 4 1,-4-2 660,3-2 0,15 8 0,3-2 0</inkml:trace>
  <inkml:trace contextRef="#ctx0" brushRef="#br0" timeOffset="866">934 376 7954,'-7'8'430,"-5"-3"1446,5-5-738,0 0-2715,1 0 1577,6 0 0,40 6 0,11 1 0</inkml:trace>
  <inkml:trace contextRef="#ctx0" brushRef="#br0" timeOffset="1411">1167 532 7954,'-5'13'874,"-3"0"0,1 4-376,3 0 0,2 1 98,2-5 1,0 0-83,0 0 0,6 0-158,3 0 0,2 0-337,2 0-168,6 0 27,1-6 0,0-1 157,-2-6 1,-4-2-63,-1-2 0,-4-3-70,-1-6 1,-5-2-61,2-2 0,-4-3 40,-1-6 1,0 0 93,0 0 0,0-6-376,0-2 0,-1-5 22,-4-5 0,-2 4-135,-6-3 0,4 3 282,1 1 0,1 1 245,-2 4 1,-1 2 35,6 6 1,-5 6 322,5 2 1,-1 4 306,5 1-74,0 6 1,6 1-111,3 6 0,4 0-172,4 0 0,-1 0-88,5 0 0,1 0-158,4 0 0,0-1-320,0-4 0,-5 4 63,1-3 0,0-2-171,4 1 0,-5-3-85,1 3 0,-6 1-65,1 4 245,-3-6 1,-1 5 150,0-3 1,-4 2-105,0 2 127,-6 6 251,8 1 0,-10 6-107,4 0 1,-4-4 99,-1-1 1,2 0-328,2 0 91,-3 4-704,5-5 164,-6 6 1,5 0 611,-1 0 0,-6 11 0,-5 4 0</inkml:trace>
  <inkml:trace contextRef="#ctx0" brushRef="#br0" timeOffset="1875">1466 324 7911,'-13'0'1128,"0"0"354,6 6-692,-5-4-609,11 9 0,-5-8-180,6 6 0,1-5-625,4 5 451,-4-1 1,9 5-113,-6 0 1,5-4 309,-5 0 0,6-1 180,-1 5 0,-2-4 198,2-1 0,0-3-199,4 3 0,0-3 231,0 3 0,-1-3-134,1 3 1,-4-5 32,0 2 1,-1 0-143,5 0 0,0 0-107,0 0 1,-4-2 76,0 5 1,-5-3-161,5 3 1,-7-3-60,3 3 0,-4 1 102,-1 4 0,0-5-129,0 1 1,-6 0-36,-2 4 0,-4-5-174,-1 1 0,-4-2 25,0 2 0,-2-3-132,2-6 1,1 0-281,-6 0 0,5-2 680,-5-2 0,-17-32 0,-8-13 0</inkml:trace>
  <inkml:trace contextRef="#ctx0" brushRef="#br0" timeOffset="2031">1440 324 7906,'7'0'1220,"4"0"0,-3 0-937,5 0 0,1-4-410,3 0 0,4-1-563,4 5 1,1-4 689,0 0 0,18-6 0,3 3 0</inkml:trace>
  <inkml:trace contextRef="#ctx0" brushRef="#br0" timeOffset="2325">1868 402 7904,'-13'5'2098,"0"-1"-1887,6 0-405,1-4 194,6 0 0,34-23 0,10-6 0</inkml:trace>
  <inkml:trace contextRef="#ctx0" brushRef="#br0" timeOffset="2694">2075 532 7904,'-6'13'733,"5"0"1,-9-4 2722,6-1-2759,-1-5 1,7 3-136,2-6 0,3-2-394,6-2 0,5-3-340,-1-6 0,4-6-701,-3-2 0,5-4 421,-2-1 0,0 0 55,0 0 1,-5-4 97,1 0 0,2-2-320,-2 2 0,1 4 388,-5 0 0,-5 1 345,1 8 0,-6 0 337,1 4 796,-2 6-7,-2 1 1,0 16-260,0 3 1,-2 9 66,-2-1 1,1 5-512,-6 4 0,6-1-3,-1 6 0,-2-1-432,2 5 0,0-1-254,4-4 1,0 2 212,0-5-61,0-1 0,23-4 0,6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2:39.2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53 40 8000,'-7'0'321,"-5"0"1,3 0 2332,-2 0-1566,4 0-568,1-6 1,7 3-212,4-5 1,3 5-71,10-2 1,2 0-97,6 0 1,0 1-146,0 4 0,0 0-81,0 0 0,-5 0 155,1 0 0,-2 4 68,2 1 0,-4 5 58,-5-2 0,-6 8 265,-2 1 1,-4 7-187,-1-3 0,-1 5 118,-4 4 0,-2-2-182,-6 2 1,-5 3-10,-4 2 0,3-4-136,2 0 0,-2-4 65,2-1 0,0 0-72,4 0 0,0-6 151,0-3 0,4-2 10,0-2 1,6 0 195,-1 0-190,3 0 1,6-2-135,4-2 0,3 1-150,1-6 1,4 2-148,0-2 0,6-2 143,-1 2 1,4-2-1286,4-2 1,-1-2-206,6-2 1,-5 2 1549,4-2 0,18-15 0,9-2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2:42.2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208 766 7879,'-7'0'68,"-5"-1"310,4-4 0,0 4 567,0-3 0,3 1-248,-3-2 0,3 4 147,-3-3-372,-1 2-76,-4 2-199,0 0 1,0 6-9,0 3 0,5 4 13,-1 4 1,5 3 85,-5 6 1,5 1-14,-5 4 0,5-3 1,-5 7 1,5 5 97,-5 8 0,6-2-40,-1 2 1,2-5-94,2 4 0,0-3-40,0 3 0,0-6-21,0-3 1,6-4-54,3-8 0,2 0-42,2-1 0,0 0-228,0-3 1,0-2-27,0-3 1,0-3 93,0 4 0,0-4 12,0-1 0,0 0 113,0 0 0,0 0 9,0 0 1,0 0-74,0 0 0,0-4 15,0-1 0,0-3 12,0 3 0,4-5 2,0 1 0,2-2-141,-2-2 1,-1 0 29,6 0 1,-5 0-57,5 0 0,-1-2 74,5-2 1,-1-3-80,-4-6 1,4 4 102,-3 1 0,2-1-4,2-4 0,-4 0 27,-1 0 1,-5 0 9,1 0 0,2 4-92,-2 1 0,1-1 4,-5-4 0,-2 0-63,-2 0 0,2 0 68,-2 0 0,-2 0 35,2 0 0,-6 5-13,1-1 0,-3 0-16,-1-4 0,5-1-45,-1-3 1,0 2-108,-4-2 1,2-2 9,2 2 1,-2-6 82,2 1 1,-3 2 25,-1-1 0,0 0 34,0 0 0,0-4 122,0 4 0,0 2-72,0 2 0,0-2 144,0 2 1,0-5-53,0 5 1,-1-1 301,-3 5-206,2 0 0,-9-4-179,2 0 1,2 0-78,-2 4 1,2 0 64,-2 0 1,-2 0-13,2 0 0,2 0-5,-2 0 0,1-3-29,-5 3 0,4-7 82,0 7 0,2 1-7,-1 4 1,-4 0 143,3 0 0,-1-4 20,2 4 0,-4 0 54,3 0 1,-2 3-120,-2-3 1,0 5 23,0-1 1,0-2-55,0 2 0,-1-2 20,-4 1 0,4 4 3,-3-3 0,2 1-12,2-2 1,0 4 20,0-3 0,0-2-7,0 2 0,0-1 112,0 5 0,3-1-70,-3-3 0,8 2 99,-8-2 0,3 2 3,-3 2-97,0 0 0,0 0-24,0 0-253,6 0-295,-5 6-789,5-4-477,0 9 1,-1-10 1717,4 4 0,14-15 0,-1-5 0</inkml:trace>
  <inkml:trace contextRef="#ctx0" brushRef="#br0" timeOffset="1042">143 234 7347,'-7'0'1052,"1"0"0,6 2 39,0 2-311,-6-2-514,5 9 0,-5-4-86,6 6 0,0 2 13,0 2 1,0-1-13,0 5 1,0-5-108,0 2 1,0 0 45,0 0 0,0 0-201,0 0-117,6-4 0,-5 5-190,4-6-44,-4-6 227,-1 5-194,0-11 218,0-1 1,-4-12-127,-1-5 1,1-2 0,4 2 0,0 1 86,0-5 1,0-1 226,0-4 1,0 4 10,0 1 0,0 1 135,0-2 1,0-1-54,0 6 0,2-1 147,2 5 1,-1-1-108,5-3 0,0 7-20,0-3 0,4 4 32,-4 0 0,0-2-55,0 2 1,1 3-43,4 2 1,-4 3 171,-1 1-16,-5 0 105,9 0 299,-11 0-425,5 5 1,-6 3-26,0 5 0,-4 1-42,-1 3 0,-3-2 42,3 2 1,-3-3-158,3-1 0,-3 2 81,3 2 1,-3-2-25,3 2 0,1-3-15,4-1 1,-1 0-105,-4 0 0,4 2 13,-4 2 1,4-3-169,1 4 0,1-4-150,4-1 0,-2 0-387,5 0 1,0-4-107,0-1 0,4 1 852,-4 4 0,50-18 0,13-3 0</inkml:trace>
  <inkml:trace contextRef="#ctx0" brushRef="#br0" timeOffset="1402">454 312 7881,'-18'7'339,"3"4"155,-2-7 0,4 6 483,4-1 0,-1-2-502,6 1 1,-5 1-7,5 4 1,0 0-134,4 0 0,0 0 68,0 0 1,0-4-350,0-1 0,1-1 25,3 2 0,4-2-199,5-2 1,-1-4-69,1 3 1,0-2-188,0-2 1,0 0 63,0 0 0,0-5-214,0 1 1,0-6 212,0 1 1,0-1-54,0 2 0,-4-4-15,-1 4 1,0-4 95,0-1 0,-2 0 384,-6 0-63,0 0 0,-1 0 87,-4 0 1,2 2-107,-5 2 0,-1-1-46,-4 6 1,0-1-213,0 5-300,0 0-205,0 0 242,0 0-385,6 0 887,1 0 0,35 18 0,7 3 0</inkml:trace>
  <inkml:trace contextRef="#ctx0" brushRef="#br0" timeOffset="1743">701 312 7881,'-6'7'178,"-1"-1"1,-2-6 328,1 0 0,3 0-56,-3 0 0,3 5 182,-3-1 1,3 2 0,-3-2 0,0-1-239,0 5 0,-2 1-53,5 4 0,0 0-155,0 0 1,4 0-3,-4 0-96,4 0 0,5 0-174,1 0 1,5-6-55,-2-3 1,4-2-265,1-2 1,0 0-327,0 0 0,0-2 332,0-2 1,0-3-235,0-6 1,0 0 189,0 0 0,-2 0 167,-2 0 0,-2 0 80,-3 0 0,-2 0 68,2 0 1,-2 0 14,-2 0 1,-2 5 155,-2-1 1,-2 5-129,-3-5 1,-2 6 75,2-1 1,-2 2 770,-2 2-911,0 0-771,0 0 174,6 0 744,1 0 0,40-11 0,10-4 0</inkml:trace>
  <inkml:trace contextRef="#ctx0" brushRef="#br0" timeOffset="1966">856 105 8086,'0'8'603,"0"1"0,0-5-98,0 5 1,0-5-171,0 5 1,0 0 88,0 4 0,0 4-217,0 0 0,2 6 7,2-1 1,-2 2-137,2 2 0,2-1 82,-2-4 1,2 4 53,-2-4 1,-2 3-844,2-3 1,-3 2-2654,-1-5 3282,0-1 0,-5-16 0,-3-2 0</inkml:trace>
  <inkml:trace contextRef="#ctx0" brushRef="#br0" timeOffset="2132">805 299 8699,'-8'0'596,"3"0"0,6 0-584,3 0 1,4 0 228,4 0-241,1-6 0,52-6 0,13-9 0</inkml:trace>
  <inkml:trace contextRef="#ctx0" brushRef="#br0" timeOffset="2315">1012 299 7881,'0'7'1544,"0"-1"-738,0-6 37,0 6-833,0-5 0,6 5 60,2-6 0,4 0-1808,1 0 1738,0 0 0,40-11 0,11-4 0</inkml:trace>
  <inkml:trace contextRef="#ctx0" brushRef="#br0" timeOffset="2566">1258 144 7859,'-7'5'1199,"-4"-3"-745,4 4 0,-1-5-32,4 3 0,3-1-238,1 6 1,-5-5-14,1 5 1,0-1 31,4 5 1,0 0-1,0 0 1,0 5 49,0-1 1,0 2-28,0-2 0,0-3-284,0 4 0,0 0-57,0 0 0,1-2-5,3-8 1,-1 4-267,6-4 1,-5 3-514,5-3 0,-1-2 899,5-6 0,18-29 0,3-7 0</inkml:trace>
  <inkml:trace contextRef="#ctx0" brushRef="#br0" timeOffset="2919">1505 221 7859,'-13'8'380,"0"-3"0,0-5 568,0 0 0,4 0 93,1 0-487,-1 6 0,-2-3-276,2 6 1,-1-1 173,5 5 373,1 0-540,4 6 0,0-5-165,0 4 1,0-4-23,0-1 0,0 0-172,0 0 0,6-1-70,3-4-303,2 4 0,2-11 316,0 4 0,1-4-123,4-1 0,-4 0-783,3 0 0,-2-1 400,-2-4 1,0-2 137,0-6 1,0 4 307,0 1 1,-2-1 162,-2-4 0,1 0-26,-6 0 0,1 5 311,-5-1 244,0 0-416,0-4 1,-6 2-59,-3 2 0,-2 3-289,-2 6 1,0 0-863,0 0 1124,0 0 0,-12 0 0,-2 0 0</inkml:trace>
  <inkml:trace contextRef="#ctx0" brushRef="#br0" timeOffset="3183">1738 208 7837,'-13'0'1285,"0"6"0,0-3-89,0 6 1,6-5-346,3 5 1,-2-5-350,2 5 0,-5 4-141,5 4 1,0 0-292,4-4 1,0 5-149,0-1 0,1 0-171,3-4 0,-1 3-326,6-3 1,-1 3 179,5-8 1,0-2-436,0-2 1,2-2-1956,2-2 2785,-2 0 0,21-29 0,-2-7 0</inkml:trace>
  <inkml:trace contextRef="#ctx0" brushRef="#br0" timeOffset="3518">1881 195 7820,'-13'13'1857,"0"0"1,4 0-1153,1 0 0,5-4 43,-1 0 1,2-1-394,2 5 0,0 0-187,0 0 1,2-4-120,2 0 1,-1-2 13,5 1 0,-3 4-199,3-3 0,1-4-76,4 0 0,-4-4-332,-1-1 0,1 0 121,4 0 1,0 0-283,0 0 1,0-6 104,0-2 0,0-4 209,0-1 0,-2 0 305,-2 0 1,2 0-14,-2 0 1,1 0 52,-1 0 1,1 5 153,-6-1 0,2 6 832,-2-1-156,-2 2-21,4 2 1,-6 2-306,0 2 1,0 3-66,0 6 1,0 0-1199,0 0 0,0 0-183,0 0 0,0 0 988,0 0 0,17 0 0,4 0 0</inkml:trace>
  <inkml:trace contextRef="#ctx0" brushRef="#br0" timeOffset="3884">2257 195 7808,'-13'0'964,"0"0"0,0 0 705,0 0 157,0 0-1070,0 0-561,0 0 0,5 2-76,-1 2 1,6-1-107,-1 6 1,2-5 12,2 5 0,2-5-128,2 5 0,-1-5 50,6 5 0,-5-5-355,5 5 2,-1-6 1,5 7 86,0-6 1,0 2-495,0-2 511,0-3 0,0 7-136,0-4 280,0-3 261,0 11 0,-4-9-216,-1 6 0,-5-5-28,2 4 0,-4-3 732,-1 3 1,0-3-104,0 3 1,-1-3 68,-4 3 0,-2-5-255,-6 2 0,0 0 62,0 0 0,0-1-457,0-4 1,0 0-405,0 0 0,0 0-2044,0 0 349,0 0 2191,0 0 0,23-35 0,6-8 0</inkml:trace>
  <inkml:trace contextRef="#ctx0" brushRef="#br0" timeOffset="4507">2711 221 10919,'-9'-11'921,"1"2"0,5-2-186,-1 2 0,-2 2-393,1-2 1,0 5-284,0-5 1,3 6 148,-7-1-292,0 3 1,-4 1 262,0 0 0,0 5 58,0 4 0,5 4-84,-1 4 1,5-2-69,-5 2 0,6-1-47,-1 1 0,2-2-76,2 2 1,0-7-347,0-1 140,0-1 0,6-1-393,3-2 1,2-4 63,2-1 0,0-1-446,0-4 1,0-2 485,0-6 1,0 0 70,0 0 1,-4 2 311,-1 2 149,1-2 0,0 9 15,-1-2 22,-5 2 1,3 8 270,-6 3 0,0 4-30,0 4 1,0-1 304,0 6 0,0-1-229,0 5 1,0-1 37,0-4 1,0 4-287,0-4 1,0 4-23,0 1 1,0-5-152,0 1 1,0-5 125,0 5 1,0-5 2,0 5 0,-1-6 129,-4 1 0,0-3 127,-4-1 1,-3-1-87,4-3 1,0 1 144,0-6 1,-1 0-283,-4-4 0,0 0-363,0 0 1,5-1-492,-1-4 1,2-2 119,-2-6 1,3-4-543,6 0 1,0-6 247,0 1 934,6-2 0,30-43 0,13-9 0</inkml:trace>
  <inkml:trace contextRef="#ctx0" brushRef="#br0" timeOffset="4875">2996 183 8338,'-8'-2'2539,"-1"-2"-1949,6 2 0,-7-5-303,6 3 0,-2 2 82,2-2-352,-3 3 1,-6 2 173,0 3 0,0 4 183,0 5 1,1 4-176,3 0 0,-1 2 0,6-2 0,-5-2 211,5 2-249,-6 3 1,9-6-209,-4 4-470,4-4-281,7-1 1,1-6 258,6-2 0,0-10-53,0-3 0,4-4-15,0-1 0,2-1-319,-2-4 1,-2 4 577,2-3 0,-3 2 186,-1 2 0,-1 5 84,-3-1 0,2 5 175,-2-5 0,-2 6-298,2-1 221,-7 2 0,6 4 787,-4 2-642,-3 3 1,5 6-36,-6 0-130,0 0 0,0 6 0,0 1 0</inkml:trace>
  <inkml:trace contextRef="#ctx0" brushRef="#br0" timeOffset="5008">3178 260 7788,'0'8'524,"-6"3"0,5-8 270,-4 6-672,4-1-420,1 5-698,0 0 996,0 0 0,12-17 0,2-5 0</inkml:trace>
  <inkml:trace contextRef="#ctx0" brushRef="#br0" timeOffset="5175">3243 1 7788,'-9'4'406,"1"1"1,3-1 1570,-3-4-1527,5 6-573,-3 1 1,6 6 122,0 0 0,17 17 0,5 5 0</inkml:trace>
  <inkml:trace contextRef="#ctx0" brushRef="#br0" timeOffset="5425">3334 299 7779,'-8'0'3184,"3"0"-2990,5 0 1,0-6-195,0-2 0,1-4 90,3-1 0,2 5-45,3-1 0,2 0 162,-2-4 1,3 2 281,1 2-74,-1-2 1,1 5 188,0-3 1,0 4 408,0 5 1,-4 0-188,0 0 0,-5 4 17,5 0 0,-5 11-637,5-2 0,-7 2-292,3-2 1,-4 6-165,-1 3 1,5-4-839,-1 0 1088,0 2 0,-15-11 0,-4 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2:50.2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26 402 7879,'-7'6'1283,"0"-4"-58,3 2 565,2-3-1448,-3-1 0,6 0-125,3 0 1,8 0-360,5 0 1,6 0-494,-1 0 0,2 0-1904,2 0 2539,0 0 0,29 12 0,7 2 0</inkml:trace>
  <inkml:trace contextRef="#ctx0" brushRef="#br0" timeOffset="240">91 558 11044,'13'0'-631,"2"1"-1273,2 4 1904,3-4 0,58 11 0,13-5 0</inkml:trace>
  <inkml:trace contextRef="#ctx0" brushRef="#br0" timeOffset="790">688 195 7885,'-7'-6'638,"1"3"1332,6-5-138,0 5-1398,0-9 0,6 6-64,2-2 1,8 2-182,2 6 0,3 0-28,-4 0 1,5 0 33,-5 0 0,1 0 27,-5 0 0,2 6 410,-2 2-165,3 4 0,-14 5 50,2 1 0,-3 0-206,-1 0 1,-5-3-213,-4 7 1,-4-5 50,-4 5 0,1 0-165,-6 3 0,2 0 128,-1-3 1,-3 1 72,7-6 1,0 5-205,4-5 0,4-4-474,1-5-162,5 1 1,-3 4-91,6 0 0,6-6-375,2-2 0,10 0 104,3 0 0,4-1-1507,1-4 2522,5 0 0,26-12 0,10-2 0</inkml:trace>
  <inkml:trace contextRef="#ctx0" brushRef="#br0" timeOffset="1232">1142 402 7868,'-7'13'1449,"-5"0"275,5 6 0,0-5-915,2 4 1,10-4 15,3-1 1,4 0-357,1 0 0,0-1-134,0-4 1,0 2-88,0-5 0,4 3-46,0-3 0,1-1 13,-5-4 1,0 0 154,0 0-196,0 0 0,-1 0 0,-3-6-138,0-2 0,-6-1-122,1-4 0,-3 3-37,-1-7 0,0-4-99,0 0 0,-4 1 132,0-2 0,-5-4-46,5-4 0,-5-6 4,5 1 1,-5 2-68,5-2 1,0 5 224,4-4 0,0 5 300,0-2 1,0 6 292,0 3 0,5 3-181,4 6 1,0 0 0,4 0 1,-3 6-184,7 3 1,3 2-233,2 2 0,-2 0 87,2 0 0,-1 0-139,5 0 0,0 0 152,0 0 0,-4 0-67,-1 0 1,-1 5-1654,2-1 1,1 5 313,-6-5 1,2 6 51,-2-1 0,-7-2 213,3 2 0,-2-1-1626,1 5 2643,-4-6 0,-3-1 0,-5-6 0</inkml:trace>
  <inkml:trace contextRef="#ctx0" brushRef="#br0" timeOffset="1642">1570 143 7839,'-13'0'1076,"4"0"-466,1 0 1,3 0 1730,-3 0-452,5 0-1000,-3 0-556,0 0-139,5 0 1,5 0-140,9 0 0,3 0-142,-3 0 0,0 1 181,0 4-248,0-4 1,0 9-38,0-5 1,-2 0 122,-2 0 0,1-2 211,-6 5 0,2-3-84,-2 3 0,-2-3 89,2 3 1,-2 1 21,-2 4 0,-6 1 158,-3 3 1,-7-1 31,-1 6 1,-5-2 120,5 2 0,0 2 207,4-2 0,0-2-248,0 2 1,1-7-208,4 3 0,2-4-271,6-1 0,1 0-284,4 0 1,6-4 65,7-1 0,3-5-238,-3 2 0,5-4-1604,-2-1 1,2 0 958,-1 0 0,1 0 1139,-6 0 0,12-6 0,-2-1 0</inkml:trace>
  <inkml:trace contextRef="#ctx0" brushRef="#br0" timeOffset="2135">558 766 7861,'-7'0'2667,"-5"0"-1651,11 0 0,1 0-232,9 0 1,9 0 31,8 0 1,6-2-346,7-2 1,7 1 32,6-6 0,1 5-224,8-5 0,-1 2-43,5-2 1,0-1-105,0 6 1,-7-2-153,-7 2 1,-4 2-622,-9-2 1,-3 7-208,0 1 1,-11 5-749,2-5 0,-9 6 444,1-1 1,0-2-1398,0 2 2548,-1-6 0,-4-3 0,0-7 0</inkml:trace>
  <inkml:trace contextRef="#ctx0" brushRef="#br0" timeOffset="3134">1116 973 7844,'-13'0'0,"0"0"0,0 0 1051,0 0 1,0 1-426,0 4 0,0-4 304,0 4-650,6 2 0,-3 0-104,6 6 1,-1 0 17,5 0 1,2 0-14,2 0 0,-1-5 77,6 1 1,-1 0-1,5 4 1,2 0 188,2 0 1,-1-5-82,5 1 0,-3-2 87,3 2 0,-5 2-23,1-2 0,2-2-2,-2 2 1,1-5 211,-5 5-263,0-1 1,-2 5-162,-2 0 0,-3 0 0,-6 0 1,0 0-179,0 0 0,-6 0 82,-3 0 0,-2-3-296,-2 3 0,-5-7-167,1 7 0,-5-7-338,5 2 1,-6-5 33,1 2 1,-2-4-496,-2-1 0,2-1 163,2-4 0,-5-2-295,5-6 1,-4-1 210,9-4 1,1 3 1062,7-7 0,9-40 0,7-14 0</inkml:trace>
  <inkml:trace contextRef="#ctx0" brushRef="#br0" timeOffset="3299">999 960 7844,'7'0'463,"1"0"178,-4 0 0,-1 0 19,5 0 1,1 0 260,4 0 0,6-1-517,2-4 1,10 2-184,3-5 0,5 1-972,4-2 0,2-3 351,3 4 400,2 2 0,13 6 0,11 7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01.1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234 208 7990,'7'0'1290,"0"0"-349,-2 0-134,-4 0-559,5 0 0,-2 1 0,0 4 0,1-2-58,-5 5 0,-2 1 14,-2 4 1,1 4-7,-6 1 1,1 3-97,-5-4 1,0 6-175,0-1 1,-2 3 79,-2 1 1,3-1-313,-4 1 1,0-1 111,0-3 0,1 1-61,4-6 1,0 4 141,0-3 1,0-2 59,0-8 1,5 2-6,-1-5 212,6 5 12,-3-9-87,6 5 232,0-6 0,0 1 294,0 4 136,0-4-180,0 5-217,0 0 1,0-3 119,0 5 28,0-5-251,6 9 0,-3-7-36,6 4 0,-6-2 28,1-2 0,3-4-28,2 3 1,-2 2-29,2-2 1,-1 1 3,5-5 1,0 4 22,0 0 0,4 1-83,1-5 1,3 0-154,-3 0 1,6 0-126,2 0 0,0 0 76,4 0 0,-1 0-459,1 0 0,-2 0 142,2 0 1,-3 0-49,-1 0 0,0 0-137,0 0 1,-1 0-347,-4 0 1,2 0-196,-5 0 1,3 1 532,-3 4 1,-1-3 588,-4 7 0,-12 17 0,-2 9 0</inkml:trace>
  <inkml:trace contextRef="#ctx0" brushRef="#br0" timeOffset="1359">1168 0 7990,'-13'0'69,"0"6"1,0 1 348,0 6 0,0 2-114,0 2 1,1 8 36,4 5 1,-8 10-22,3-1 1,-3 10 46,3 3 1,0 0-124,0 4 0,0-4 13,0-4 1,6 2-245,3-2 0,2-5-300,2-4 1,0-2-881,0-7 1,6-4 250,3-4 916,2 0 0,31-20 0,7-4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06.0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11202,'13'0'651,"0"0"1,1 0-1030,3 0 0,-1 0-154,6 0 1,0 0-1488,3 0 2019,-4 0 0,20 12 0,1 2 0</inkml:trace>
  <inkml:trace contextRef="#ctx0" brushRef="#br0" timeOffset="283">92 131 7885,'-13'0'0,"4"0"1587,0 0 2173,6 0-2099,-2 0 1,6 0-872,3 0 0,8 0-489,5 0 0,6 0-593,-1 0 1,2 0-651,2 0 1,0 1-104,0 3 1,-1-1 1044,-4 6 0,27 5 0,1 7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03.7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299 143 7984,'0'-8'20,"0"-1"0,0 5 96,0-5 0,0 5 232,0-5 0,-5 5 577,1-5-585,0 6 0,2-7 116,-2 6 1,2-2-120,-2 2 0,1 2-40,-1-2 1,1 2-10,-6 2 0,5 2-17,-5 2 1,1 3-1,-5 6 1,0 6 34,0 3 1,-2 8 78,-2 5 1,3 2-113,-4 2 1,0 4 124,0 0 0,-3 5-215,3-5 0,1 0-12,4-4 0,5 0-80,-1 0 1,6-6 76,-1-2 0,2-8-115,2-2 1,2-5-56,2 1 1,3-7-295,6-1 1,0-5 68,0 5 1,4-6-182,1 1 1,0-2 63,0-2 1,-4 0 109,3 0 0,2-5 150,-1 1 1,3-6-13,-4 1 1,5-4 25,-5-4 0,1 3-104,-5-4 1,0 0 15,0 0 0,-2-3 24,-2 3 1,1-3-128,-6 4 0,5-5-97,-5 5 1,0-1 101,-4 5 0,0 0 223,0 0 1,-1 2-25,-3 2 1,1-1 454,-6 6-233,0 0 372,-4 4-301,1 0-193,4 0-138,3 0 127,5 0 1,1 0-113,3 0 0,4-2 31,4-2 0,3 1-21,2-6 0,-1 2 79,6-2 1,-6-1 141,1 6 0,2-5-51,-2 5 1,0 0 193,-4 4 0,0 0 322,0 0 0,-4 5-161,-1 4 1,-5 3 2,2 1 0,-4 1-97,-1 3 1,0 2-87,0 3 1,0 2-264,0-2 0,0 1-298,0-2 0,-4 2-305,-1-5 1,1 1-757,4-2 1,0-3-2262,0 4 3608,0-4 0,-6 5 0,-1 1 0</inkml:trace>
  <inkml:trace contextRef="#ctx0" brushRef="#br0" timeOffset="478">921 169 7956,'-6'-7'110,"5"1"733,-11 6 1213,5-6-1553,-6 5 1,5-5 9,-1 6 0,5 0-199,-5 0 0,5 0 26,-5 0 1,5 6 22,-5 3 1,2 4 141,-2 4 1,-2 3-83,2 6 1,3 0-64,2 0 1,-2 6 48,2 2 1,-1-1-253,5 2 0,2-5-103,2 5 0,3-6 21,6 1 0,0-3-185,0-1 1,0-6-104,0-2 0,-1 0-446,-4 0 1,3-1-304,-7-4 1,5 0 220,-5 0 0,2-2-858,-2-2 970,-3 3 629,11-11 0,1-13 0,7-9 0</inkml:trace>
  <inkml:trace contextRef="#ctx0" brushRef="#br0" timeOffset="1042">895 65 7928,'-7'0'426,"-5"0"1505,5 0-1390,-6 6 1,2 3 5,2 8 0,-1 3 167,6 6 1,-5 7-196,5 6 0,-1 2-31,5 6 1,0-4-250,0 5 0,0-6-150,0 1 1,6-4-138,3-5 1,-1-2-320,5-6 0,-2-4-230,6-1 0,-3-3-729,-1 3 1,0-6 1325,0-2 0,17-6 0,5-7 0</inkml:trace>
  <inkml:trace contextRef="#ctx0" brushRef="#br0" timeOffset="1417">1155 273 8317,'-9'0'646,"0"0"1,5 0 1578,-5 0-1680,6 0 0,-2 1 20,5 4 0,0 2-71,0 6 0,0 0-148,0 0 0,0 4 26,0 0 1,5 6-104,4-1 1,-2 3 99,2 0 1,0 0-79,4-3 0,0 1-28,0-6 1,-5 5-14,1-5 1,-2 0 26,2-4 1,1 0-211,-6 0 0,0 0 270,-4 0-650,0 0 166,-5 0 1,-3-2-101,-5-2 1,0-3-207,1-6 1,-6 0-482,1 0 0,0-2 55,4-2 1,0-3-568,0-6 1,-5-4-1448,1-1 2893,0-5 0,8-27 0,5-12 0,-3-9 0,1 1 0</inkml:trace>
  <inkml:trace contextRef="#ctx0" brushRef="#br0" timeOffset="1550">1116 130 7577,'0'-7'-13,"29"7"1,7 7 0</inkml:trace>
  <inkml:trace contextRef="#ctx0" brushRef="#br0" timeOffset="1910">1375 1 9415,'2'8'1154,"2"1"1,-1-1-611,5 5 0,1 2-116,4 2 1,1 3 20,4 6 1,-4 0 8,3 0 0,2 2 177,-2 2 1,-5 3 88,-8 6 0,2 0-261,-2 0 0,1 0-484,-5-1 1,-6 1-130,-3 0 1,-1-4-44,2-1 0,-4 1-499,3 4 0,-1 0-971,2 0 1,-2-2 1662,5-2 0,-5 8 0,3-3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09.4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220 285 7899,'0'-13'0,"4"5"939,1-1 0,-1 0 534,-4-4-49,0 1-989,0-1 0,0 4 51,0 0-406,0 6 0,-6-1-143,-2 8 0,-4 5-44,-1 8 0,-6-1 142,-2 6 0,1-2 79,-2 2 1,2 2 9,-2-2 0,3 1-41,6-2 0,2-2-60,2-6 0,-1 4 26,6 1 0,1-2 14,7-8 1,5 2 22,8-5 1,5 3-415,8-3 0,3-1 167,6-4 1,0-2-883,0-2 1,0 3 51,0-4 1,-5 0-1263,1 0 2253,-6-5 0,8 9 0,-4-5 0</inkml:trace>
  <inkml:trace contextRef="#ctx0" brushRef="#br0" timeOffset="242">311 272 7913,'-7'0'1332,"-5"0"1,11 6-809,-4 3 0,4 7-157,1 1 1,0 6-100,0-1 0,0 6-179,0 3 1,1 5-180,4-2 1,-3-1-160,7 2 0,-6-2-516,1 2 0,2-4 542,-2-5 223,7 0 0,1-11 0,9-4 0</inkml:trace>
  <inkml:trace contextRef="#ctx0" brushRef="#br0" timeOffset="620">674 246 7913,'-7'0'271,"-5"0"0,5 0 685,-6 0 0,4 0-372,1 0 1,3 0-159,-3 0 1,1 6-134,-2 3 1,2 2-76,2 2 0,4 5 28,-3-1 0,2 5-1,2-5 1,2 6 63,2-1 1,3 1-28,6-2 0,4 2 136,1-5 0,3 3-53,-3-4 0,3 5-20,-3-5 0,3 1-176,-4-5 1,1 0 26,-5 0 1,0-2 74,0-2 1,-2 2 106,-2-2 1,-3 2 176,-6 2-305,0 0 0,-5 0-301,1 0 0,-6-1 134,1-3 1,-7 1-778,-1-6 0,-2 0-113,2-4 1,1 0-479,-5 0 0,3 0 211,-3 0 0,5-6-508,-1-2 0,-2-5 1582,1-4 0,-5-50 0,3-16 0</inkml:trace>
  <inkml:trace contextRef="#ctx0" brushRef="#br0" timeOffset="774">544 311 7913,'9'-4'737,"0"0"1,-1-5-311,5 5 1,2-5-136,2 5 0,3-5-202,6 5 1,4-5-341,0 5 0,5-5-1389,-5 5 1639,6-1 0,21 5 0,10 0 0</inkml:trace>
  <inkml:trace contextRef="#ctx0" brushRef="#br0" timeOffset="1143">1219 65 7913,'-15'0'0,"-2"0"0,10 0 1221,-6 0 1,0 0-521,0 0 1,4 0 116,1 0 0,3 0-212,-3 0 1,3 6-24,-3 2 0,3 1-235,-3 4 1,5-3-104,-2 7 0,4-2-118,1-2 1,4 0-171,1 0 1,6 0-322,2 0 0,2-6 323,6-3 1,-4 2-637,5-2 1,-5-1 79,5-7 1,-2 1-108,2-6 0,1 1 304,-6-5 1,0 0 34,-4 0 1,-1-2 173,-3-2 1,1 3 94,-6-4 1,0 4 144,-4 1 1,-4 0-87,0 0 1,-8 1 62,-1 4 1,-1-2-121,-8 5 0,5 1-310,-5 4 1,6 0 193,-1 0 210,3 0 0,12-6 0,4-1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13.1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 26 7941,'-9'7'359,"1"-3"1,3-2 1478,-3-2-1392,5 0 0,-2 0-48,10 0 0,3 0-737,10 0 0,3 0 58,9 0 1,8 0-550,5 0 830,6 0 0,3-7 0,6-3 0,7-1 0,1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18.11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246 311 7962,'-7'-13'582,"-4"0"72,2 0 1,-2 5-178,-2-1 0,0 5 380,0-5 1,0 6-372,0-1 0,0 5-204,0 8 1,-4 0 108,-1 8 0,1 3-64,4 2 0,0 7-65,0 1 0,4 4-61,1-3 0,5 5-72,-1-2 0,2-2-78,2-2 0,6-2-216,2-2 0,5-6-491,5-3 1,-2-4 357,5-4 1,1-4-405,4-5 1,0-1 87,0-3 0,0-5-71,0-8 1,-2 1 239,-2-6 0,1 1 101,-6-5 0,-1 0 79,-8 0 0,3 0-14,-7 0 0,0 0 156,-4 0 1,-6 2-12,-2 2 1,-5 3-53,-4 6 1,-2 0-27,-3 0 1,-1 5-156,6-1 249,-6 6 0,8-3 118,-2 6 0,26 12 0,7 2 0</inkml:trace>
  <inkml:trace contextRef="#ctx0" brushRef="#br0" timeOffset="366">584 26 7962,'-13'0'-169,"0"0"1,0 0 930,0 0 0,4 1-222,1 4 1,3-2-90,-3 5 0,5-3-230,-2 3 1,4 1-41,1 4 1,1-2-41,4-2 1,-1 3-193,9-4 1,-3-2-339,7-2 1,-1-2 312,2-2 0,-4 0-418,3 0 0,-2 0 129,-2 0 1,0-5-65,0 1 1,-6-6 179,-3 1 1,-1 2 89,1-1 1,-2-1 41,2-4 0,-8 4 172,-5 1 1,-2 0 65,-2 0 0,0-2-75,0 5 0,-5 1 69,1 4-379,0-6-424,4 5 504,0-5 184,6 6 0,58 17 0,22 5 0</inkml:trace>
  <inkml:trace contextRef="#ctx0" brushRef="#br0" timeOffset="648">843 415 7962,'-7'0'1366,"1"-6"-173,0 5-108,5-5 0,1 2-466,9 0 1,2-1-212,2 5 1,6 0-407,2 0 0,4 0-417,1 0 0,-3 0-1340,3 0 1755,-3 6 0,43 13 0,3 8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47.9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1 105 10545,'8'0'-53,"1"0"1,0 0-258,4 0 0,0 0-1155,0 0 1465,0-6 0,40 16 0,10-1 0</inkml:trace>
  <inkml:trace contextRef="#ctx0" brushRef="#br0" timeOffset="191">364 144 7943,'0'7'866,"6"-1"1,-3-6-606,5 0 0,-3 0-350,3 0 1,-3 0-425,3 0 0,1 0 33,4 0 0,0-6-893,0-3 1373,0 3 0,17-17 0,5 2 0</inkml:trace>
  <inkml:trace contextRef="#ctx0" brushRef="#br0" timeOffset="341">740 157 7887,'7'0'0,"1"0"-986,-4 0 376,-3 0 610,11 0 0,12-18 0,11-3 0</inkml:trace>
  <inkml:trace contextRef="#ctx0" brushRef="#br0" timeOffset="491">1000 66 7887,'0'7'672,"5"-1"-898,-3-6 1,5 0-193,-3 0 1,-1 0 417,6 0 0,22-6 0,11-1 0</inkml:trace>
  <inkml:trace contextRef="#ctx0" brushRef="#br0" timeOffset="658">1259 53 7851,'7'0'-383,"-1"0"0,-5 0-125,4 0-51,-4 0 461,11 0 1,-10 0 97,7 0 0,-6 0 0,26 6 0,0 1 0</inkml:trace>
  <inkml:trace contextRef="#ctx0" brushRef="#br0" timeOffset="850">1466 1 7836,'2'7'818,"2"-2"-507,-2-4-293,9-1 1,-8 0-190,6 0-872,-6 0 152,8 0 442,-4 0 449,6 0 0,12-6 0,2-1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50.1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11603,'7'6'1224,"5"-3"-761,-3 6 1,4-2 240,4 2 1,-3 2-101,3-2 0,4 2 68,0 2 1,-1 2-258,2 2 1,-6-3-45,1 4 1,-1-3-59,1 3 0,-4-2 75,0 5 1,0-4-199,-4 5 1,-3-5 69,-2 5 1,2-2-103,-2 2 1,0 2-25,-4-2 1,0-2-118,0 2 1,-1-2 60,-3 2 0,2 1-82,-2-6 1,1 6-191,-1-1 0,2-4-296,-2 0 1,2-4-1109,2-1 1,-4 0 729,0 0 0,0 0 868,4 0 0,-35-12 0,-8-2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3:58.0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27 7749,'-7'-7'10,"1"1"0,6 4 314,0-2 77,0 3-3,0-5 19,0 6 19,0 0-318,6 6 0,-1 1-99,4 6 0,3-4-72,-4-1 0,2 1-14,-1 4 0,3-5-46,-4 1 0,4 0 123,1 4 1,0 0-102,0 0 0,0 0 96,0 0 1,-2 0-45,-2 0 1,2-1 21,-2 1 0,-2 0 8,2 0 1,-5 2 153,5 2 1,-6-2-126,1 2 0,-3-3-22,-1-1 1,0 0 5,0 0-8,0 0 0,0 0 2,0 0 1,-4 0-7,0 0 1,-2-4-2,2-1 0,2-3 6,-2 3-30,-3 1 0,4 4 30,-6 0 1,6-5-1,-1 1 2,3 0 1,1 4-77,0 0 1,0 0-380,0 0 206,0-6-345,0 4 326,0-3 0,1 0-305,3 1-135,-2-6 709,4 3 0,-12-24 0,-1-3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17.1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479 416 7987,'-6'-13'480,"0"0"172,-2 0 1,-3 0-33,7 0 0,-4 4 151,3 0 1,-5 2-284,1-1 0,-2 2-182,-2 6 0,-1 0-269,-4 0 1,-2 6 89,-6 2 0,0 5-4,0 4 1,0 4-5,0 5 1,-4 0-82,0-1 1,4 1 104,4 0 1,2 0-225,-1 0 1,2 0 102,6 0 1,4 2 50,1 2 0,5-3-225,-2 3 1,10-7 94,3-1 0,5-6-347,5 1 1,-3-8 140,7-5 1,0-2-8,4-2 1,-3-2 25,3-2 1,-3-5-147,7-8 0,-3-3 4,-1-6 1,0 0-67,0 0 1,-4-1 169,-1-4 0,-5 4 47,1-3 1,-4 2 243,-4 2 0,1 0 170,-6 0 0,1 6 553,-5 3-334,0 8-120,-6 4 1,0 6 99,-2 3 0,-2 5 290,5 8 0,1-1-29,4 6 1,0-1-205,0 5 1,0 2-358,0 2 0,0-3-375,0 4 0,4-8-398,1-2 1,5 1-54,-2 4 0,4-6-1961,1-3 2709,0-2 0,29-20 0,7-3 0</inkml:trace>
  <inkml:trace contextRef="#ctx0" brushRef="#br0" timeOffset="353">712 558 8156,'0'7'616,"-1"5"-30,-4-3 1,4 2 398,-3 2-400,2 0 1,2 0-294,0 0 1,0 0-100,0 0 172,0 0-337,0 0 688,0-6-419,0-1 0,-1-8 55,-4-2 0,4-5-162,-3-8 0,2 1 18,2-5 0,0-1-92,0-4 1,0-4-138,0 0 1,0-1 37,0 5 1,5 0-259,-1 1 0,6 3-664,-1 0 0,2 6-23,2-1 0,4 3-435,1 1 0,0 6 453,0 2 910,2 4 0,40 18 0,10 5 0</inkml:trace>
  <inkml:trace contextRef="#ctx0" brushRef="#br0" timeOffset="593">1179 416 7950,'-13'0'0,"6"0"0,-5-5 2879,4 1-1897,-4-6 0,-1 4-215,0-3 1,5 4-284,-1 5 1,0 0-183,-4 0 0,5 1-40,-1 3 0,0 5 95,-4 8 0,5-1-93,-1 6 0,5-1-14,-5 5 1,6 0-191,-1 0 0,3 0-228,1 0 1,1-1-449,3-4 1,5-2-174,8-6 0,-1 0-808,6 0 1,-1-6 616,5-3 980,0-8 0,35-49 0,8-18 0</inkml:trace>
  <inkml:trace contextRef="#ctx0" brushRef="#br0" timeOffset="1333">1477 78 7945,'-7'0'886,"-4"0"1,8 2-206,-6 2 0,6 5-136,-1 8 1,3 5-111,1 8 0,1 5 78,3 8 0,-1 3-291,6 6 0,-5 0-39,5 0 1,-6-1-489,1 1 1,-3-6-193,-1-2 0,0-4-503,0-1 0,0-5 154,0 1 0,0-10 846,0 0 0,-5-36 0,-3-6 0</inkml:trace>
  <inkml:trace contextRef="#ctx0" brushRef="#br0" timeOffset="1484">1322 429 7913,'0'-8'1097,"0"3"1,1 3-902,4-2 0,2 2-553,6-2 1,5 3 356,4 1 0,60 5 0,16 3 0</inkml:trace>
  <inkml:trace contextRef="#ctx0" brushRef="#br0" timeOffset="1829">1776 429 7913,'-13'0'792,"0"0"1,0 0-9,0 0 1,0 4 154,0 0 1,0 1-465,0-5 0,0 5-42,0 4 1,4 2-48,1 2 0,-1 2 125,-4 2 0,4-1-183,1 6 1,5-1 67,-1 5 0,2-4-367,2-1 0,0-5-166,0 2 1,6-4-278,3-1 0,2-6 213,2-3 0,4-2-246,1-2 0,3-3-259,-3-6 1,3 1-560,-4-10 1,5 3 632,-5-3 1,1 4 68,-5-3 0,0 2 601,0 2 1,-5 0 200,1 0 1,-5 0 539,5 0-110,-6 6 1022,3 1-1272,-6 6 1,0 6 17,0 3 0,0 2-234,0 2 0,0 5-292,0-1 1,1 4-1192,3-3 0,-1-1 1280,6-4 0,17 6 0,8 1 0</inkml:trace>
  <inkml:trace contextRef="#ctx0" brushRef="#br0" timeOffset="2119">2061 610 7885,'-13'7'518,"0"5"1,4-11 741,1 4 0,5-2 648,-1 1-802,-4-3-1463,7 5 250,-5-6 1,6-6 34,0-2 1,5-4-64,-1-1 0,5-4-259,-5 0 1,6-2 382,-1 2 1,2 2 188,2-2 1,-4 2-81,-1 2 1,1 0 397,4 0 1,1 5 184,4-1 1,-4 6-108,3-1 1,-2 3 98,-2 1 1,4 0-269,0 0 0,1 7-52,-5 6 1,-5 1-195,1 8 1,-2 1-150,2 7 0,-3-3-376,-6 4 0,0-2-695,0 1 1,4-3 1060,0 3 0,-11 9 0,-7 2 0</inkml:trace>
  <inkml:trace contextRef="#ctx0" brushRef="#br0" timeOffset="3018">2748 26 8019,'-5'13'0,"-3"6"1047,-4 3 1,1 5-385,-2 8 0,3 7-244,-7 14 0,3 4-185,1 9 1,0 4-39,0 4 0,6-6-150,2-6 0,4-2-218,1-7 0,1-4-906,4-4 1,-3-12 621,7-2 1,0-5 455,4-3 0,5-6 0,3-1 0</inkml:trace>
  <inkml:trace contextRef="#ctx0" brushRef="#br0" timeOffset="3394">2852 390 8026,'-6'13'961,"-1"0"0,-1-2-424,-1-2 1,6 2 640,-1-2-928,2-3 1,4-1-55,2-5 0,5 0-303,8 0 1,-1-1 125,5-3 1,1-8-104,4-5 1,0-6-167,0 1 1,-4-2-226,-1-2 1,-1 0 101,2 0 1,1 0-80,-6 0 1,1 2 290,-5 2 0,-6 3 665,-3 6 475,-2 6-779,-2 1 0,-2 8 219,-2 2 0,1 5-126,-6 8 1,5 2-78,-5 2 1,5 5-151,-5 0 1,6 0-232,-1 4 0,3-1-131,1 1 0,0-2-494,0 2 1,0-4-1464,0-4 2253,5-4 0,37-39 0,14-10 0</inkml:trace>
  <inkml:trace contextRef="#ctx0" brushRef="#br0" timeOffset="3602">3397 39 8026,'-6'13'184,"5"0"1,-9 0 390,5 0 0,-5 6 105,2 3 0,0 4-258,0 4 1,1 3 74,-2 6 0,-3 6-348,4 2 1,-4 4-251,-1 0 1,5-3-145,-1 0 0,6-2-418,-1 1 1,2-3 69,2-10 1,0-7 592,0-5 0,12-35 0,2-4 0</inkml:trace>
  <inkml:trace contextRef="#ctx0" brushRef="#br0" timeOffset="3895">3436 506 8336,'1'-7'440,"4"3"0,-2-2 302,5 2 0,-4-2-446,5 2 0,0 2-307,4-2 1,0-2-157,0 2 0,0-1 146,0 5 0,0 0 260,0 0 0,-2 2-59,-2 2 0,-4-1 130,-5 6 0,0-5-36,0 5 1,0 1 197,0 7 1,-5-1-132,-4 6 1,-2-1 129,-2 5 1,-3 0-229,3 0 0,-3 0 0,7 0 1,-1 1-444,2 4 0,2-8-170,6 3 0,0-9-408,0 0 1,1-2 348,4-2 1,3-5-274,9 1 1,4-6 178,5 1 523,0-8 0,40-44 0,10-15 0</inkml:trace>
  <inkml:trace contextRef="#ctx0" brushRef="#br0" timeOffset="4212">3721 1 8496,'-7'0'1692,"1"5"0,13 4-1205,6 8 0,6 1-179,7 7 1,1 0 98,4 10 0,-4 1-26,3 7 0,-2-1 106,-2 5 0,-6 1-232,-3 4 0,-8-5-63,-5 1 1,-4-2-172,-4 1 0,-3 7-325,-6-7 0,-5 7-1396,1-7 0,-5-2 324,5-2 1376,0 3 0,4-17 0,0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23.2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65 402 7926,'-18'0'1609,"3"0"970,-2 0-958,8 0-1195,4 0 1,6 0-189,3 0 1,9 0-210,9 0 1,7 0-301,1 0 1,6-4-329,-1 0 1,-2-1-1793,1 5 2391,1 0 0,33 6 0,7 1 0</inkml:trace>
  <inkml:trace contextRef="#ctx0" brushRef="#br0" timeOffset="420">908 260 7926,'-12'-6'697,"-3"0"209,-2-3 1,2-1-334,-2 6 1,3 0 126,1 4 1,-2 0-313,-2 0 0,1 1-170,-5 4 1,3 3-55,-3 9 0,3 1 69,-3 8 0,1-3 107,-2 7 0,3-3-56,6-1 0,0 2-41,0 2 1,6-4-214,3 0 0,2-6-259,2-7 0,6 0-91,3 0 0,7-6-361,1-3 1,6-2 173,-1-2 1,2-7-310,2-6 1,0-2 130,0-6 1,-5-1 174,1-4 0,-5 5 37,5-1 0,-6 2 331,1-2 0,-4 3 222,-4 6 0,1 0 45,-6 0 0,1 5 817,-5-1-250,0 6 26,0 3 1,-5 12-155,1 5 0,0 2-240,4-2 1,0 2-114,0 2 0,0 4-380,0-3 1,4-4-540,0 0 1,6 0 707,-1 0 0,26-1 0,6-4 0</inkml:trace>
  <inkml:trace contextRef="#ctx0" brushRef="#br0" timeOffset="642">1168 493 7923,'-7'0'796,"-5"0"0,5 0-3,-6 0 0,4 0 1057,1 0-1026,-1 0-553,-4 0 1,2-1-112,2-4 0,-1-2-122,5-6 0,1-4-138,4 0 1,2-6 154,2 1 1,2 2-276,2-2 1,5 6-296,0-1 1,0-2-500,5 2 1,0 4 164,0 4 0,5 2 849,-2-2 0,50 9 0,12 8 0</inkml:trace>
  <inkml:trace contextRef="#ctx0" brushRef="#br0" timeOffset="859">1557 299 8919,'-13'0'820,"4"0"-223,1 0 1,0-2 63,0-2 0,-4 2 152,4-2 1,-4 3-282,-1 1 1,0 5 3,0 4 1,0 3-174,0 0 1,5 6 73,-1-1 1,5 6-435,-5-1 1,6 2 42,-1 2 0,4 0-784,4 0 1,3-1 213,6-4 1,2-2-240,2-6 1,3-6-146,6-3 1,2-2 907,2-2 0,26-58 0,12-14 0</inkml:trace>
  <inkml:trace contextRef="#ctx0" brushRef="#br0" timeOffset="1075">1816 26 7892,'-13'13'1238,"0"-6"0,2 5-516,2-3 1,3 4 281,6 4 0,0-1-521,0 5 1,0 2-15,0 8 0,5-3-368,-1 7 0,6-5 56,-1 5 0,-2-1-714,2 5 0,-6-4-215,1 0 0,2-2-620,-2 1 1,2-3 1391,-2-10 0,3-8 0,6-7 0</inkml:trace>
  <inkml:trace contextRef="#ctx0" brushRef="#br0" timeOffset="1241">1700 441 8981,'-8'0'626,"3"0"-626,5 0 0,10 0 60,3 0-60,8 0 0,24-2 0,11-2 0,8 1 0,-1-1 0</inkml:trace>
  <inkml:trace contextRef="#ctx0" brushRef="#br0" timeOffset="1570">2141 389 7846,'-13'0'206,"0"0"1,0 0 975,0 0 1,0 0-227,0 0 0,0 2-9,0 2 0,-4 0-401,-1 9 0,1-3 35,4 8 0,0 2-94,0 2 1,4 2 91,1 2 1,5 0-421,-1 0 0,2-6 17,2-3 1,0-2-689,0-2 1,6 0-56,3 0 0,2-6-415,2-3 0,4-2 293,1-2 1,3-6-304,-3-3 1,3-2 532,-4-2 1,2-5 27,-2 1 1,-2 0 554,2 4 1,-2 0-169,-2 0 1,-5 4 572,1 1 0,-5 5 392,5-2-122,-6 4 0,2 2-499,-5 4 1,0 2-118,0 6 0,0 1-478,0 4 0,0 0-890,0 4 0,2 3 1185,2-4 0,15-8 0,8-1 0</inkml:trace>
  <inkml:trace contextRef="#ctx0" brushRef="#br0" timeOffset="1818">2335 623 7846,'-13'6'486,"0"-5"0,5 5 1885,-1-6-998,6 0-638,-8 0 0,9-2-639,-2-2 0,2 1-511,2-6 0,2 1-521,2-5 0,3 0 534,6 0 1,0-4 499,0-1 1,4-3 94,1 3 1,-1 1 124,-4 4 0,-4 5 0,-1-1 0,1 2 539,4-2 1,-4 3-245,-1 6 0,-3 2 334,3 2 0,-3 3-539,3 6 0,-5 2-157,1 2 0,-2 3-1366,-2 6 1,0 0-192,0 0 1,0 0-2403,0 0 3708,6-6 0,1 10 0,6-2 0</inkml:trace>
  <inkml:trace contextRef="#ctx0" brushRef="#br0" timeOffset="2076">2789 0 7848,'-7'7'1093,"-5"5"228,5-5 1,-4 12-332,2 3 0,-3 3 402,4 6 0,1 3-430,-2 10 0,5 3-427,-5 9 1,5 3 140,-5 6 1,6-6-634,-1-2 1,2-8-550,2-2 1,2-5-205,2 1 1,2-8-818,3-5 1,2-4 846,-2-4 680,2 2 0,14-27 0,2 0 0</inkml:trace>
  <inkml:trace contextRef="#ctx0" brushRef="#br0" timeOffset="2436">2906 286 7838,'-7'0'781,"-5"0"1,9 0 901,-5 0-119,5-6 0,-2 0-954,10-3 1,2-2-237,6 2 0,1 2-775,4-2 1,0 2 60,4-1 0,2-3-164,-2 7 1,-2-2 370,2 2 1,-6 3-211,1-4-62,-3 4 341,-1 7 1,-5 1 513,-4 6 1,-4 4-33,-4 0 0,-4 5 199,-5-5 0,-4 6-126,0-1 0,-1 2 200,6 2 1,-6 5-218,1-1 0,4 2-1,4-2 1,2-3-230,-2 4 1,4-4-80,5-1 1,0-5-648,0 1 0,1-6 407,3 1 0,4-2-1401,5-2 0,4-6 122,0-3 1,6-2-319,-1-2 0,2-2 1672,2-2 0,29-50 0,7-16 0</inkml:trace>
  <inkml:trace contextRef="#ctx0" brushRef="#br0" timeOffset="2735">3217 0 7834,'7'0'1044,"-1"0"1,-6 2-116,0 2 1,4-1 41,1 6 1,5-4-398,-2 8 0,8-1 99,2 9 1,3 7 18,-3 6 0,3 5 286,-4 5 1,1-1-225,-5 9 0,-2-3 273,-2 7 1,-3-3-409,-6-1 0,0 0-213,0 0 0,-8-6-1282,-5-3 1,0-1-477,-4 1 0,-2-1-1074,2 6 1,-4-5 2425,3 4 0,-13-9 0,-7 1 0,-1 5 0,0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33.5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12397,'8'5'769,"1"-1"1,0 0-563,4-4 0,1 0-703,3 0 0,-1 5-193,6-1 1,-1 0-564,5-4 1,0 2 1251,0 2 0,23-3 0,6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33.8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6113,'8'0'84,"1"0"1,4 0-191,4 0 1,6 0 105,-1 0 0,2 0 0,43 11 0,9 4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34.9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60 532 7891,'-13'0'1815,"0"0"1122,0 0-1194,0 0-600,6 0-428,18 0 1,5 0-485,14 0 0,-1-1-335,1-4 1,4 4-857,4-3 1,0 2-59,-3 2 1,2 0-603,-2 0 1,2 0 1619,2 0 0,29 0 0,7 0 0</inkml:trace>
  <inkml:trace contextRef="#ctx0" brushRef="#br0" timeOffset="325">1020 130 7891,'-19'0'218,"4"0"0,-8 0 254,6 0 0,-5 0 404,5 0 0,-6 6-463,1 2 0,4 4-77,0 1 1,1 1-138,4 4 0,-3-4 0,8 3 1,2 2-25,2-2 1,4 2-68,4-2 0,3-2-44,6 2 0,0-3 78,0-1 1,6-4-209,2 0 0,5-6-306,5 1 0,-4-3-350,3-1 0,-2-1 0,-2-3 0,4-4 722,0-5 0,12-28 0,-2-8 0</inkml:trace>
  <inkml:trace contextRef="#ctx0" brushRef="#br0" timeOffset="533">1110 247 7891,'-13'7'319,"6"4"0,-4-8 494,2 6 0,2 1-219,-2 7 1,6 1 51,-1 8 0,-2-2-433,2 11 1,0-1-369,4 5 1,0 0-456,0 0 1,0 3-69,0-3 1,1 1 677,3-10 0,21 1 0,9-6 0</inkml:trace>
  <inkml:trace contextRef="#ctx0" brushRef="#br0" timeOffset="869">1448 221 7891,'-21'7'559,"3"5"1,5-11 34,0 3 1,1 3 547,4 2 1,-3-2-573,7 2 1,0 1 6,4 7 1,0-1-201,0 6 1,0-5-101,0 5 0,6-5-14,2 5 0,8-1-36,1 5 1,2-4 0,-2-1 0,-1-3-54,6 3 1,-2 0-130,2 0 1,-2-2 68,-3-6 0,-4 1-107,0 4 0,-1-4 124,-8 3 1,5-2-44,-5-2 1,-1 0-76,-8 0 0,-2 0 32,-6 0 1,0-2-147,0-2 0,-4 1-142,0-6 0,-6 0-498,1-4 0,-2 0-57,-2 0 0,0-1-678,0-3 0,1-5 1476,4-8 0,-27-50 0,-1-16 0</inkml:trace>
  <inkml:trace contextRef="#ctx0" brushRef="#br0" timeOffset="983">1344 299 7891,'13'-6'316,"0"-1"1,1-2-198,3 0 1,-1 6-131,6-1 0,0-2 11,3 2 0,13 11 0,2 8 0</inkml:trace>
  <inkml:trace contextRef="#ctx0" brushRef="#br0" timeOffset="1327">1992 39 7891,'-7'0'1196,"-4"0"-472,3 0 0,-5 0 688,0 0 1,5 5-21,-1-1 1,5 7-701,-5 2 1,6 2-230,-1 6 1,2-3-194,2 3 0,0 1-233,0 4 1,6-2-112,3-2 1,7-3-263,1-6 0,6-5 26,-1 1 0,2-6-360,2 1 0,0-8 121,0-5 1,-4-2-300,-1-2 0,-5-5 347,1 1 1,-2-6 463,-2 1 0,-6 2 367,-3-1 1,-2 0-253,-2 0 0,-6 1-33,-3 2 1,-4 4 62,-4-3 1,-3 8 111,-6 5 1,0-2-391,0 2 0,0-1-1077,0 5 1247,6 0 0,-22 6 0,0 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44.1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105 0 7875,'-13'6'327,"0"-4"0,1 5 13,3-3 0,-2-1-61,2 6 0,2-1 248,-2 5 0,7 0-266,-3 0 1,-1 4-174,2 1 1,0 1 176,4-2 1,1-1 26,4 5 0,2-5-26,6 1 1,0-2 104,0-2 0,5 0 33,4 0 1,3-2-128,0-2 0,1 2-55,0-2 1,-4-3-85,0-2 0,-1 2-183,5-2 1,-6 5-102,-2-5-217,-4 6 0,-2-2-180,-4 5 0,-2-5 303,-6 1 0,-6-2-494,-2 2 1,-8 2-111,-2-2 0,-5 1-1145,2-1 1989,-4-4 0,-53-22 0,-12-5 0</inkml:trace>
  <inkml:trace contextRef="#ctx0" brushRef="#br0" timeOffset="164">118 52 7875,'25'0'0,"-1"-4"119,1 0 1,-1-1 225,6 5 0,2 0-345,-2 0 0,29-5 0,3-3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42.4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195 156 7890,'0'-7'1249,"0"-5"-812,0 5 1,5-4-23,4 2 0,3 3 137,0 6 1,6 0-268,-1 0 0,0 0-172,-4 0 0,5 2-86,-1 2 0,-4 3 125,-4 6 1,-7 0-31,3 0 0,-4 0 32,-1 0 0,-1 4-116,-4 1 0,-2 3 96,-6-3 0,-4 5 12,0-2 1,-6 4 34,1 1 0,2-5 108,-2 1 0,2 0-313,-2 4 1,4-6-69,5-3 0,1 2-177,4-2 0,2 0-546,6-4 39,0 0 1,7 0-9,6 0 0,6-6 784,7-2 0,57-15 0,15-5 0</inkml:trace>
  <inkml:trace contextRef="#ctx0" brushRef="#br0" timeOffset="383">545 364 7890,'0'13'1248,"-2"0"-795,-2 0 1,3 0 150,-4 0 1,4 0-228,1 0 1,6 0-139,2-1 1,4 1-118,1 0 0,0-4-127,0 0 0,0-2 68,0 2 1,0-4-145,0-5 1,-1 0 8,1 0 144,0 0 1,-5-1-155,-4-3 1,2-4 81,-2-5 1,0-1-133,-4-3 0,-4 1 127,0-6 0,-2 1-90,2-5 0,1-5 78,-6 1 1,5-4-176,-5 3 0,6 0 409,-1 0 0,2 4-124,2-3 1,0 2 355,0 2 0,2 6-173,2 3 1,3 2-49,6 3 1,2 0-301,2 3 1,3 2-341,6 3 0,0 2 154,0-2 0,4 3-175,1 1 0,0 0-243,0 0 0,-3 0 676,7 0 0,-6 5 0,3 3 0</inkml:trace>
  <inkml:trace contextRef="#ctx0" brushRef="#br0" timeOffset="733">921 169 12190,'13'0'250,"0"-4"-324,0 0 0,0-1 41,0 5 1,0 0-209,0 0 1,-5 0 416,1 0 1,-2 2 114,2 2 0,-3-1 171,-6 6 1,0-1-130,0 5 1,-2 0 64,-2 0 0,-3 1-56,-6 4 1,-5-2 163,1 5 0,0-3-301,4 3 1,1-5-54,4 1 1,-2-1-271,5 1 1,1-2-436,4 2-60,0-2 0,6-2-13,2 0 0,8-5-658,1 1 0,6-6 546,-1 1 1,3-3 737,1-1 0,28-5 0,8-3 0</inkml:trace>
  <inkml:trace contextRef="#ctx0" brushRef="#br0" timeOffset="1208">0 727 7875,'9'-7'487,"-1"2"1,7 2 702,6-1 1,5 3 8,5-4 0,9 4-514,12 1 1,5-1-190,8-4 1,6 4-294,2-4 0,1 4-178,4 1 0,-9-1-356,4-4 0,-5 4-342,-3-4 1,0 0-1097,0 0 1,-6 0 1768,-3 0 0,-9 4 0,-2-5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6:55.2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466 467 7899,'-13'0'265,"0"5"1,0 0 872,0 3 0,0-4-369,0 5 1,0-1 273,0 5 0,6 2-560,2 2 1,4-1-200,1 5 0,0-5-446,0 2 1,1 0-5,4 0 0,3-1-155,10-4 0,-4 0 207,3 0 0,2-5-73,-2 1 0,5-6-168,-5 1 1,5-2-354,-5-2 0,5-6 229,-5-3 1,0-2 104,-4-2 0,-1-2 290,-4-2 0,3-3-95,-7-6 0,0 4 328,-4 1 0,0-1-5,0-4 1,-6 5 84,-2-1 1,1 5-100,-2-5 0,-4 6 21,-4-1 0,-5 4 32,5 4 1,-5-1 156,5 6 1,-5 0 150,5 4 1,-2 0-248,2 0 1,2 7-242,-2 6 0,3 0-313,1 4 0,4-1-673,0 1 0,7-2 983,-3 2 0,38-14 0,11-5 0</inkml:trace>
  <inkml:trace contextRef="#ctx0" brushRef="#br0" timeOffset="604">258 338 7899,'-7'-6'0,"-5"3"440,4-6 1,-4 6 646,-1-1 0,0 3-478,0 1 1,0 0 83,0 0 0,0 5-196,0 4 0,-4 8 60,0 5 0,-1 8-223,5 5 0,-2-2-1,2 2 0,-2-1-62,11 5 1,-5-1-226,5-4 0,1 1-244,7-9 0,-1 1-150,6-10 1,4 1-482,4-5 1,6-2-85,-1-2 0,4-3-2028,4-6 2941,-3 0 0,40-35 0,2-8 0</inkml:trace>
  <inkml:trace contextRef="#ctx0" brushRef="#br0" timeOffset="1293">1010 338 7899,'-13'-8'745,"2"-3"214,2 2 1,-2 2-364,2-2 1,-3 7 116,-1-3 1,0 4-371,1 1 1,-1 0-324,0 0 1,0 6 110,0 2 0,0 4-72,0 1-58,0 5 0,4 1 241,0 3-180,7-3 1,-4-7 21,6 1 1,0 0-3,0 0 0,6 0-16,2 0 1,4-1 14,1-4 1,0 4-75,0-3 1,1-4-168,3 0 1,-1 1-235,6-2 0,-6 4 179,1-3 1,-3 1-30,-1-2 1,0-1 198,0 5 0,-1-3-114,-4 3 149,4 1 1,-11 4 213,4 0 0,-5 0-61,-5 0 1,-2 1 187,-6 4 0,-5-4-121,-4 3 1,-1-2 8,1-2 1,-2-5-285,2 1 1,-2-6-255,-2 1 0,1-2-287,4-2 1,-2 0 165,5 0 1,1-2-981,4-2 783,6-3 637,1-12 0,41-24 0,8-12 0</inkml:trace>
  <inkml:trace contextRef="#ctx0" brushRef="#br0" timeOffset="1572">1283 0 7899,'-6'8'503,"-1"3"0,-2-7 707,0 9 1,5-1 218,-5 10 1,5 11-514,-5 10 1,7 13-137,-3 9 0,-1 6-209,2 6 0,0 7-113,4 3 0,1-4-431,4-1 1,0-8-557,4-5 1,3-10-284,-4-7 0,4 0 812,1-5 0,11 4 0,4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7:00.4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207 47 7887,'0'-7'1600,"0"-5"-558,0 5 895,0-6-1199,0 6 0,0 8-29,0 12 0,-4 8-237,-1 9 0,-3 4 1,3 10 0,-3 2-217,3 6 0,-3-5-47,3 1 1,1-1-301,4 5 0,0-6-212,0-2 0,6-6-203,2-3 0,4-8-118,1-5 1,0-6-642,0 1 1,4-4 290,0-4 0,2-3-1311,-2-6 2285,4 0 0,10-41 0,2-9 0</inkml:trace>
  <inkml:trace contextRef="#ctx0" brushRef="#br0" timeOffset="239">25 358 7891,'-7'0'1732,"-4"0"0,9-1-1263,-2-3 0,4 2-229,4-2 1,5 1-25,8-1 1,3 2-885,6-2 0,6 2-136,2 2 0,4-4 804,1 0 0,40-6 0,10 2 0</inkml:trace>
  <inkml:trace contextRef="#ctx0" brushRef="#br0" timeOffset="481">609 371 7891,'-7'0'5742,"1"0"-5477,18 0 1,-2-1-372,11-3 0,1 2-499,4-2 0,1 2 605,3 2 0,38-11 0,14-4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0:37:01.8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271 260 7910,'-20'-6'450,"1"5"0,5-5-37,-4 6 0,3 0 391,-7 0 0,5 6-428,-5 3 1,2 6-297,-2 3 0,-1 5 49,6-2 0,0 0-81,4 0 1,5-4-225,4 5 1,4-6 170,4 1 1,4-2-110,5-2 1,4-5 74,0 1 0,6-6-132,-1 1 1,4-2-531,4-2 1,-3 0 338,4 0 1,-4 0-1436,-1 0 1797,6 0 0,7-18 0,7-3 0</inkml:trace>
  <inkml:trace contextRef="#ctx0" brushRef="#br0" timeOffset="191">349 377 7904,'-13'6'261,"6"-5"0,-3 11 421,5-4 1,-3 8 42,3 1 0,1 11-373,4-2 1,-4 4-243,-1 0 0,1-1 4,4 6 0,1 2-222,4 2 0,-2 1-334,5-9 1,1 3 441,4-4 0,11-5 0,4-6 0</inkml:trace>
  <inkml:trace contextRef="#ctx0" brushRef="#br0" timeOffset="526">712 312 7874,'-13'0'391,"0"0"0,0 0 67,0 0 0,2 1 568,2 4 0,-3-2-461,4 5 0,-2 1 45,1 4 1,-1 1-183,6 4 1,-1 0-218,5 4 1,0 2-149,0-2 0,2-2 105,2 2 1,8-2-136,5 2 1,2-4 44,-2-5 1,3 2-94,6 2 0,-1-3-271,-4 4 0,2-5 144,-5-5 1,3 4-19,-4-3 0,1 2 105,-5 2 1,-6 0 29,-3 0 0,2-4-23,-2-1 0,1 1-8,-5 4 0,-6-4-106,-3-1 0,-4-4-202,-4 5 1,1-6-569,-6 1 0,5-2 415,-4-2 0,-1-2 517,-4-2 0,-8-28 0,-4-12 0,-4-6 0,0 0 0</inkml:trace>
  <inkml:trace contextRef="#ctx0" brushRef="#br0" timeOffset="683">660 286 7872,'7'-7'0,"1"1"393,-4 6 1,3-4 568,6-1 0,1 1-674,4 4 0,-2 0-284,5 0 1,1 0-1925,4 0 1920,0 0 0,46 29 0,11 7 0</inkml:trace>
  <inkml:trace contextRef="#ctx0" brushRef="#br0" timeOffset="1027">1283 117 7843,'-19'0'0,"5"0"0,-4 0 0,4 0 0,1 0 0,0 5 744,0-1 1,0 6 1022,0-1 1,1 2-857,4 2 1,-2 0 80,5 0 0,1 5-673,4-1 1,0 4-96,0-3 0,2 0-278,2 0 0,3-4-164,6 3 0,1-8-191,4-5 0,-4 2-91,3-1 0,4-3-460,0-6 1,-1-3 301,2-6 0,-2-2-87,2-2 0,-3 3 487,-6-4 0,-2 0 21,-2 0 0,1 0 372,-6 0 0,0 4-125,-4-3 1,-1 2-41,-3 2 0,1 2-82,-6 2 1,-4 3 144,-4 6 1,0 0-361,4 0 0,-3 2 327,3 2 0,-3 26 0,9 12 0</inkml:trace>
  <inkml:trace contextRef="#ctx0" brushRef="#br0" timeOffset="1334">1503 1 14213,'13'13'1074,"2"5"-535,2 4 1,2 10-173,2 7 0,4 7-90,-4 10 0,-2 9 297,-2 8 1,-8 4-426,-5 0 1,-12 1 227,-5 0 1,-13 4-333,0 0 0,-7-5-194,2-8 0,3-4-647,6-5 1,3-8-2556,6-9 3351,6-8 0,-45-38 0,-5-14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06:24:25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6023 6909 7980,'5'-6'-1468,"-4"1"1223,4 5 875,-5-4 0,1 3 747,3-3-791,-3 3-350,4 1-256,-5 0 188,0 5 0,-2-3 211,-1 5-290,2-5 0,-4 4 1,5-2 9,0 3-333,0-2-810,0-1-121,0-4 1054,0-4-48,0 3 444,0-4 0,-1 1 118,-3 1-161,3-1 1,-5 4 361,3 0-207,1 0-91,-2 0-1929,4 0 1344,4 0 59,-2 0-227,2 0 349,-4 0 298,0-5-62,0 4 0,-1-4 664,-2 5-274,1 0 0,-4 0 527,3 0-579,2 0-372,-4 5-391,5 1-378,0 0-31,0-1-216,0-5 1041,0-5-216,0 4 891,0-4 0,-1 5 354,-3 0-651,-2 0-469,0 0 57,2 0 1,4 1-626,0 3 184,0-3 1,0 5-154,0-2 348,4-3 1,-1 3-15,4-4 236,-5 0 908,3 0 1525,-5 0-2580,0 5 42,0-4-232,0 4 0,1-5 266,3 0 0,-13-24 0,2-5 0</inkml:trace>
  <inkml:trace contextRef="#ctx0" brushRef="#br0" timeOffset="1">21927 3624 8173,'10'1'0,"1"2"0,0 0 0,0 1 0,5-1 0,5 2 0,6 0 0,4 0 0,1-3 0,5-1 0,2-1 0,6 0 0,3 0 0,-1 0 0,2 0 0,-2 0 0,0 0 0,-2-1 0,-1-3 0,4 3 0,-4-3 0,1 5 0,-5 1 0,-5 3 0,-1 1 0,-2 1 0,-2 2 0,0 0 0,-3-2 0,1 1 0,-1 2 0,1-5 0,-1 1 0,0-3 0,-3 0 0,3 0 0,0-2 0,1-1 0,1-4 0,-2 0 0,0-1 0,-1 0 0,0 3 0,4-4 0,-8 5 0,2-3 0,-4 3 0,-2 1 0,1 0 1006,1 0 1,-2 1 0,-1 1 0,-1 3 0,0 0 1920,-1 0-2838,4 3 0,-4-7 0,4 4 1,-1-2-1,1 1 154,1-2-251,2 0 0,-1-1 1,0 1-1,1 2 1,-2-2 32,-3-1-56,4-1 0,-6 0 1,3 0-1,-4-1 1,-2-1-505,-1-2 114,-1 1 0,-3 3 1,-1-2-1182,-1-1-914,3 2 2516,-7-4 0,-57 0 0,17 2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0385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69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0"/>
          </a:p>
        </p:txBody>
      </p:sp>
    </p:spTree>
    <p:extLst>
      <p:ext uri="{BB962C8B-B14F-4D97-AF65-F5344CB8AC3E}">
        <p14:creationId xmlns:p14="http://schemas.microsoft.com/office/powerpoint/2010/main" val="426463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applying the </a:t>
            </a:r>
            <a:r>
              <a:rPr lang="en-US" err="1"/>
              <a:t>dirac</a:t>
            </a:r>
            <a:r>
              <a:rPr lang="en-US"/>
              <a:t> impulse we can directly observe how the poles of the system influence the time reponse</a:t>
            </a:r>
          </a:p>
        </p:txBody>
      </p:sp>
    </p:spTree>
    <p:extLst>
      <p:ext uri="{BB962C8B-B14F-4D97-AF65-F5344CB8AC3E}">
        <p14:creationId xmlns:p14="http://schemas.microsoft.com/office/powerpoint/2010/main" val="3156242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90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26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25.10.25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issanv.github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10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60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customXml" Target="../ink/ink12.xml"/><Relationship Id="rId42" Type="http://schemas.openxmlformats.org/officeDocument/2006/relationships/image" Target="../media/image77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90.png"/><Relationship Id="rId84" Type="http://schemas.openxmlformats.org/officeDocument/2006/relationships/image" Target="../media/image98.png"/><Relationship Id="rId89" Type="http://schemas.openxmlformats.org/officeDocument/2006/relationships/customXml" Target="../ink/ink46.xml"/><Relationship Id="rId112" Type="http://schemas.openxmlformats.org/officeDocument/2006/relationships/image" Target="../media/image112.png"/><Relationship Id="rId16" Type="http://schemas.openxmlformats.org/officeDocument/2006/relationships/image" Target="../media/image64.png"/><Relationship Id="rId107" Type="http://schemas.openxmlformats.org/officeDocument/2006/relationships/customXml" Target="../ink/ink55.xml"/><Relationship Id="rId11" Type="http://schemas.openxmlformats.org/officeDocument/2006/relationships/customXml" Target="../ink/ink7.xml"/><Relationship Id="rId32" Type="http://schemas.openxmlformats.org/officeDocument/2006/relationships/image" Target="../media/image72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85.png"/><Relationship Id="rId74" Type="http://schemas.openxmlformats.org/officeDocument/2006/relationships/image" Target="../media/image93.png"/><Relationship Id="rId79" Type="http://schemas.openxmlformats.org/officeDocument/2006/relationships/customXml" Target="../ink/ink41.xml"/><Relationship Id="rId102" Type="http://schemas.openxmlformats.org/officeDocument/2006/relationships/image" Target="../media/image107.png"/><Relationship Id="rId123" Type="http://schemas.openxmlformats.org/officeDocument/2006/relationships/customXml" Target="../ink/ink63.xml"/><Relationship Id="rId128" Type="http://schemas.openxmlformats.org/officeDocument/2006/relationships/image" Target="../media/image120.png"/><Relationship Id="rId5" Type="http://schemas.openxmlformats.org/officeDocument/2006/relationships/customXml" Target="../ink/ink4.xml"/><Relationship Id="rId90" Type="http://schemas.openxmlformats.org/officeDocument/2006/relationships/image" Target="../media/image101.png"/><Relationship Id="rId95" Type="http://schemas.openxmlformats.org/officeDocument/2006/relationships/customXml" Target="../ink/ink49.xml"/><Relationship Id="rId22" Type="http://schemas.openxmlformats.org/officeDocument/2006/relationships/image" Target="../media/image67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80.png"/><Relationship Id="rId64" Type="http://schemas.openxmlformats.org/officeDocument/2006/relationships/image" Target="../media/image88.png"/><Relationship Id="rId69" Type="http://schemas.openxmlformats.org/officeDocument/2006/relationships/customXml" Target="../ink/ink36.xml"/><Relationship Id="rId113" Type="http://schemas.openxmlformats.org/officeDocument/2006/relationships/customXml" Target="../ink/ink58.xml"/><Relationship Id="rId118" Type="http://schemas.openxmlformats.org/officeDocument/2006/relationships/image" Target="../media/image115.png"/><Relationship Id="rId80" Type="http://schemas.openxmlformats.org/officeDocument/2006/relationships/image" Target="../media/image96.png"/><Relationship Id="rId85" Type="http://schemas.openxmlformats.org/officeDocument/2006/relationships/customXml" Target="../ink/ink44.xml"/><Relationship Id="rId12" Type="http://schemas.openxmlformats.org/officeDocument/2006/relationships/image" Target="../media/image62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75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08" Type="http://schemas.openxmlformats.org/officeDocument/2006/relationships/image" Target="../media/image110.png"/><Relationship Id="rId124" Type="http://schemas.openxmlformats.org/officeDocument/2006/relationships/image" Target="../media/image118.png"/><Relationship Id="rId129" Type="http://schemas.openxmlformats.org/officeDocument/2006/relationships/customXml" Target="../ink/ink66.xml"/><Relationship Id="rId54" Type="http://schemas.openxmlformats.org/officeDocument/2006/relationships/image" Target="../media/image83.png"/><Relationship Id="rId70" Type="http://schemas.openxmlformats.org/officeDocument/2006/relationships/image" Target="../media/image91.png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23" Type="http://schemas.openxmlformats.org/officeDocument/2006/relationships/customXml" Target="../ink/ink13.xml"/><Relationship Id="rId28" Type="http://schemas.openxmlformats.org/officeDocument/2006/relationships/image" Target="../media/image70.png"/><Relationship Id="rId49" Type="http://schemas.openxmlformats.org/officeDocument/2006/relationships/customXml" Target="../ink/ink26.xml"/><Relationship Id="rId114" Type="http://schemas.openxmlformats.org/officeDocument/2006/relationships/image" Target="../media/image113.png"/><Relationship Id="rId119" Type="http://schemas.openxmlformats.org/officeDocument/2006/relationships/customXml" Target="../ink/ink61.xml"/><Relationship Id="rId44" Type="http://schemas.openxmlformats.org/officeDocument/2006/relationships/image" Target="../media/image78.png"/><Relationship Id="rId60" Type="http://schemas.openxmlformats.org/officeDocument/2006/relationships/image" Target="../media/image86.png"/><Relationship Id="rId65" Type="http://schemas.openxmlformats.org/officeDocument/2006/relationships/customXml" Target="../ink/ink34.xml"/><Relationship Id="rId81" Type="http://schemas.openxmlformats.org/officeDocument/2006/relationships/customXml" Target="../ink/ink42.xml"/><Relationship Id="rId86" Type="http://schemas.openxmlformats.org/officeDocument/2006/relationships/image" Target="../media/image99.png"/><Relationship Id="rId130" Type="http://schemas.openxmlformats.org/officeDocument/2006/relationships/image" Target="../media/image121.png"/><Relationship Id="rId13" Type="http://schemas.openxmlformats.org/officeDocument/2006/relationships/customXml" Target="../ink/ink8.xml"/><Relationship Id="rId18" Type="http://schemas.openxmlformats.org/officeDocument/2006/relationships/image" Target="../media/image65.png"/><Relationship Id="rId39" Type="http://schemas.openxmlformats.org/officeDocument/2006/relationships/customXml" Target="../ink/ink21.xml"/><Relationship Id="rId109" Type="http://schemas.openxmlformats.org/officeDocument/2006/relationships/customXml" Target="../ink/ink56.xml"/><Relationship Id="rId34" Type="http://schemas.openxmlformats.org/officeDocument/2006/relationships/image" Target="../media/image73.png"/><Relationship Id="rId50" Type="http://schemas.openxmlformats.org/officeDocument/2006/relationships/image" Target="../media/image81.png"/><Relationship Id="rId55" Type="http://schemas.openxmlformats.org/officeDocument/2006/relationships/customXml" Target="../ink/ink29.xml"/><Relationship Id="rId76" Type="http://schemas.openxmlformats.org/officeDocument/2006/relationships/image" Target="../media/image94.png"/><Relationship Id="rId97" Type="http://schemas.openxmlformats.org/officeDocument/2006/relationships/customXml" Target="../ink/ink50.xml"/><Relationship Id="rId104" Type="http://schemas.openxmlformats.org/officeDocument/2006/relationships/image" Target="../media/image108.png"/><Relationship Id="rId120" Type="http://schemas.openxmlformats.org/officeDocument/2006/relationships/image" Target="../media/image116.png"/><Relationship Id="rId125" Type="http://schemas.openxmlformats.org/officeDocument/2006/relationships/customXml" Target="../ink/ink64.xml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102.png"/><Relationship Id="rId2" Type="http://schemas.openxmlformats.org/officeDocument/2006/relationships/image" Target="../media/image57.png"/><Relationship Id="rId29" Type="http://schemas.openxmlformats.org/officeDocument/2006/relationships/customXml" Target="../ink/ink16.xml"/><Relationship Id="rId24" Type="http://schemas.openxmlformats.org/officeDocument/2006/relationships/image" Target="../media/image68.png"/><Relationship Id="rId40" Type="http://schemas.openxmlformats.org/officeDocument/2006/relationships/image" Target="../media/image76.png"/><Relationship Id="rId45" Type="http://schemas.openxmlformats.org/officeDocument/2006/relationships/customXml" Target="../ink/ink24.xml"/><Relationship Id="rId66" Type="http://schemas.openxmlformats.org/officeDocument/2006/relationships/image" Target="../media/image89.png"/><Relationship Id="rId87" Type="http://schemas.openxmlformats.org/officeDocument/2006/relationships/customXml" Target="../ink/ink45.xml"/><Relationship Id="rId110" Type="http://schemas.openxmlformats.org/officeDocument/2006/relationships/image" Target="../media/image111.png"/><Relationship Id="rId115" Type="http://schemas.openxmlformats.org/officeDocument/2006/relationships/customXml" Target="../ink/ink59.xml"/><Relationship Id="rId131" Type="http://schemas.openxmlformats.org/officeDocument/2006/relationships/customXml" Target="../ink/ink67.xml"/><Relationship Id="rId61" Type="http://schemas.openxmlformats.org/officeDocument/2006/relationships/customXml" Target="../ink/ink32.xml"/><Relationship Id="rId82" Type="http://schemas.openxmlformats.org/officeDocument/2006/relationships/image" Target="../media/image97.png"/><Relationship Id="rId19" Type="http://schemas.openxmlformats.org/officeDocument/2006/relationships/customXml" Target="../ink/ink11.xml"/><Relationship Id="rId14" Type="http://schemas.openxmlformats.org/officeDocument/2006/relationships/image" Target="../media/image63.png"/><Relationship Id="rId30" Type="http://schemas.openxmlformats.org/officeDocument/2006/relationships/image" Target="../media/image71.png"/><Relationship Id="rId35" Type="http://schemas.openxmlformats.org/officeDocument/2006/relationships/customXml" Target="../ink/ink19.xml"/><Relationship Id="rId56" Type="http://schemas.openxmlformats.org/officeDocument/2006/relationships/image" Target="../media/image84.png"/><Relationship Id="rId77" Type="http://schemas.openxmlformats.org/officeDocument/2006/relationships/customXml" Target="../ink/ink40.xml"/><Relationship Id="rId100" Type="http://schemas.openxmlformats.org/officeDocument/2006/relationships/image" Target="../media/image106.png"/><Relationship Id="rId105" Type="http://schemas.openxmlformats.org/officeDocument/2006/relationships/customXml" Target="../ink/ink54.xml"/><Relationship Id="rId126" Type="http://schemas.openxmlformats.org/officeDocument/2006/relationships/image" Target="../media/image119.png"/><Relationship Id="rId8" Type="http://schemas.openxmlformats.org/officeDocument/2006/relationships/image" Target="../media/image60.png"/><Relationship Id="rId51" Type="http://schemas.openxmlformats.org/officeDocument/2006/relationships/customXml" Target="../ink/ink27.xml"/><Relationship Id="rId72" Type="http://schemas.openxmlformats.org/officeDocument/2006/relationships/image" Target="../media/image92.png"/><Relationship Id="rId93" Type="http://schemas.openxmlformats.org/officeDocument/2006/relationships/customXml" Target="../ink/ink48.xml"/><Relationship Id="rId98" Type="http://schemas.openxmlformats.org/officeDocument/2006/relationships/image" Target="../media/image105.png"/><Relationship Id="rId121" Type="http://schemas.openxmlformats.org/officeDocument/2006/relationships/customXml" Target="../ink/ink62.xml"/><Relationship Id="rId3" Type="http://schemas.openxmlformats.org/officeDocument/2006/relationships/customXml" Target="../ink/ink3.xml"/><Relationship Id="rId25" Type="http://schemas.openxmlformats.org/officeDocument/2006/relationships/customXml" Target="../ink/ink14.xml"/><Relationship Id="rId46" Type="http://schemas.openxmlformats.org/officeDocument/2006/relationships/image" Target="../media/image79.png"/><Relationship Id="rId67" Type="http://schemas.openxmlformats.org/officeDocument/2006/relationships/customXml" Target="../ink/ink35.xml"/><Relationship Id="rId116" Type="http://schemas.openxmlformats.org/officeDocument/2006/relationships/image" Target="../media/image114.png"/><Relationship Id="rId20" Type="http://schemas.openxmlformats.org/officeDocument/2006/relationships/image" Target="../media/image66.png"/><Relationship Id="rId41" Type="http://schemas.openxmlformats.org/officeDocument/2006/relationships/customXml" Target="../ink/ink22.xml"/><Relationship Id="rId62" Type="http://schemas.openxmlformats.org/officeDocument/2006/relationships/image" Target="../media/image87.png"/><Relationship Id="rId83" Type="http://schemas.openxmlformats.org/officeDocument/2006/relationships/customXml" Target="../ink/ink43.xml"/><Relationship Id="rId88" Type="http://schemas.openxmlformats.org/officeDocument/2006/relationships/image" Target="../media/image100.png"/><Relationship Id="rId111" Type="http://schemas.openxmlformats.org/officeDocument/2006/relationships/customXml" Target="../ink/ink57.xml"/><Relationship Id="rId132" Type="http://schemas.openxmlformats.org/officeDocument/2006/relationships/image" Target="../media/image122.png"/><Relationship Id="rId15" Type="http://schemas.openxmlformats.org/officeDocument/2006/relationships/customXml" Target="../ink/ink9.xml"/><Relationship Id="rId36" Type="http://schemas.openxmlformats.org/officeDocument/2006/relationships/image" Target="../media/image74.png"/><Relationship Id="rId57" Type="http://schemas.openxmlformats.org/officeDocument/2006/relationships/customXml" Target="../ink/ink30.xml"/><Relationship Id="rId106" Type="http://schemas.openxmlformats.org/officeDocument/2006/relationships/image" Target="../media/image109.png"/><Relationship Id="rId127" Type="http://schemas.openxmlformats.org/officeDocument/2006/relationships/customXml" Target="../ink/ink65.xml"/><Relationship Id="rId10" Type="http://schemas.openxmlformats.org/officeDocument/2006/relationships/image" Target="../media/image61.png"/><Relationship Id="rId31" Type="http://schemas.openxmlformats.org/officeDocument/2006/relationships/customXml" Target="../ink/ink17.xml"/><Relationship Id="rId52" Type="http://schemas.openxmlformats.org/officeDocument/2006/relationships/image" Target="../media/image82.png"/><Relationship Id="rId73" Type="http://schemas.openxmlformats.org/officeDocument/2006/relationships/customXml" Target="../ink/ink38.xml"/><Relationship Id="rId78" Type="http://schemas.openxmlformats.org/officeDocument/2006/relationships/image" Target="../media/image95.png"/><Relationship Id="rId94" Type="http://schemas.openxmlformats.org/officeDocument/2006/relationships/image" Target="../media/image103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117.png"/><Relationship Id="rId4" Type="http://schemas.openxmlformats.org/officeDocument/2006/relationships/image" Target="../media/image58.png"/><Relationship Id="rId9" Type="http://schemas.openxmlformats.org/officeDocument/2006/relationships/customXml" Target="../ink/ink6.xml"/><Relationship Id="rId26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customXml" Target="../ink/ink68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2.xml"/><Relationship Id="rId18" Type="http://schemas.openxmlformats.org/officeDocument/2006/relationships/image" Target="../media/image137.png"/><Relationship Id="rId26" Type="http://schemas.openxmlformats.org/officeDocument/2006/relationships/image" Target="../media/image141.png"/><Relationship Id="rId39" Type="http://schemas.openxmlformats.org/officeDocument/2006/relationships/customXml" Target="../ink/ink85.xml"/><Relationship Id="rId21" Type="http://schemas.openxmlformats.org/officeDocument/2006/relationships/customXml" Target="../ink/ink76.xml"/><Relationship Id="rId34" Type="http://schemas.openxmlformats.org/officeDocument/2006/relationships/image" Target="../media/image145.png"/><Relationship Id="rId42" Type="http://schemas.openxmlformats.org/officeDocument/2006/relationships/image" Target="../media/image149.png"/><Relationship Id="rId47" Type="http://schemas.openxmlformats.org/officeDocument/2006/relationships/customXml" Target="../ink/ink89.xml"/><Relationship Id="rId50" Type="http://schemas.openxmlformats.org/officeDocument/2006/relationships/image" Target="../media/image153.png"/><Relationship Id="rId55" Type="http://schemas.openxmlformats.org/officeDocument/2006/relationships/customXml" Target="../ink/ink93.xml"/><Relationship Id="rId63" Type="http://schemas.openxmlformats.org/officeDocument/2006/relationships/customXml" Target="../ink/ink97.xml"/><Relationship Id="rId7" Type="http://schemas.openxmlformats.org/officeDocument/2006/relationships/customXml" Target="../ink/ink69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6.png"/><Relationship Id="rId29" Type="http://schemas.openxmlformats.org/officeDocument/2006/relationships/customXml" Target="../ink/ink80.xml"/><Relationship Id="rId11" Type="http://schemas.openxmlformats.org/officeDocument/2006/relationships/customXml" Target="../ink/ink71.xml"/><Relationship Id="rId24" Type="http://schemas.openxmlformats.org/officeDocument/2006/relationships/image" Target="../media/image140.png"/><Relationship Id="rId32" Type="http://schemas.openxmlformats.org/officeDocument/2006/relationships/image" Target="../media/image144.png"/><Relationship Id="rId37" Type="http://schemas.openxmlformats.org/officeDocument/2006/relationships/customXml" Target="../ink/ink84.xml"/><Relationship Id="rId40" Type="http://schemas.openxmlformats.org/officeDocument/2006/relationships/image" Target="../media/image148.png"/><Relationship Id="rId45" Type="http://schemas.openxmlformats.org/officeDocument/2006/relationships/customXml" Target="../ink/ink88.xml"/><Relationship Id="rId53" Type="http://schemas.openxmlformats.org/officeDocument/2006/relationships/customXml" Target="../ink/ink92.xml"/><Relationship Id="rId58" Type="http://schemas.openxmlformats.org/officeDocument/2006/relationships/image" Target="../media/image157.png"/><Relationship Id="rId5" Type="http://schemas.openxmlformats.org/officeDocument/2006/relationships/image" Target="../media/image130.png"/><Relationship Id="rId61" Type="http://schemas.openxmlformats.org/officeDocument/2006/relationships/customXml" Target="../ink/ink96.xml"/><Relationship Id="rId19" Type="http://schemas.openxmlformats.org/officeDocument/2006/relationships/customXml" Target="../ink/ink75.xml"/><Relationship Id="rId14" Type="http://schemas.openxmlformats.org/officeDocument/2006/relationships/image" Target="../media/image135.png"/><Relationship Id="rId22" Type="http://schemas.openxmlformats.org/officeDocument/2006/relationships/image" Target="../media/image139.png"/><Relationship Id="rId27" Type="http://schemas.openxmlformats.org/officeDocument/2006/relationships/customXml" Target="../ink/ink79.xml"/><Relationship Id="rId30" Type="http://schemas.openxmlformats.org/officeDocument/2006/relationships/image" Target="../media/image143.png"/><Relationship Id="rId35" Type="http://schemas.openxmlformats.org/officeDocument/2006/relationships/customXml" Target="../ink/ink83.xml"/><Relationship Id="rId43" Type="http://schemas.openxmlformats.org/officeDocument/2006/relationships/customXml" Target="../ink/ink87.xml"/><Relationship Id="rId48" Type="http://schemas.openxmlformats.org/officeDocument/2006/relationships/image" Target="../media/image152.png"/><Relationship Id="rId56" Type="http://schemas.openxmlformats.org/officeDocument/2006/relationships/image" Target="../media/image156.png"/><Relationship Id="rId64" Type="http://schemas.openxmlformats.org/officeDocument/2006/relationships/image" Target="../media/image160.png"/><Relationship Id="rId8" Type="http://schemas.openxmlformats.org/officeDocument/2006/relationships/image" Target="../media/image132.png"/><Relationship Id="rId51" Type="http://schemas.openxmlformats.org/officeDocument/2006/relationships/customXml" Target="../ink/ink91.xml"/><Relationship Id="rId3" Type="http://schemas.openxmlformats.org/officeDocument/2006/relationships/image" Target="../media/image128.png"/><Relationship Id="rId12" Type="http://schemas.openxmlformats.org/officeDocument/2006/relationships/image" Target="../media/image134.png"/><Relationship Id="rId17" Type="http://schemas.openxmlformats.org/officeDocument/2006/relationships/customXml" Target="../ink/ink74.xml"/><Relationship Id="rId25" Type="http://schemas.openxmlformats.org/officeDocument/2006/relationships/customXml" Target="../ink/ink78.xml"/><Relationship Id="rId33" Type="http://schemas.openxmlformats.org/officeDocument/2006/relationships/customXml" Target="../ink/ink82.xml"/><Relationship Id="rId38" Type="http://schemas.openxmlformats.org/officeDocument/2006/relationships/image" Target="../media/image147.png"/><Relationship Id="rId46" Type="http://schemas.openxmlformats.org/officeDocument/2006/relationships/image" Target="../media/image151.png"/><Relationship Id="rId59" Type="http://schemas.openxmlformats.org/officeDocument/2006/relationships/customXml" Target="../ink/ink95.xml"/><Relationship Id="rId20" Type="http://schemas.openxmlformats.org/officeDocument/2006/relationships/image" Target="../media/image138.png"/><Relationship Id="rId41" Type="http://schemas.openxmlformats.org/officeDocument/2006/relationships/customXml" Target="../ink/ink86.xml"/><Relationship Id="rId54" Type="http://schemas.openxmlformats.org/officeDocument/2006/relationships/image" Target="../media/image155.png"/><Relationship Id="rId6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5" Type="http://schemas.openxmlformats.org/officeDocument/2006/relationships/customXml" Target="../ink/ink73.xml"/><Relationship Id="rId23" Type="http://schemas.openxmlformats.org/officeDocument/2006/relationships/customXml" Target="../ink/ink77.xml"/><Relationship Id="rId28" Type="http://schemas.openxmlformats.org/officeDocument/2006/relationships/image" Target="../media/image142.png"/><Relationship Id="rId36" Type="http://schemas.openxmlformats.org/officeDocument/2006/relationships/image" Target="../media/image146.png"/><Relationship Id="rId49" Type="http://schemas.openxmlformats.org/officeDocument/2006/relationships/customXml" Target="../ink/ink90.xml"/><Relationship Id="rId57" Type="http://schemas.openxmlformats.org/officeDocument/2006/relationships/customXml" Target="../ink/ink94.xml"/><Relationship Id="rId10" Type="http://schemas.openxmlformats.org/officeDocument/2006/relationships/image" Target="../media/image133.png"/><Relationship Id="rId31" Type="http://schemas.openxmlformats.org/officeDocument/2006/relationships/customXml" Target="../ink/ink81.xml"/><Relationship Id="rId44" Type="http://schemas.openxmlformats.org/officeDocument/2006/relationships/image" Target="../media/image150.png"/><Relationship Id="rId52" Type="http://schemas.openxmlformats.org/officeDocument/2006/relationships/image" Target="../media/image154.png"/><Relationship Id="rId60" Type="http://schemas.openxmlformats.org/officeDocument/2006/relationships/image" Target="../media/image158.png"/><Relationship Id="rId4" Type="http://schemas.openxmlformats.org/officeDocument/2006/relationships/image" Target="../media/image129.png"/><Relationship Id="rId9" Type="http://schemas.openxmlformats.org/officeDocument/2006/relationships/customXml" Target="../ink/ink70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.png"/><Relationship Id="rId18" Type="http://schemas.openxmlformats.org/officeDocument/2006/relationships/customXml" Target="../ink/ink104.xml"/><Relationship Id="rId26" Type="http://schemas.openxmlformats.org/officeDocument/2006/relationships/customXml" Target="../ink/ink108.xml"/><Relationship Id="rId39" Type="http://schemas.openxmlformats.org/officeDocument/2006/relationships/image" Target="../media/image180.png"/><Relationship Id="rId21" Type="http://schemas.openxmlformats.org/officeDocument/2006/relationships/image" Target="../media/image171.png"/><Relationship Id="rId34" Type="http://schemas.openxmlformats.org/officeDocument/2006/relationships/customXml" Target="../ink/ink112.xml"/><Relationship Id="rId42" Type="http://schemas.openxmlformats.org/officeDocument/2006/relationships/customXml" Target="../ink/ink116.xml"/><Relationship Id="rId47" Type="http://schemas.openxmlformats.org/officeDocument/2006/relationships/image" Target="../media/image184.png"/><Relationship Id="rId50" Type="http://schemas.openxmlformats.org/officeDocument/2006/relationships/customXml" Target="../ink/ink120.xml"/><Relationship Id="rId55" Type="http://schemas.openxmlformats.org/officeDocument/2006/relationships/image" Target="../media/image188.png"/><Relationship Id="rId7" Type="http://schemas.openxmlformats.org/officeDocument/2006/relationships/image" Target="../media/image164.png"/><Relationship Id="rId2" Type="http://schemas.openxmlformats.org/officeDocument/2006/relationships/image" Target="../media/image45.png"/><Relationship Id="rId16" Type="http://schemas.openxmlformats.org/officeDocument/2006/relationships/customXml" Target="../ink/ink103.xml"/><Relationship Id="rId29" Type="http://schemas.openxmlformats.org/officeDocument/2006/relationships/image" Target="../media/image175.png"/><Relationship Id="rId11" Type="http://schemas.openxmlformats.org/officeDocument/2006/relationships/image" Target="../media/image166.png"/><Relationship Id="rId24" Type="http://schemas.openxmlformats.org/officeDocument/2006/relationships/customXml" Target="../ink/ink107.xml"/><Relationship Id="rId32" Type="http://schemas.openxmlformats.org/officeDocument/2006/relationships/customXml" Target="../ink/ink111.xml"/><Relationship Id="rId37" Type="http://schemas.openxmlformats.org/officeDocument/2006/relationships/image" Target="../media/image179.png"/><Relationship Id="rId40" Type="http://schemas.openxmlformats.org/officeDocument/2006/relationships/customXml" Target="../ink/ink115.xml"/><Relationship Id="rId45" Type="http://schemas.openxmlformats.org/officeDocument/2006/relationships/image" Target="../media/image183.png"/><Relationship Id="rId53" Type="http://schemas.openxmlformats.org/officeDocument/2006/relationships/image" Target="../media/image187.png"/><Relationship Id="rId5" Type="http://schemas.openxmlformats.org/officeDocument/2006/relationships/image" Target="../media/image163.png"/><Relationship Id="rId19" Type="http://schemas.openxmlformats.org/officeDocument/2006/relationships/image" Target="../media/image1700.png"/><Relationship Id="rId4" Type="http://schemas.openxmlformats.org/officeDocument/2006/relationships/image" Target="../media/image131.png"/><Relationship Id="rId9" Type="http://schemas.openxmlformats.org/officeDocument/2006/relationships/image" Target="../media/image165.png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174.png"/><Relationship Id="rId30" Type="http://schemas.openxmlformats.org/officeDocument/2006/relationships/customXml" Target="../ink/ink110.xml"/><Relationship Id="rId35" Type="http://schemas.openxmlformats.org/officeDocument/2006/relationships/image" Target="../media/image178.png"/><Relationship Id="rId43" Type="http://schemas.openxmlformats.org/officeDocument/2006/relationships/image" Target="../media/image182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8" Type="http://schemas.openxmlformats.org/officeDocument/2006/relationships/customXml" Target="../ink/ink99.xml"/><Relationship Id="rId51" Type="http://schemas.openxmlformats.org/officeDocument/2006/relationships/image" Target="../media/image186.png"/><Relationship Id="rId3" Type="http://schemas.openxmlformats.org/officeDocument/2006/relationships/image" Target="../media/image162.png"/><Relationship Id="rId12" Type="http://schemas.openxmlformats.org/officeDocument/2006/relationships/customXml" Target="../ink/ink101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20" Type="http://schemas.openxmlformats.org/officeDocument/2006/relationships/customXml" Target="../ink/ink105.xml"/><Relationship Id="rId41" Type="http://schemas.openxmlformats.org/officeDocument/2006/relationships/image" Target="../media/image181.png"/><Relationship Id="rId54" Type="http://schemas.openxmlformats.org/officeDocument/2006/relationships/customXml" Target="../ink/ink1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.xml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185.png"/><Relationship Id="rId57" Type="http://schemas.openxmlformats.org/officeDocument/2006/relationships/image" Target="../media/image189.png"/><Relationship Id="rId10" Type="http://schemas.openxmlformats.org/officeDocument/2006/relationships/customXml" Target="../ink/ink100.xml"/><Relationship Id="rId31" Type="http://schemas.openxmlformats.org/officeDocument/2006/relationships/image" Target="../media/image176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4.xml"/><Relationship Id="rId3" Type="http://schemas.openxmlformats.org/officeDocument/2006/relationships/image" Target="../media/image53.png"/><Relationship Id="rId7" Type="http://schemas.openxmlformats.org/officeDocument/2006/relationships/image" Target="../media/image73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1.png"/><Relationship Id="rId5" Type="http://schemas.openxmlformats.org/officeDocument/2006/relationships/image" Target="../media/image711.png"/><Relationship Id="rId4" Type="http://schemas.openxmlformats.org/officeDocument/2006/relationships/image" Target="../media/image700.png"/><Relationship Id="rId9" Type="http://schemas.openxmlformats.org/officeDocument/2006/relationships/image" Target="../media/image7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73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8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0.png"/><Relationship Id="rId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e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0.png"/><Relationship Id="rId4" Type="http://schemas.openxmlformats.org/officeDocument/2006/relationships/image" Target="../media/image10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09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/>
              <a:t>CS1 Week 6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/>
              <a:t>Transfer functions: Poles and Zeros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713B6-1FFB-692D-EEB4-2E58DF1B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Attention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9567C-6A4A-6755-BCFD-730DA914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ETH no longer provides web hosting.</a:t>
            </a:r>
          </a:p>
          <a:p>
            <a:r>
              <a:rPr lang="en-US" noProof="0"/>
              <a:t>All my exercise class materials have been moved to GitHub Pages. </a:t>
            </a:r>
          </a:p>
          <a:p>
            <a:r>
              <a:rPr lang="en-US" noProof="0"/>
              <a:t>You can now find them under the following link:</a:t>
            </a:r>
          </a:p>
          <a:p>
            <a:pPr marL="0" indent="0">
              <a:buNone/>
            </a:pPr>
            <a:r>
              <a:rPr lang="en-US" noProof="0">
                <a:hlinkClick r:id="rId2"/>
              </a:rPr>
              <a:t>https://kissanv.github.io</a:t>
            </a:r>
            <a:endParaRPr lang="en-US" noProof="0"/>
          </a:p>
          <a:p>
            <a:pPr marL="0" indent="0">
              <a:buNone/>
            </a:pPr>
            <a:endParaRPr lang="en-US" noProof="0"/>
          </a:p>
          <a:p>
            <a:pPr marL="0" indent="0">
              <a:buNone/>
            </a:pPr>
            <a:r>
              <a:rPr lang="en-US" noProof="0"/>
              <a:t>Or you can scan the QR-Code: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998C7-873B-FAA5-C92B-88A439A3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5B3064-9047-BCD7-A6EA-9AB20D09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F995995-B336-BD22-F6B4-4091DD5A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9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89F5D5A1-2031-5998-FB7A-7E74E6A45B5C}"/>
              </a:ext>
            </a:extLst>
          </p:cNvPr>
          <p:cNvSpPr/>
          <p:nvPr/>
        </p:nvSpPr>
        <p:spPr>
          <a:xfrm>
            <a:off x="3771304" y="3940553"/>
            <a:ext cx="2853645" cy="793966"/>
          </a:xfrm>
          <a:prstGeom prst="round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5C9C965-6F12-BFAF-8D2F-2D3303FB8740}"/>
              </a:ext>
            </a:extLst>
          </p:cNvPr>
          <p:cNvSpPr/>
          <p:nvPr/>
        </p:nvSpPr>
        <p:spPr>
          <a:xfrm>
            <a:off x="100186" y="3930809"/>
            <a:ext cx="3565311" cy="686824"/>
          </a:xfrm>
          <a:prstGeom prst="roundRect">
            <a:avLst/>
          </a:prstGeom>
          <a:solidFill>
            <a:srgbClr val="FFFF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69D342D-FBFF-0DB7-8364-EF7B25D84B88}"/>
              </a:ext>
            </a:extLst>
          </p:cNvPr>
          <p:cNvSpPr/>
          <p:nvPr/>
        </p:nvSpPr>
        <p:spPr>
          <a:xfrm>
            <a:off x="1302633" y="3132130"/>
            <a:ext cx="613160" cy="574132"/>
          </a:xfrm>
          <a:prstGeom prst="rect">
            <a:avLst/>
          </a:prstGeom>
          <a:solidFill>
            <a:srgbClr val="FFFF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980874F-F48E-07B6-D5B2-27C6FAD83293}"/>
              </a:ext>
            </a:extLst>
          </p:cNvPr>
          <p:cNvSpPr/>
          <p:nvPr/>
        </p:nvSpPr>
        <p:spPr>
          <a:xfrm>
            <a:off x="2089207" y="3132130"/>
            <a:ext cx="2349723" cy="574132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9D9CB-F584-0FA2-6B58-1DF2E3AF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2" y="364136"/>
            <a:ext cx="2321412" cy="663853"/>
          </a:xfrm>
        </p:spPr>
        <p:txBody>
          <a:bodyPr anchor="ctr">
            <a:normAutofit/>
          </a:bodyPr>
          <a:lstStyle/>
          <a:p>
            <a:r>
              <a:rPr lang="en-US" noProof="0"/>
              <a:t>Motivation</a:t>
            </a:r>
          </a:p>
        </p:txBody>
      </p:sp>
      <p:pic>
        <p:nvPicPr>
          <p:cNvPr id="7" name="Inhaltsplatzhalter 6" descr="Ein Bild, das Fahrzeug, Rad, Transport, Landfahrzeug enthält.&#10;&#10;KI-generierte Inhalte können fehlerhaft sein.">
            <a:extLst>
              <a:ext uri="{FF2B5EF4-FFF2-40B4-BE49-F238E27FC236}">
                <a16:creationId xmlns:a16="http://schemas.microsoft.com/office/drawing/2014/main" id="{62BC4D6A-9358-E535-6A09-BADA2D89A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220" t="33713" r="27727" b="17755"/>
          <a:stretch>
            <a:fillRect/>
          </a:stretch>
        </p:blipFill>
        <p:spPr>
          <a:xfrm>
            <a:off x="290779" y="1253603"/>
            <a:ext cx="2438125" cy="1090219"/>
          </a:xfr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E7F09-DFEC-940D-5C6D-968ACEB4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21D565-9331-417E-32F3-2A81A4B5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</a:rPr>
              <a:pPr defTabSz="342900">
                <a:spcAft>
                  <a:spcPts val="600"/>
                </a:spcAft>
                <a:buClrTx/>
              </a:pPr>
              <a:t>4</a:t>
            </a:fld>
            <a:endParaRPr lang="en-US" kern="1200" noProof="0">
              <a:solidFill>
                <a:srgbClr val="101623">
                  <a:tint val="75000"/>
                </a:srgbClr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8E92166-FD7E-FAB3-C2D8-F2C724405DAB}"/>
              </a:ext>
            </a:extLst>
          </p:cNvPr>
          <p:cNvCxnSpPr/>
          <p:nvPr/>
        </p:nvCxnSpPr>
        <p:spPr>
          <a:xfrm>
            <a:off x="2772654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43083BD-A857-302A-F7DA-FEA26A0D950C}"/>
              </a:ext>
            </a:extLst>
          </p:cNvPr>
          <p:cNvSpPr txBox="1"/>
          <p:nvPr/>
        </p:nvSpPr>
        <p:spPr>
          <a:xfrm>
            <a:off x="2731981" y="1381102"/>
            <a:ext cx="982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>
                <a:latin typeface="Segoe UI" panose="020B0502040204020203" pitchFamily="34" charset="0"/>
                <a:cs typeface="Segoe UI" panose="020B0502040204020203" pitchFamily="34" charset="0"/>
              </a:rPr>
              <a:t>system modeling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86496E2-B3D6-C355-6926-955513540F17}"/>
              </a:ext>
            </a:extLst>
          </p:cNvPr>
          <p:cNvSpPr/>
          <p:nvPr/>
        </p:nvSpPr>
        <p:spPr>
          <a:xfrm>
            <a:off x="3758442" y="1598376"/>
            <a:ext cx="1251284" cy="61189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441C7BD-D587-41E8-9130-D430B1CB95B6}"/>
              </a:ext>
            </a:extLst>
          </p:cNvPr>
          <p:cNvSpPr txBox="1"/>
          <p:nvPr/>
        </p:nvSpPr>
        <p:spPr>
          <a:xfrm>
            <a:off x="3979165" y="1727481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>
                <a:latin typeface="Segoe UI" panose="020B0502040204020203" pitchFamily="34" charset="0"/>
                <a:cs typeface="Segoe UI" panose="020B0502040204020203" pitchFamily="34" charset="0"/>
              </a:rPr>
              <a:t>Plant P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ACCB85-EE33-6373-7570-975B51BD7755}"/>
              </a:ext>
            </a:extLst>
          </p:cNvPr>
          <p:cNvCxnSpPr/>
          <p:nvPr/>
        </p:nvCxnSpPr>
        <p:spPr>
          <a:xfrm>
            <a:off x="5160996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A583337-728F-A4AE-96EF-AA161C2555B8}"/>
              </a:ext>
            </a:extLst>
          </p:cNvPr>
          <p:cNvSpPr txBox="1"/>
          <p:nvPr/>
        </p:nvSpPr>
        <p:spPr>
          <a:xfrm>
            <a:off x="4957115" y="1600568"/>
            <a:ext cx="1343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>
                <a:latin typeface="Segoe UI" panose="020B0502040204020203" pitchFamily="34" charset="0"/>
                <a:cs typeface="Segoe UI" panose="020B0502040204020203" pitchFamily="34" charset="0"/>
              </a:rPr>
              <a:t>Linearization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/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noProof="0">
                    <a:latin typeface="Cambria Math" panose="02040503050406030204" pitchFamily="18" charset="0"/>
                  </a:rPr>
                  <a:t>state-space representation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i="1" noProof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/>
              </a:p>
              <a:p>
                <a:endParaRPr lang="en-US" sz="1600" noProof="0"/>
              </a:p>
              <a:p>
                <a:endParaRPr lang="en-US" sz="1600" noProof="0"/>
              </a:p>
              <a:p>
                <a:endParaRPr lang="en-US" sz="1600" noProof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blipFill>
                <a:blip r:embed="rId4"/>
                <a:stretch>
                  <a:fillRect t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7">
            <a:extLst>
              <a:ext uri="{FF2B5EF4-FFF2-40B4-BE49-F238E27FC236}">
                <a16:creationId xmlns:a16="http://schemas.microsoft.com/office/drawing/2014/main" id="{1AD42CEA-244A-34D5-E6FF-FCF1F81A1447}"/>
              </a:ext>
            </a:extLst>
          </p:cNvPr>
          <p:cNvSpPr/>
          <p:nvPr/>
        </p:nvSpPr>
        <p:spPr>
          <a:xfrm>
            <a:off x="6198526" y="1404294"/>
            <a:ext cx="2621023" cy="982996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DC4CB75-55B2-8CBC-9598-14A463626B25}"/>
              </a:ext>
            </a:extLst>
          </p:cNvPr>
          <p:cNvCxnSpPr>
            <a:cxnSpLocks/>
          </p:cNvCxnSpPr>
          <p:nvPr/>
        </p:nvCxnSpPr>
        <p:spPr>
          <a:xfrm>
            <a:off x="7486650" y="2343827"/>
            <a:ext cx="6188" cy="709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D499087B-10D4-1CD0-FD79-512187370EE1}"/>
              </a:ext>
            </a:extLst>
          </p:cNvPr>
          <p:cNvSpPr txBox="1"/>
          <p:nvPr/>
        </p:nvSpPr>
        <p:spPr>
          <a:xfrm>
            <a:off x="7712728" y="2555150"/>
            <a:ext cx="127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069B898-0BA4-CE70-FC42-BAA6CDE9770A}"/>
              </a:ext>
            </a:extLst>
          </p:cNvPr>
          <p:cNvCxnSpPr>
            <a:cxnSpLocks/>
          </p:cNvCxnSpPr>
          <p:nvPr/>
        </p:nvCxnSpPr>
        <p:spPr>
          <a:xfrm flipH="1">
            <a:off x="6080968" y="3190112"/>
            <a:ext cx="985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523676BC-25BB-52F6-EC94-EBF529C02439}"/>
              </a:ext>
            </a:extLst>
          </p:cNvPr>
          <p:cNvSpPr txBox="1"/>
          <p:nvPr/>
        </p:nvSpPr>
        <p:spPr>
          <a:xfrm>
            <a:off x="6133370" y="2861929"/>
            <a:ext cx="1101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B732449-0343-999F-B966-29F2BD97C547}"/>
              </a:ext>
            </a:extLst>
          </p:cNvPr>
          <p:cNvSpPr/>
          <p:nvPr/>
        </p:nvSpPr>
        <p:spPr>
          <a:xfrm>
            <a:off x="4614959" y="2847344"/>
            <a:ext cx="1468295" cy="63916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CDE0EFD-F3C6-6216-0257-6B4988283BD2}"/>
              </a:ext>
            </a:extLst>
          </p:cNvPr>
          <p:cNvSpPr txBox="1"/>
          <p:nvPr/>
        </p:nvSpPr>
        <p:spPr>
          <a:xfrm>
            <a:off x="4653643" y="3013040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>
                <a:latin typeface="Segoe UI" panose="020B0502040204020203" pitchFamily="34" charset="0"/>
                <a:cs typeface="Segoe UI" panose="020B0502040204020203" pitchFamily="34" charset="0"/>
              </a:rPr>
              <a:t>Controller C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18EECB1-F307-092E-35E6-E0AF69BFDA3C}"/>
              </a:ext>
            </a:extLst>
          </p:cNvPr>
          <p:cNvSpPr/>
          <p:nvPr/>
        </p:nvSpPr>
        <p:spPr>
          <a:xfrm>
            <a:off x="3516895" y="377950"/>
            <a:ext cx="216000" cy="216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827BF5C3-9AA6-A1F9-D436-198AC22472BF}"/>
              </a:ext>
            </a:extLst>
          </p:cNvPr>
          <p:cNvCxnSpPr>
            <a:cxnSpLocks/>
          </p:cNvCxnSpPr>
          <p:nvPr/>
        </p:nvCxnSpPr>
        <p:spPr>
          <a:xfrm>
            <a:off x="7074560" y="481130"/>
            <a:ext cx="7108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/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D2C349FF-19D9-F109-FF5B-3BC492A3928F}"/>
              </a:ext>
            </a:extLst>
          </p:cNvPr>
          <p:cNvGrpSpPr/>
          <p:nvPr/>
        </p:nvGrpSpPr>
        <p:grpSpPr>
          <a:xfrm>
            <a:off x="5863474" y="220614"/>
            <a:ext cx="1214720" cy="553007"/>
            <a:chOff x="2403054" y="3026666"/>
            <a:chExt cx="545710" cy="553007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5EEDDCED-A0EF-E6FF-F46C-25C6F12CFF27}"/>
                </a:ext>
              </a:extLst>
            </p:cNvPr>
            <p:cNvSpPr/>
            <p:nvPr/>
          </p:nvSpPr>
          <p:spPr>
            <a:xfrm>
              <a:off x="2403054" y="3026666"/>
              <a:ext cx="545710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/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𝑃𝑙𝑎𝑛𝑡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oMath>
                    </m:oMathPara>
                  </a14:m>
                  <a:endParaRPr lang="en-US" noProof="0"/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075B7882-CCB2-FBBA-371C-103023C14B5E}"/>
              </a:ext>
            </a:extLst>
          </p:cNvPr>
          <p:cNvGrpSpPr/>
          <p:nvPr/>
        </p:nvGrpSpPr>
        <p:grpSpPr>
          <a:xfrm>
            <a:off x="4111411" y="220614"/>
            <a:ext cx="1487073" cy="553007"/>
            <a:chOff x="2644416" y="3940223"/>
            <a:chExt cx="733159" cy="553007"/>
          </a:xfrm>
        </p:grpSpPr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173F6101-61D3-A5B8-8F3A-1D979CD6A712}"/>
                </a:ext>
              </a:extLst>
            </p:cNvPr>
            <p:cNvSpPr/>
            <p:nvPr/>
          </p:nvSpPr>
          <p:spPr>
            <a:xfrm>
              <a:off x="2676164" y="3940223"/>
              <a:ext cx="656588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/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𝐶𝑜𝑛𝑡𝑟𝑜𝑙𝑙𝑒𝑟</m:t>
                      </m:r>
                    </m:oMath>
                  </a14:m>
                  <a:r>
                    <a:rPr lang="en-US" sz="1800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</m:t>
                      </m:r>
                    </m:oMath>
                  </a14:m>
                  <a:endParaRPr lang="en-US" sz="1800" noProof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C185D37-8E1C-B63E-406A-7D0CD4ECFFF0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3727671" y="497117"/>
            <a:ext cx="44813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/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42AB0795-4518-BF6A-0125-BBBA1FB91761}"/>
              </a:ext>
            </a:extLst>
          </p:cNvPr>
          <p:cNvCxnSpPr>
            <a:cxnSpLocks/>
          </p:cNvCxnSpPr>
          <p:nvPr/>
        </p:nvCxnSpPr>
        <p:spPr>
          <a:xfrm>
            <a:off x="3045738" y="483839"/>
            <a:ext cx="471157" cy="2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/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/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B3DFDE81-CEF1-77B4-42C3-668073E60F33}"/>
              </a:ext>
            </a:extLst>
          </p:cNvPr>
          <p:cNvCxnSpPr>
            <a:cxnSpLocks/>
          </p:cNvCxnSpPr>
          <p:nvPr/>
        </p:nvCxnSpPr>
        <p:spPr>
          <a:xfrm>
            <a:off x="5507567" y="481130"/>
            <a:ext cx="3595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winkelte Verbindung 95">
            <a:extLst>
              <a:ext uri="{FF2B5EF4-FFF2-40B4-BE49-F238E27FC236}">
                <a16:creationId xmlns:a16="http://schemas.microsoft.com/office/drawing/2014/main" id="{53F47BEB-4597-DB6B-D164-68F25641DE68}"/>
              </a:ext>
            </a:extLst>
          </p:cNvPr>
          <p:cNvCxnSpPr>
            <a:cxnSpLocks/>
            <a:endCxn id="71" idx="4"/>
          </p:cNvCxnSpPr>
          <p:nvPr/>
        </p:nvCxnSpPr>
        <p:spPr>
          <a:xfrm rot="10800000">
            <a:off x="3624896" y="593951"/>
            <a:ext cx="3675049" cy="5939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109">
            <a:extLst>
              <a:ext uri="{FF2B5EF4-FFF2-40B4-BE49-F238E27FC236}">
                <a16:creationId xmlns:a16="http://schemas.microsoft.com/office/drawing/2014/main" id="{67270D7A-E435-2300-8D85-9A42177D2F1C}"/>
              </a:ext>
            </a:extLst>
          </p:cNvPr>
          <p:cNvCxnSpPr>
            <a:cxnSpLocks/>
          </p:cNvCxnSpPr>
          <p:nvPr/>
        </p:nvCxnSpPr>
        <p:spPr>
          <a:xfrm>
            <a:off x="7299942" y="481130"/>
            <a:ext cx="0" cy="7067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/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800" noProof="0"/>
              </a:p>
            </p:txBody>
          </p:sp>
        </mc:Choice>
        <mc:Fallback xmlns="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E3408FF6-0C87-854F-2C24-BE88E3F8EE33}"/>
              </a:ext>
            </a:extLst>
          </p:cNvPr>
          <p:cNvSpPr txBox="1"/>
          <p:nvPr/>
        </p:nvSpPr>
        <p:spPr>
          <a:xfrm>
            <a:off x="7078722" y="3028211"/>
            <a:ext cx="1908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</a:rPr>
              <a:t>Transfer Functions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0C8C2AA-73F2-A89C-BBE0-D98D512444AF}"/>
              </a:ext>
            </a:extLst>
          </p:cNvPr>
          <p:cNvSpPr txBox="1"/>
          <p:nvPr/>
        </p:nvSpPr>
        <p:spPr>
          <a:xfrm>
            <a:off x="3917147" y="2177225"/>
            <a:ext cx="1229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>
                <a:latin typeface="Segoe UI" panose="020B0502040204020203" pitchFamily="34" charset="0"/>
                <a:cs typeface="Segoe UI" panose="020B0502040204020203" pitchFamily="34" charset="0"/>
              </a:rPr>
              <a:t>Ferrari 812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415CAD0-BBE3-9CB1-E82E-3B5218072218}"/>
              </a:ext>
            </a:extLst>
          </p:cNvPr>
          <p:cNvGrpSpPr/>
          <p:nvPr/>
        </p:nvGrpSpPr>
        <p:grpSpPr>
          <a:xfrm>
            <a:off x="0" y="3127658"/>
            <a:ext cx="4481003" cy="583076"/>
            <a:chOff x="525682" y="4133172"/>
            <a:chExt cx="4481003" cy="583076"/>
          </a:xfrm>
        </p:grpSpPr>
        <p:sp>
          <p:nvSpPr>
            <p:cNvPr id="31" name="Rectangle: Rounded Corners 17">
              <a:extLst>
                <a:ext uri="{FF2B5EF4-FFF2-40B4-BE49-F238E27FC236}">
                  <a16:creationId xmlns:a16="http://schemas.microsoft.com/office/drawing/2014/main" id="{FC8E00E5-DFAF-477E-E1E0-41567A069ECD}"/>
                </a:ext>
              </a:extLst>
            </p:cNvPr>
            <p:cNvSpPr/>
            <p:nvPr/>
          </p:nvSpPr>
          <p:spPr>
            <a:xfrm>
              <a:off x="525682" y="4142116"/>
              <a:ext cx="4452717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/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𝐼𝐶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CACF1025-6B6E-539F-978B-588C918113FD}"/>
              </a:ext>
            </a:extLst>
          </p:cNvPr>
          <p:cNvSpPr txBox="1"/>
          <p:nvPr/>
        </p:nvSpPr>
        <p:spPr>
          <a:xfrm>
            <a:off x="981956" y="3704621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I.C. response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6C732EF-B04C-587C-AA0C-56F7483EA703}"/>
              </a:ext>
            </a:extLst>
          </p:cNvPr>
          <p:cNvSpPr txBox="1"/>
          <p:nvPr/>
        </p:nvSpPr>
        <p:spPr>
          <a:xfrm>
            <a:off x="2418834" y="3698650"/>
            <a:ext cx="1359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noProof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Forced response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FFC391C-80A6-C610-6595-DBBF3A86AFE6}"/>
              </a:ext>
            </a:extLst>
          </p:cNvPr>
          <p:cNvSpPr txBox="1"/>
          <p:nvPr/>
        </p:nvSpPr>
        <p:spPr>
          <a:xfrm>
            <a:off x="0" y="2803004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>
                <a:latin typeface="Segoe UI" panose="020B0502040204020203" pitchFamily="34" charset="0"/>
                <a:cs typeface="Segoe UI" panose="020B0502040204020203" pitchFamily="34" charset="0"/>
              </a:rPr>
              <a:t>Time response: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126EFB5-A6D8-4657-1B68-149BE5DE4F06}"/>
                  </a:ext>
                </a:extLst>
              </p:cNvPr>
              <p:cNvSpPr txBox="1"/>
              <p:nvPr/>
            </p:nvSpPr>
            <p:spPr>
              <a:xfrm>
                <a:off x="-76030" y="3933238"/>
                <a:ext cx="3856697" cy="1420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CH" sz="1600" i="1" baseline="-25000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de-CH" sz="1600" b="0" i="1" baseline="-2500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ₙ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sz="16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CH" sz="1600" i="1" baseline="-25000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sSup>
                        <m:sSup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(0)=</m:t>
                      </m:r>
                      <m:sSubSup>
                        <m:sSubSup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600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ᵢ</m:t>
                      </m:r>
                      <m:sSup>
                        <m:sSup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ᵢ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1600" i="1">
                  <a:latin typeface="Cambria Math" panose="02040503050406030204" pitchFamily="18" charset="0"/>
                </a:endParaRPr>
              </a:p>
              <a:p>
                <a:endParaRPr lang="de-CH" sz="1600" i="1">
                  <a:latin typeface="Cambria Math" panose="02040503050406030204" pitchFamily="18" charset="0"/>
                </a:endParaRPr>
              </a:p>
              <a:p>
                <a:endParaRPr lang="de-CH" sz="1600" i="1">
                  <a:latin typeface="Cambria Math" panose="02040503050406030204" pitchFamily="18" charset="0"/>
                </a:endParaRPr>
              </a:p>
              <a:p>
                <a:endParaRPr lang="de-CH" sz="1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126EFB5-A6D8-4657-1B68-149BE5DE4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030" y="3933238"/>
                <a:ext cx="3856697" cy="14201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15834AA-FCD4-9ACB-E4FC-E4157F6410E5}"/>
              </a:ext>
            </a:extLst>
          </p:cNvPr>
          <p:cNvGrpSpPr/>
          <p:nvPr/>
        </p:nvGrpSpPr>
        <p:grpSpPr>
          <a:xfrm>
            <a:off x="3979165" y="4015511"/>
            <a:ext cx="2657095" cy="584775"/>
            <a:chOff x="3863334" y="4024200"/>
            <a:chExt cx="2657095" cy="584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68E56BD-3028-221D-77E4-D5E81CBA4B94}"/>
                    </a:ext>
                  </a:extLst>
                </p:cNvPr>
                <p:cNvSpPr txBox="1"/>
                <p:nvPr/>
              </p:nvSpPr>
              <p:spPr>
                <a:xfrm>
                  <a:off x="3863334" y="4024200"/>
                  <a:ext cx="167784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i="1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l-GR" sz="1600" dirty="0" err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l-GR" sz="16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i="1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68E56BD-3028-221D-77E4-D5E81CBA4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334" y="4024200"/>
                  <a:ext cx="1677843" cy="584775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krümmte Verbindung 12">
              <a:extLst>
                <a:ext uri="{FF2B5EF4-FFF2-40B4-BE49-F238E27FC236}">
                  <a16:creationId xmlns:a16="http://schemas.microsoft.com/office/drawing/2014/main" id="{45FA4DC4-00F8-4369-89A1-26264BD68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2438" y="4220940"/>
              <a:ext cx="253274" cy="263140"/>
            </a:xfrm>
            <a:prstGeom prst="curvedConnector3">
              <a:avLst>
                <a:gd name="adj1" fmla="val -9025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AD2AF2C6-541B-D49C-E9C1-8560BA737CB9}"/>
                    </a:ext>
                  </a:extLst>
                </p:cNvPr>
                <p:cNvSpPr txBox="1"/>
                <p:nvPr/>
              </p:nvSpPr>
              <p:spPr>
                <a:xfrm>
                  <a:off x="5849924" y="4100972"/>
                  <a:ext cx="6705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AD2AF2C6-541B-D49C-E9C1-8560BA737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924" y="4100972"/>
                  <a:ext cx="670505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1D7A6476-AA55-6D8B-5A19-CF01F034CDBB}"/>
                  </a:ext>
                </a:extLst>
              </p14:cNvPr>
              <p14:cNvContentPartPr/>
              <p14:nvPr/>
            </p14:nvContentPartPr>
            <p14:xfrm>
              <a:off x="1082520" y="4149360"/>
              <a:ext cx="131040" cy="424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1D7A6476-AA55-6D8B-5A19-CF01F034CDB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3160" y="4140000"/>
                <a:ext cx="149760" cy="6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419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EBEDC-A3CF-3104-9462-B5B3BDFC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Time Response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05E3ED-190F-9E23-1F4C-433EB2FA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500438"/>
          </a:xfrm>
        </p:spPr>
        <p:txBody>
          <a:bodyPr>
            <a:normAutofit/>
          </a:bodyPr>
          <a:lstStyle/>
          <a:p>
            <a:r>
              <a:rPr lang="en-US" noProof="0"/>
              <a:t>We're still dealing with LTI systems:</a:t>
            </a:r>
          </a:p>
          <a:p>
            <a:r>
              <a:rPr lang="en-US" noProof="0"/>
              <a:t>We solved the ODE by splitting into initial and forced response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We want an easier way of describing the I/O relation</a:t>
            </a:r>
          </a:p>
          <a:p>
            <a:pPr marL="0" indent="0">
              <a:buNone/>
            </a:pPr>
            <a:r>
              <a:rPr lang="en-US" noProof="0">
                <a:sym typeface="Wingdings" pitchFamily="2" charset="2"/>
              </a:rPr>
              <a:t> Transfer function</a:t>
            </a:r>
            <a:r>
              <a:rPr lang="en-US" noProof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5D1F1E-449F-851D-9B56-CA94379E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C84814-2012-EFCF-B6AB-6EA942D7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B8C344D-9563-2149-1195-693EA7B52D27}"/>
              </a:ext>
            </a:extLst>
          </p:cNvPr>
          <p:cNvGrpSpPr/>
          <p:nvPr/>
        </p:nvGrpSpPr>
        <p:grpSpPr>
          <a:xfrm>
            <a:off x="4465333" y="1168120"/>
            <a:ext cx="2313830" cy="584775"/>
            <a:chOff x="4977518" y="1220569"/>
            <a:chExt cx="2313830" cy="584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4BC50E31-AFC9-8145-0B1C-70A653D05B77}"/>
                    </a:ext>
                  </a:extLst>
                </p:cNvPr>
                <p:cNvSpPr txBox="1"/>
                <p:nvPr/>
              </p:nvSpPr>
              <p:spPr>
                <a:xfrm>
                  <a:off x="4977518" y="1220569"/>
                  <a:ext cx="231383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1600" i="1" noProof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6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noProof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4BC50E31-AFC9-8145-0B1C-70A653D05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518" y="1220569"/>
                  <a:ext cx="2313830" cy="584775"/>
                </a:xfrm>
                <a:prstGeom prst="rect">
                  <a:avLst/>
                </a:prstGeom>
                <a:blipFill>
                  <a:blip r:embed="rId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Geschweifte Klammer links 7">
              <a:extLst>
                <a:ext uri="{FF2B5EF4-FFF2-40B4-BE49-F238E27FC236}">
                  <a16:creationId xmlns:a16="http://schemas.microsoft.com/office/drawing/2014/main" id="{39E88C02-C971-7218-84FC-EF416C6D604F}"/>
                </a:ext>
              </a:extLst>
            </p:cNvPr>
            <p:cNvSpPr/>
            <p:nvPr/>
          </p:nvSpPr>
          <p:spPr>
            <a:xfrm>
              <a:off x="4977518" y="1295175"/>
              <a:ext cx="182880" cy="489883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1" name="Grafik 10" descr="Ein Bild, das Text, Schrift, Handschrift, Reihe enthält.&#10;&#10;KI-generierte Inhalte können fehlerhaft sein.">
            <a:extLst>
              <a:ext uri="{FF2B5EF4-FFF2-40B4-BE49-F238E27FC236}">
                <a16:creationId xmlns:a16="http://schemas.microsoft.com/office/drawing/2014/main" id="{244EF67C-7AA6-5337-6B2E-BD6DA23B3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1" y="2046666"/>
            <a:ext cx="5164378" cy="2073884"/>
          </a:xfrm>
          <a:prstGeom prst="rect">
            <a:avLst/>
          </a:prstGeom>
        </p:spPr>
      </p:pic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A05DFDBE-E098-D5C3-A444-61E5F136D64B}"/>
              </a:ext>
            </a:extLst>
          </p:cNvPr>
          <p:cNvSpPr/>
          <p:nvPr/>
        </p:nvSpPr>
        <p:spPr>
          <a:xfrm>
            <a:off x="7028953" y="2046666"/>
            <a:ext cx="246490" cy="2073884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AB856C0-FD25-9EFD-7A5C-2708D2BCCCD7}"/>
              </a:ext>
            </a:extLst>
          </p:cNvPr>
          <p:cNvSpPr txBox="1"/>
          <p:nvPr/>
        </p:nvSpPr>
        <p:spPr>
          <a:xfrm>
            <a:off x="7399908" y="2739361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>
                <a:solidFill>
                  <a:srgbClr val="FF0000"/>
                </a:solidFill>
              </a:rPr>
              <a:t>difficult to </a:t>
            </a:r>
          </a:p>
          <a:p>
            <a:r>
              <a:rPr lang="en-US" sz="1800" noProof="0">
                <a:solidFill>
                  <a:srgbClr val="FF0000"/>
                </a:solidFill>
              </a:rPr>
              <a:t>compute</a:t>
            </a:r>
          </a:p>
        </p:txBody>
      </p:sp>
    </p:spTree>
    <p:extLst>
      <p:ext uri="{BB962C8B-B14F-4D97-AF65-F5344CB8AC3E}">
        <p14:creationId xmlns:p14="http://schemas.microsoft.com/office/powerpoint/2010/main" val="390053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1F85C-9F1E-DCF1-A52D-5DED8BB2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C667759-1205-4D07-D890-ED79DE34E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92559"/>
                <a:ext cx="8406708" cy="3649938"/>
              </a:xfrm>
            </p:spPr>
            <p:txBody>
              <a:bodyPr>
                <a:normAutofit/>
              </a:bodyPr>
              <a:lstStyle/>
              <a:p>
                <a:r>
                  <a:rPr lang="en-US" noProof="0"/>
                  <a:t>Transfer function gives the relation between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noProof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noProof="0"/>
                  <a:t>:</a:t>
                </a:r>
              </a:p>
              <a:p>
                <a:r>
                  <a:rPr lang="en-US" noProof="0"/>
                  <a:t>We derived the general TF for LTI state-space:</a:t>
                </a:r>
              </a:p>
              <a:p>
                <a:endParaRPr lang="en-US" noProof="0"/>
              </a:p>
              <a:p>
                <a:pPr marL="0" indent="0">
                  <a:buNone/>
                </a:pPr>
                <a:endParaRPr lang="en-US" sz="2500" noProof="0"/>
              </a:p>
              <a:p>
                <a:r>
                  <a:rPr lang="en-US" noProof="0"/>
                  <a:t>To find 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noProof="0"/>
                  <a:t> we use Cramer's rule:</a:t>
                </a:r>
              </a:p>
              <a:p>
                <a:endParaRPr lang="en-US" noProof="0"/>
              </a:p>
              <a:p>
                <a:endParaRPr lang="en-US" noProof="0"/>
              </a:p>
              <a:p>
                <a:endParaRPr lang="en-US" noProof="0"/>
              </a:p>
              <a:p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/>
                  <a:t> is defined in the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/>
                  <a:t>-domain but describes behavior in the time domain</a:t>
                </a:r>
              </a:p>
              <a:p>
                <a:r>
                  <a:rPr lang="en-US" noProof="0"/>
                  <a:t>Remember the steady-state output to the input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noProof="0"/>
                  <a:t> is: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noProof="0">
                        <a:latin typeface="Cambria Math" panose="02040503050406030204" pitchFamily="18" charset="0"/>
                      </a:rPr>
                      <m:t>𝑠𝑠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endParaRPr lang="en-US" noProof="0"/>
              </a:p>
              <a:p>
                <a:endParaRPr lang="en-US" noProof="0"/>
              </a:p>
              <a:p>
                <a:endParaRPr lang="en-US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C667759-1205-4D07-D890-ED79DE34E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92559"/>
                <a:ext cx="8406708" cy="3649938"/>
              </a:xfrm>
              <a:blipFill>
                <a:blip r:embed="rId3"/>
                <a:stretch>
                  <a:fillRect l="-435" t="-1672" b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5FAD5F-D777-940B-8A06-AA6DAC0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7A03C6-C7B0-697B-CA85-916F8392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750100-A5E9-EFF6-BB31-46C8CFD6DFA6}"/>
              </a:ext>
            </a:extLst>
          </p:cNvPr>
          <p:cNvGrpSpPr/>
          <p:nvPr/>
        </p:nvGrpSpPr>
        <p:grpSpPr>
          <a:xfrm>
            <a:off x="6217755" y="1026460"/>
            <a:ext cx="2559715" cy="611001"/>
            <a:chOff x="6217755" y="1234679"/>
            <a:chExt cx="2559715" cy="611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F41FBEC3-D357-F29D-0C06-4624BD23210E}"/>
                    </a:ext>
                  </a:extLst>
                </p:cNvPr>
                <p:cNvSpPr txBox="1"/>
                <p:nvPr/>
              </p:nvSpPr>
              <p:spPr>
                <a:xfrm>
                  <a:off x="6217755" y="1234679"/>
                  <a:ext cx="1160254" cy="6110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F41FBEC3-D357-F29D-0C06-4624BD232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755" y="1234679"/>
                  <a:ext cx="1160254" cy="61100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D2A5506-E5CD-7463-1AAB-7377EE35C32A}"/>
                    </a:ext>
                  </a:extLst>
                </p:cNvPr>
                <p:cNvSpPr txBox="1"/>
                <p:nvPr/>
              </p:nvSpPr>
              <p:spPr>
                <a:xfrm>
                  <a:off x="7785980" y="1355513"/>
                  <a:ext cx="9914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𝐺𝑈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D2A5506-E5CD-7463-1AAB-7377EE35C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980" y="1355513"/>
                  <a:ext cx="99149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77EF01F4-B773-33E9-E9C5-1D2175C9B12C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7378009" y="1540179"/>
              <a:ext cx="40797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1E322B8-78EA-AD5B-C95E-DA6253B6000D}"/>
              </a:ext>
            </a:extLst>
          </p:cNvPr>
          <p:cNvGrpSpPr/>
          <p:nvPr/>
        </p:nvGrpSpPr>
        <p:grpSpPr>
          <a:xfrm>
            <a:off x="3002110" y="1951252"/>
            <a:ext cx="3139779" cy="700906"/>
            <a:chOff x="3200400" y="4094956"/>
            <a:chExt cx="3139779" cy="700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E21C9CA-A098-6459-AF85-09EA8777F571}"/>
                    </a:ext>
                  </a:extLst>
                </p:cNvPr>
                <p:cNvSpPr txBox="1"/>
                <p:nvPr/>
              </p:nvSpPr>
              <p:spPr>
                <a:xfrm>
                  <a:off x="3435376" y="4233623"/>
                  <a:ext cx="28066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E21C9CA-A098-6459-AF85-09EA8777F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376" y="4233623"/>
                  <a:ext cx="280660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7643743D-3A14-48FB-2D3B-21EEF4B42152}"/>
                </a:ext>
              </a:extLst>
            </p:cNvPr>
            <p:cNvSpPr/>
            <p:nvPr/>
          </p:nvSpPr>
          <p:spPr>
            <a:xfrm>
              <a:off x="3200400" y="4094956"/>
              <a:ext cx="3139779" cy="70090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10FF414-D12F-F0D4-0427-64CFAF7AD0EB}"/>
              </a:ext>
            </a:extLst>
          </p:cNvPr>
          <p:cNvGrpSpPr/>
          <p:nvPr/>
        </p:nvGrpSpPr>
        <p:grpSpPr>
          <a:xfrm>
            <a:off x="2693348" y="3078271"/>
            <a:ext cx="3894079" cy="820283"/>
            <a:chOff x="3028950" y="3438124"/>
            <a:chExt cx="3894079" cy="8202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FF16AE86-372F-BF64-E9E7-C027D1360FFC}"/>
                    </a:ext>
                  </a:extLst>
                </p:cNvPr>
                <p:cNvSpPr txBox="1"/>
                <p:nvPr/>
              </p:nvSpPr>
              <p:spPr>
                <a:xfrm>
                  <a:off x="3028950" y="3503821"/>
                  <a:ext cx="3894079" cy="6690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800" noProof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𝑎𝑑</m:t>
                            </m:r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𝑏𝑐</m:t>
                            </m:r>
                          </m:den>
                        </m:f>
                        <m:d>
                          <m:d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800" noProof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FF16AE86-372F-BF64-E9E7-C027D1360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3503821"/>
                  <a:ext cx="3894079" cy="6690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7">
              <a:extLst>
                <a:ext uri="{FF2B5EF4-FFF2-40B4-BE49-F238E27FC236}">
                  <a16:creationId xmlns:a16="http://schemas.microsoft.com/office/drawing/2014/main" id="{1956475A-7328-1E67-5B50-2E8C801C542D}"/>
                </a:ext>
              </a:extLst>
            </p:cNvPr>
            <p:cNvSpPr/>
            <p:nvPr/>
          </p:nvSpPr>
          <p:spPr>
            <a:xfrm>
              <a:off x="3087587" y="3438124"/>
              <a:ext cx="3835442" cy="82028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AFE7419-7DDE-05B4-924A-F01ECE6126C3}"/>
              </a:ext>
            </a:extLst>
          </p:cNvPr>
          <p:cNvGrpSpPr/>
          <p:nvPr/>
        </p:nvGrpSpPr>
        <p:grpSpPr>
          <a:xfrm>
            <a:off x="6345491" y="1498520"/>
            <a:ext cx="2291516" cy="712655"/>
            <a:chOff x="6345491" y="1706739"/>
            <a:chExt cx="2291516" cy="712655"/>
          </a:xfrm>
        </p:grpSpPr>
        <p:sp>
          <p:nvSpPr>
            <p:cNvPr id="19" name="Geschweifte Klammer rechts 18">
              <a:extLst>
                <a:ext uri="{FF2B5EF4-FFF2-40B4-BE49-F238E27FC236}">
                  <a16:creationId xmlns:a16="http://schemas.microsoft.com/office/drawing/2014/main" id="{D7661112-B20C-4927-A449-8B4E69C280E1}"/>
                </a:ext>
              </a:extLst>
            </p:cNvPr>
            <p:cNvSpPr/>
            <p:nvPr/>
          </p:nvSpPr>
          <p:spPr>
            <a:xfrm rot="5400000">
              <a:off x="7281203" y="771027"/>
              <a:ext cx="420091" cy="2291516"/>
            </a:xfrm>
            <a:prstGeom prst="rightBrace">
              <a:avLst>
                <a:gd name="adj1" fmla="val 0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90A608AE-C73C-2C3D-EFCE-9530D1306672}"/>
                    </a:ext>
                  </a:extLst>
                </p:cNvPr>
                <p:cNvSpPr txBox="1"/>
                <p:nvPr/>
              </p:nvSpPr>
              <p:spPr>
                <a:xfrm>
                  <a:off x="6928137" y="2050062"/>
                  <a:ext cx="11624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</m:oMath>
                  </a14:m>
                  <a:r>
                    <a:rPr lang="en-US" sz="1800" noProof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-domain</a:t>
                  </a:r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90A608AE-C73C-2C3D-EFCE-9530D1306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8137" y="2050062"/>
                  <a:ext cx="1162434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6557" r="-421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152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DE6F48-0AFE-CDCE-A0FE-1041A0309C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/>
                  <a:t>-Domain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DE6F48-0AFE-CDCE-A0FE-1041A0309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1091C1-B86F-F879-5225-91E53D38A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99177"/>
                <a:ext cx="7886700" cy="41220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/>
                  <a:t>With the TFs we start to represent systems in a new domain. So instead of characterizing how systems behave in the time domain, i.e.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)=…</m:t>
                    </m:r>
                  </m:oMath>
                </a14:m>
                <a:r>
                  <a:rPr lang="en-US" noProof="0"/>
                  <a:t>, we start to look at how it behaves in the s-domain, i.e.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noProof="0"/>
                  <a:t>. But what exactly is the s-domain?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r>
                  <a:rPr lang="en-US" noProof="0"/>
                  <a:t>For now you can think that 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/>
                  <a:t>-domain functions or systems are represented by their poles (and </a:t>
                </a:r>
                <a:r>
                  <a:rPr lang="en-US" noProof="0" dirty="0"/>
                  <a:t>zeros</a:t>
                </a:r>
                <a:r>
                  <a:rPr lang="en-US" noProof="0"/>
                  <a:t>) plotted in the </a:t>
                </a:r>
                <a:r>
                  <a:rPr lang="en-US" i="1" noProof="0"/>
                  <a:t>complex</a:t>
                </a:r>
                <a:r>
                  <a:rPr lang="en-US" noProof="0"/>
                  <a:t> plane.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1091C1-B86F-F879-5225-91E53D38A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99177"/>
                <a:ext cx="7886700" cy="4122021"/>
              </a:xfrm>
              <a:blipFill>
                <a:blip r:embed="rId3"/>
                <a:stretch>
                  <a:fillRect l="-618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CD1717-32FA-FFC7-38C3-F3FA7645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D0F2B2-97C4-44E1-7FE3-392DE412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205A795-9D11-8433-E652-1BD91B094475}"/>
              </a:ext>
            </a:extLst>
          </p:cNvPr>
          <p:cNvCxnSpPr/>
          <p:nvPr/>
        </p:nvCxnSpPr>
        <p:spPr>
          <a:xfrm flipV="1">
            <a:off x="1192522" y="2254487"/>
            <a:ext cx="0" cy="143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F0D5561-967E-FE70-355E-3DAC3B98034B}"/>
              </a:ext>
            </a:extLst>
          </p:cNvPr>
          <p:cNvCxnSpPr>
            <a:cxnSpLocks/>
          </p:cNvCxnSpPr>
          <p:nvPr/>
        </p:nvCxnSpPr>
        <p:spPr>
          <a:xfrm>
            <a:off x="1192522" y="2982926"/>
            <a:ext cx="21776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0427C3C-C3E8-E54A-B99A-AACF2A958A76}"/>
                  </a:ext>
                </a:extLst>
              </p:cNvPr>
              <p:cNvSpPr txBox="1"/>
              <p:nvPr/>
            </p:nvSpPr>
            <p:spPr>
              <a:xfrm>
                <a:off x="3324846" y="2829037"/>
                <a:ext cx="309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0427C3C-C3E8-E54A-B99A-AACF2A958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846" y="2829037"/>
                <a:ext cx="3092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D217741-4F7E-1389-D584-0021974CEB48}"/>
              </a:ext>
            </a:extLst>
          </p:cNvPr>
          <p:cNvCxnSpPr>
            <a:cxnSpLocks/>
          </p:cNvCxnSpPr>
          <p:nvPr/>
        </p:nvCxnSpPr>
        <p:spPr>
          <a:xfrm>
            <a:off x="4056358" y="2975878"/>
            <a:ext cx="848086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46807EB4-35C4-38A5-6D87-3F7CF78C9FD2}"/>
              </a:ext>
            </a:extLst>
          </p:cNvPr>
          <p:cNvSpPr/>
          <p:nvPr/>
        </p:nvSpPr>
        <p:spPr>
          <a:xfrm>
            <a:off x="1204332" y="2549891"/>
            <a:ext cx="2051824" cy="661699"/>
          </a:xfrm>
          <a:custGeom>
            <a:avLst/>
            <a:gdLst>
              <a:gd name="connsiteX0" fmla="*/ 0 w 2051824"/>
              <a:gd name="connsiteY0" fmla="*/ 423768 h 661699"/>
              <a:gd name="connsiteX1" fmla="*/ 156117 w 2051824"/>
              <a:gd name="connsiteY1" fmla="*/ 21 h 661699"/>
              <a:gd name="connsiteX2" fmla="*/ 446048 w 2051824"/>
              <a:gd name="connsiteY2" fmla="*/ 438636 h 661699"/>
              <a:gd name="connsiteX3" fmla="*/ 676507 w 2051824"/>
              <a:gd name="connsiteY3" fmla="*/ 661660 h 661699"/>
              <a:gd name="connsiteX4" fmla="*/ 1152292 w 2051824"/>
              <a:gd name="connsiteY4" fmla="*/ 423768 h 661699"/>
              <a:gd name="connsiteX5" fmla="*/ 1553736 w 2051824"/>
              <a:gd name="connsiteY5" fmla="*/ 282519 h 661699"/>
              <a:gd name="connsiteX6" fmla="*/ 2051824 w 2051824"/>
              <a:gd name="connsiteY6" fmla="*/ 408899 h 66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1824" h="661699">
                <a:moveTo>
                  <a:pt x="0" y="423768"/>
                </a:moveTo>
                <a:cubicBezTo>
                  <a:pt x="40888" y="210655"/>
                  <a:pt x="81776" y="-2457"/>
                  <a:pt x="156117" y="21"/>
                </a:cubicBezTo>
                <a:cubicBezTo>
                  <a:pt x="230458" y="2499"/>
                  <a:pt x="359316" y="328363"/>
                  <a:pt x="446048" y="438636"/>
                </a:cubicBezTo>
                <a:cubicBezTo>
                  <a:pt x="532780" y="548909"/>
                  <a:pt x="558800" y="664138"/>
                  <a:pt x="676507" y="661660"/>
                </a:cubicBezTo>
                <a:cubicBezTo>
                  <a:pt x="794214" y="659182"/>
                  <a:pt x="1006087" y="486958"/>
                  <a:pt x="1152292" y="423768"/>
                </a:cubicBezTo>
                <a:cubicBezTo>
                  <a:pt x="1298497" y="360578"/>
                  <a:pt x="1403814" y="284997"/>
                  <a:pt x="1553736" y="282519"/>
                </a:cubicBezTo>
                <a:cubicBezTo>
                  <a:pt x="1703658" y="280041"/>
                  <a:pt x="1877741" y="344470"/>
                  <a:pt x="2051824" y="408899"/>
                </a:cubicBezTo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0B9B14A-7CDC-4C77-DFE6-1EF229F8E552}"/>
                  </a:ext>
                </a:extLst>
              </p:cNvPr>
              <p:cNvSpPr txBox="1"/>
              <p:nvPr/>
            </p:nvSpPr>
            <p:spPr>
              <a:xfrm>
                <a:off x="1571710" y="3728552"/>
                <a:ext cx="1549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−0.8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noProof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0B9B14A-7CDC-4C77-DFE6-1EF229F8E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710" y="3728552"/>
                <a:ext cx="15496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57CD816-7D62-B25A-6063-8E0E144D758C}"/>
              </a:ext>
            </a:extLst>
          </p:cNvPr>
          <p:cNvCxnSpPr>
            <a:cxnSpLocks/>
          </p:cNvCxnSpPr>
          <p:nvPr/>
        </p:nvCxnSpPr>
        <p:spPr>
          <a:xfrm flipV="1">
            <a:off x="6599861" y="1905489"/>
            <a:ext cx="0" cy="18230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51D230-B74B-FC67-3C93-A0E05DE6631C}"/>
              </a:ext>
            </a:extLst>
          </p:cNvPr>
          <p:cNvCxnSpPr>
            <a:cxnSpLocks/>
          </p:cNvCxnSpPr>
          <p:nvPr/>
        </p:nvCxnSpPr>
        <p:spPr>
          <a:xfrm>
            <a:off x="5493834" y="2809666"/>
            <a:ext cx="23124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E44505C-2659-776E-7056-FB28A3AED486}"/>
                  </a:ext>
                </a:extLst>
              </p:cNvPr>
              <p:cNvSpPr txBox="1"/>
              <p:nvPr/>
            </p:nvSpPr>
            <p:spPr>
              <a:xfrm>
                <a:off x="4252916" y="3539704"/>
                <a:ext cx="3389851" cy="61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lit/>
                        </m:rPr>
                        <a:rPr lang="en-US" sz="1800" i="1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−0.8</m:t>
                          </m:r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m:rPr>
                          <m:lit/>
                        </m:rPr>
                        <a:rPr lang="en-US" sz="1800" i="1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18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+9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E44505C-2659-776E-7056-FB28A3AED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916" y="3539704"/>
                <a:ext cx="3389851" cy="617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942173F-CEF1-48D3-8103-F96D1E8B6764}"/>
                  </a:ext>
                </a:extLst>
              </p:cNvPr>
              <p:cNvSpPr txBox="1"/>
              <p:nvPr/>
            </p:nvSpPr>
            <p:spPr>
              <a:xfrm>
                <a:off x="7254813" y="3620830"/>
                <a:ext cx="13933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with poles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 = ±3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600" noProof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942173F-CEF1-48D3-8103-F96D1E8B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813" y="3620830"/>
                <a:ext cx="1393330" cy="584775"/>
              </a:xfrm>
              <a:prstGeom prst="rect">
                <a:avLst/>
              </a:prstGeom>
              <a:blipFill>
                <a:blip r:embed="rId7"/>
                <a:stretch>
                  <a:fillRect l="-2183" t="-4167" r="-1310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81387410-464F-3448-6E62-CE82F52FA178}"/>
              </a:ext>
            </a:extLst>
          </p:cNvPr>
          <p:cNvCxnSpPr>
            <a:cxnSpLocks/>
          </p:cNvCxnSpPr>
          <p:nvPr/>
        </p:nvCxnSpPr>
        <p:spPr>
          <a:xfrm>
            <a:off x="6805451" y="2681423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4AD5EEF4-3018-591B-01DD-7B54DD9EF9FB}"/>
              </a:ext>
            </a:extLst>
          </p:cNvPr>
          <p:cNvCxnSpPr>
            <a:cxnSpLocks/>
          </p:cNvCxnSpPr>
          <p:nvPr/>
        </p:nvCxnSpPr>
        <p:spPr>
          <a:xfrm>
            <a:off x="7006770" y="2681422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51">
            <a:extLst>
              <a:ext uri="{FF2B5EF4-FFF2-40B4-BE49-F238E27FC236}">
                <a16:creationId xmlns:a16="http://schemas.microsoft.com/office/drawing/2014/main" id="{F052EFFB-B21F-E2E7-DF4D-04462F5A6ABD}"/>
              </a:ext>
            </a:extLst>
          </p:cNvPr>
          <p:cNvCxnSpPr>
            <a:cxnSpLocks/>
          </p:cNvCxnSpPr>
          <p:nvPr/>
        </p:nvCxnSpPr>
        <p:spPr>
          <a:xfrm>
            <a:off x="7202264" y="2681421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54F856D3-D230-057C-0511-23B8A9943B95}"/>
              </a:ext>
            </a:extLst>
          </p:cNvPr>
          <p:cNvCxnSpPr>
            <a:cxnSpLocks/>
          </p:cNvCxnSpPr>
          <p:nvPr/>
        </p:nvCxnSpPr>
        <p:spPr>
          <a:xfrm>
            <a:off x="6005821" y="2681421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47B666B9-F0C0-6CBD-EAFC-84AFAA7C0304}"/>
              </a:ext>
            </a:extLst>
          </p:cNvPr>
          <p:cNvCxnSpPr>
            <a:cxnSpLocks/>
          </p:cNvCxnSpPr>
          <p:nvPr/>
        </p:nvCxnSpPr>
        <p:spPr>
          <a:xfrm>
            <a:off x="6207140" y="2681420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59">
            <a:extLst>
              <a:ext uri="{FF2B5EF4-FFF2-40B4-BE49-F238E27FC236}">
                <a16:creationId xmlns:a16="http://schemas.microsoft.com/office/drawing/2014/main" id="{C83052A6-2BEE-6555-690A-7A5C06E85A58}"/>
              </a:ext>
            </a:extLst>
          </p:cNvPr>
          <p:cNvCxnSpPr>
            <a:cxnSpLocks/>
          </p:cNvCxnSpPr>
          <p:nvPr/>
        </p:nvCxnSpPr>
        <p:spPr>
          <a:xfrm>
            <a:off x="6402634" y="2681419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B6D0131E-0810-02B2-C1EE-ECE71D3798F7}"/>
              </a:ext>
            </a:extLst>
          </p:cNvPr>
          <p:cNvGrpSpPr/>
          <p:nvPr/>
        </p:nvGrpSpPr>
        <p:grpSpPr>
          <a:xfrm rot="5400000">
            <a:off x="6345695" y="3110162"/>
            <a:ext cx="396813" cy="128245"/>
            <a:chOff x="6338843" y="2982925"/>
            <a:chExt cx="396813" cy="128245"/>
          </a:xfrm>
        </p:grpSpPr>
        <p:cxnSp>
          <p:nvCxnSpPr>
            <p:cNvPr id="61" name="Gerade Verbindung 60">
              <a:extLst>
                <a:ext uri="{FF2B5EF4-FFF2-40B4-BE49-F238E27FC236}">
                  <a16:creationId xmlns:a16="http://schemas.microsoft.com/office/drawing/2014/main" id="{3CCFD8EC-4DC9-E720-7332-0967BED85B76}"/>
                </a:ext>
              </a:extLst>
            </p:cNvPr>
            <p:cNvCxnSpPr>
              <a:cxnSpLocks/>
            </p:cNvCxnSpPr>
            <p:nvPr/>
          </p:nvCxnSpPr>
          <p:spPr>
            <a:xfrm>
              <a:off x="6338843" y="2982927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>
              <a:extLst>
                <a:ext uri="{FF2B5EF4-FFF2-40B4-BE49-F238E27FC236}">
                  <a16:creationId xmlns:a16="http://schemas.microsoft.com/office/drawing/2014/main" id="{E0571B51-4B20-E80F-E839-310D36753FAC}"/>
                </a:ext>
              </a:extLst>
            </p:cNvPr>
            <p:cNvCxnSpPr>
              <a:cxnSpLocks/>
            </p:cNvCxnSpPr>
            <p:nvPr/>
          </p:nvCxnSpPr>
          <p:spPr>
            <a:xfrm>
              <a:off x="6540162" y="2982926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62">
              <a:extLst>
                <a:ext uri="{FF2B5EF4-FFF2-40B4-BE49-F238E27FC236}">
                  <a16:creationId xmlns:a16="http://schemas.microsoft.com/office/drawing/2014/main" id="{D7E14DB3-E07D-9BE8-5A3E-C471EC766B4A}"/>
                </a:ext>
              </a:extLst>
            </p:cNvPr>
            <p:cNvCxnSpPr>
              <a:cxnSpLocks/>
            </p:cNvCxnSpPr>
            <p:nvPr/>
          </p:nvCxnSpPr>
          <p:spPr>
            <a:xfrm>
              <a:off x="6735656" y="2982925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4C91A1D8-81C0-FE01-68DD-7AE16C831CCA}"/>
              </a:ext>
            </a:extLst>
          </p:cNvPr>
          <p:cNvGrpSpPr/>
          <p:nvPr/>
        </p:nvGrpSpPr>
        <p:grpSpPr>
          <a:xfrm rot="5400000">
            <a:off x="6345695" y="2366753"/>
            <a:ext cx="396813" cy="128245"/>
            <a:chOff x="6338843" y="2982925"/>
            <a:chExt cx="396813" cy="128245"/>
          </a:xfrm>
        </p:grpSpPr>
        <p:cxnSp>
          <p:nvCxnSpPr>
            <p:cNvPr id="66" name="Gerade Verbindung 65">
              <a:extLst>
                <a:ext uri="{FF2B5EF4-FFF2-40B4-BE49-F238E27FC236}">
                  <a16:creationId xmlns:a16="http://schemas.microsoft.com/office/drawing/2014/main" id="{CCC60C75-14B5-E0FF-7109-9894250EF3D8}"/>
                </a:ext>
              </a:extLst>
            </p:cNvPr>
            <p:cNvCxnSpPr>
              <a:cxnSpLocks/>
            </p:cNvCxnSpPr>
            <p:nvPr/>
          </p:nvCxnSpPr>
          <p:spPr>
            <a:xfrm>
              <a:off x="6338843" y="2982927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66">
              <a:extLst>
                <a:ext uri="{FF2B5EF4-FFF2-40B4-BE49-F238E27FC236}">
                  <a16:creationId xmlns:a16="http://schemas.microsoft.com/office/drawing/2014/main" id="{795B324E-7127-578B-2182-E6CB46960439}"/>
                </a:ext>
              </a:extLst>
            </p:cNvPr>
            <p:cNvCxnSpPr>
              <a:cxnSpLocks/>
            </p:cNvCxnSpPr>
            <p:nvPr/>
          </p:nvCxnSpPr>
          <p:spPr>
            <a:xfrm>
              <a:off x="6540162" y="2982926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67">
              <a:extLst>
                <a:ext uri="{FF2B5EF4-FFF2-40B4-BE49-F238E27FC236}">
                  <a16:creationId xmlns:a16="http://schemas.microsoft.com/office/drawing/2014/main" id="{186B510C-594E-2A78-ED4A-D0D67774D3D0}"/>
                </a:ext>
              </a:extLst>
            </p:cNvPr>
            <p:cNvCxnSpPr>
              <a:cxnSpLocks/>
            </p:cNvCxnSpPr>
            <p:nvPr/>
          </p:nvCxnSpPr>
          <p:spPr>
            <a:xfrm>
              <a:off x="6735656" y="2982925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B9A5FC9C-B6A1-7F6B-0140-12460D965887}"/>
              </a:ext>
            </a:extLst>
          </p:cNvPr>
          <p:cNvSpPr txBox="1"/>
          <p:nvPr/>
        </p:nvSpPr>
        <p:spPr>
          <a:xfrm>
            <a:off x="6689182" y="280207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1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6F282F2-AE75-30FE-A580-D9A01F9C3EA9}"/>
              </a:ext>
            </a:extLst>
          </p:cNvPr>
          <p:cNvSpPr txBox="1"/>
          <p:nvPr/>
        </p:nvSpPr>
        <p:spPr>
          <a:xfrm>
            <a:off x="6891328" y="280207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2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0909C1FE-CB30-D159-6CB7-AB3679D749C8}"/>
              </a:ext>
            </a:extLst>
          </p:cNvPr>
          <p:cNvSpPr txBox="1"/>
          <p:nvPr/>
        </p:nvSpPr>
        <p:spPr>
          <a:xfrm>
            <a:off x="7081075" y="2807997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3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E6D66EC-E614-DA0E-01BE-64CFCD6BA808}"/>
              </a:ext>
            </a:extLst>
          </p:cNvPr>
          <p:cNvSpPr txBox="1"/>
          <p:nvPr/>
        </p:nvSpPr>
        <p:spPr>
          <a:xfrm>
            <a:off x="5858622" y="279331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-3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C260D2DC-1CEE-FEAF-EB72-2BE59C53F004}"/>
              </a:ext>
            </a:extLst>
          </p:cNvPr>
          <p:cNvSpPr txBox="1"/>
          <p:nvPr/>
        </p:nvSpPr>
        <p:spPr>
          <a:xfrm>
            <a:off x="6060768" y="279331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-2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153F5F4-EA2E-341A-316E-FDE78A6DAB8F}"/>
              </a:ext>
            </a:extLst>
          </p:cNvPr>
          <p:cNvSpPr txBox="1"/>
          <p:nvPr/>
        </p:nvSpPr>
        <p:spPr>
          <a:xfrm>
            <a:off x="6250515" y="279923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-1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A083B27E-BC3B-F3DC-6C15-6771BC81EC78}"/>
              </a:ext>
            </a:extLst>
          </p:cNvPr>
          <p:cNvSpPr txBox="1"/>
          <p:nvPr/>
        </p:nvSpPr>
        <p:spPr>
          <a:xfrm>
            <a:off x="6606907" y="253759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1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385682AF-2F9D-4183-9BE5-F6B6D0D5965A}"/>
              </a:ext>
            </a:extLst>
          </p:cNvPr>
          <p:cNvSpPr txBox="1"/>
          <p:nvPr/>
        </p:nvSpPr>
        <p:spPr>
          <a:xfrm>
            <a:off x="6597605" y="2327785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2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5D385A1A-F654-11E8-C3C8-3AFD783981AD}"/>
              </a:ext>
            </a:extLst>
          </p:cNvPr>
          <p:cNvSpPr txBox="1"/>
          <p:nvPr/>
        </p:nvSpPr>
        <p:spPr>
          <a:xfrm>
            <a:off x="6592345" y="2146765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3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AEF50BAC-5D62-F831-5EE5-EF808127D0A4}"/>
              </a:ext>
            </a:extLst>
          </p:cNvPr>
          <p:cNvSpPr txBox="1"/>
          <p:nvPr/>
        </p:nvSpPr>
        <p:spPr>
          <a:xfrm>
            <a:off x="6566608" y="327654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-3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F681D0A-7A12-53CC-FE04-5378652F3677}"/>
              </a:ext>
            </a:extLst>
          </p:cNvPr>
          <p:cNvSpPr txBox="1"/>
          <p:nvPr/>
        </p:nvSpPr>
        <p:spPr>
          <a:xfrm>
            <a:off x="6563079" y="307165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-2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23403B0-4E57-BA88-445F-03065F9A4FDD}"/>
              </a:ext>
            </a:extLst>
          </p:cNvPr>
          <p:cNvSpPr txBox="1"/>
          <p:nvPr/>
        </p:nvSpPr>
        <p:spPr>
          <a:xfrm>
            <a:off x="6563079" y="2875204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/>
              <a:t>-1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822EC73-C207-1CD2-2301-2B7E4AEC39EA}"/>
              </a:ext>
            </a:extLst>
          </p:cNvPr>
          <p:cNvSpPr txBox="1"/>
          <p:nvPr/>
        </p:nvSpPr>
        <p:spPr>
          <a:xfrm>
            <a:off x="6463378" y="205674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670F7C31-F90C-78BE-138A-2CAE4198AB4A}"/>
              </a:ext>
            </a:extLst>
          </p:cNvPr>
          <p:cNvSpPr txBox="1"/>
          <p:nvPr/>
        </p:nvSpPr>
        <p:spPr>
          <a:xfrm>
            <a:off x="6471006" y="320072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>
                <a:solidFill>
                  <a:schemeClr val="accent4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5310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80CC6-E1DB-3F98-83C4-1DEEB9E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A1775-A4F8-EB01-E052-BF7EEAECD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/>
              <a:t>What are the transfer functions of an (1) integrator and a (2) differentiator?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165A5-333E-12B4-B27B-9CF0428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BEDA5-655A-7FD9-BCF1-35297F5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8061E8B9-75E1-E064-3504-6E8F7D8F0701}"/>
                  </a:ext>
                </a:extLst>
              </p:cNvPr>
              <p:cNvSpPr/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8061E8B9-75E1-E064-3504-6E8F7D8F0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1C86AA1E-C5E9-D2DD-303B-AB5F7179A018}"/>
              </a:ext>
            </a:extLst>
          </p:cNvPr>
          <p:cNvSpPr/>
          <p:nvPr/>
        </p:nvSpPr>
        <p:spPr>
          <a:xfrm>
            <a:off x="628650" y="3425393"/>
            <a:ext cx="297470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They don't have transfer functions</a:t>
            </a:r>
            <a:endParaRPr lang="en-US" b="1" noProof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7A63441A-63EB-AAED-3223-F3C55E04AD42}"/>
                  </a:ext>
                </a:extLst>
              </p:cNvPr>
              <p:cNvSpPr/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7A63441A-63EB-AAED-3223-F3C55E04A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91461BF-3956-F130-1362-0E7EA4D30FB4}"/>
                  </a:ext>
                </a:extLst>
              </p:cNvPr>
              <p:cNvSpPr/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91461BF-3956-F130-1362-0E7EA4D30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93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FDFA-1677-8040-ABA0-C3B60E53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05124-A236-C69D-1D4E-E77946D9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28A001-0298-8596-2CAF-06DF42F7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are the transfer functions of an (1) integrator and a (2) differentiator?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330AB2-B41E-6681-9252-01FCC6C2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9D09FF-06C4-3FE7-44C9-B622E701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4FE424F-3113-F0B2-7EAF-BFB2CD0BBA6D}"/>
                  </a:ext>
                </a:extLst>
              </p:cNvPr>
              <p:cNvSpPr/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4FE424F-3113-F0B2-7EAF-BFB2CD0BB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444496FB-CE83-0F22-64B9-4E4B395B4985}"/>
              </a:ext>
            </a:extLst>
          </p:cNvPr>
          <p:cNvSpPr/>
          <p:nvPr/>
        </p:nvSpPr>
        <p:spPr>
          <a:xfrm>
            <a:off x="628650" y="3425393"/>
            <a:ext cx="297470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They don't have transfer functions</a:t>
            </a:r>
            <a:endParaRPr lang="en-US" b="1" noProof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7317B3F-DA7D-80DD-72C5-59D0B4788F05}"/>
                  </a:ext>
                </a:extLst>
              </p:cNvPr>
              <p:cNvSpPr/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7317B3F-DA7D-80DD-72C5-59D0B4788F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8F9F0287-586E-74EA-EE97-D0BD2126B68B}"/>
                  </a:ext>
                </a:extLst>
              </p:cNvPr>
              <p:cNvSpPr/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8F9F0287-586E-74EA-EE97-D0BD2126B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033E71D-561E-9780-C0FA-A701D53DB71D}"/>
                  </a:ext>
                </a:extLst>
              </p:cNvPr>
              <p:cNvSpPr txBox="1"/>
              <p:nvPr/>
            </p:nvSpPr>
            <p:spPr>
              <a:xfrm>
                <a:off x="3657952" y="2146145"/>
                <a:ext cx="5561522" cy="1500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i="1" noProof="0" dirty="0"/>
                  <a:t>Integrator: </a:t>
                </a:r>
              </a:p>
              <a:p>
                <a:pPr marL="0" indent="0">
                  <a:buNone/>
                </a:pPr>
                <a:r>
                  <a:rPr lang="en-US" sz="1800" noProof="0" dirty="0"/>
                  <a:t>For an input </a:t>
                </a:r>
                <a14:m>
                  <m:oMath xmlns:m="http://schemas.openxmlformats.org/officeDocument/2006/math">
                    <m:r>
                      <a:rPr lang="en-US" sz="18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n-US" sz="1800" i="1" baseline="30000" noProof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noProof="0" dirty="0"/>
                  <a:t>, the output will be </a:t>
                </a:r>
                <a14:m>
                  <m:oMath xmlns:m="http://schemas.openxmlformats.org/officeDocument/2006/math">
                    <m:r>
                      <a:rPr lang="en-US" sz="1800" i="1" noProof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800" i="1" noProof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US" sz="1800" i="1" noProof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30000" noProof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endParaRPr lang="en-US" sz="1800" baseline="30000" noProof="0" dirty="0"/>
              </a:p>
              <a:p>
                <a:pPr marL="0" indent="0">
                  <a:buNone/>
                </a:pPr>
                <a:r>
                  <a:rPr lang="en-US" sz="1800" baseline="30000" noProof="0" dirty="0"/>
                  <a:t>	</a:t>
                </a:r>
              </a:p>
              <a:p>
                <a:pPr marL="0" indent="0">
                  <a:buNone/>
                </a:pPr>
                <a:r>
                  <a:rPr lang="en-US" sz="1800" b="1" i="1" noProof="0" dirty="0"/>
                  <a:t>Differentiator:</a:t>
                </a:r>
              </a:p>
              <a:p>
                <a:endParaRPr lang="en-US" sz="1800" noProof="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033E71D-561E-9780-C0FA-A701D53DB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52" y="2146145"/>
                <a:ext cx="5561522" cy="1500604"/>
              </a:xfrm>
              <a:prstGeom prst="rect">
                <a:avLst/>
              </a:prstGeom>
              <a:blipFill>
                <a:blip r:embed="rId5"/>
                <a:stretch>
                  <a:fillRect l="-913" t="-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 descr="Ein Bild, das Schrift, Reihe, weiß, Diagramm enthält.&#10;&#10;KI-generierte Inhalte können fehlerhaft sein.">
            <a:extLst>
              <a:ext uri="{FF2B5EF4-FFF2-40B4-BE49-F238E27FC236}">
                <a16:creationId xmlns:a16="http://schemas.microsoft.com/office/drawing/2014/main" id="{3901BB99-2178-A21B-EF34-D4D0CB017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440" y="2887713"/>
            <a:ext cx="3536839" cy="451786"/>
          </a:xfrm>
          <a:prstGeom prst="rect">
            <a:avLst/>
          </a:prstGeom>
        </p:spPr>
      </p:pic>
      <p:pic>
        <p:nvPicPr>
          <p:cNvPr id="12" name="Grafik 11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63B705BD-6404-A109-2406-5B60F5164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3605" y="2110787"/>
            <a:ext cx="2426029" cy="451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2F6A63-45AD-CBEB-D3C2-A95C68DFA042}"/>
                  </a:ext>
                </a:extLst>
              </p:cNvPr>
              <p:cNvSpPr txBox="1"/>
              <p:nvPr/>
            </p:nvSpPr>
            <p:spPr>
              <a:xfrm>
                <a:off x="3657952" y="3289373"/>
                <a:ext cx="54661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For an input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30000" dirty="0" err="1" smtClean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 sz="1800" dirty="0"/>
                  <a:t>, the output will be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n-US" sz="1800" i="1" baseline="30000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baseline="30000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2F6A63-45AD-CBEB-D3C2-A95C68DF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52" y="3289373"/>
                <a:ext cx="5466112" cy="369332"/>
              </a:xfrm>
              <a:prstGeom prst="rect">
                <a:avLst/>
              </a:prstGeom>
              <a:blipFill>
                <a:blip r:embed="rId8"/>
                <a:stretch>
                  <a:fillRect l="-928" t="-10345" b="-27586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66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46941-4D3F-716E-10F4-B7AAD492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Controllable Canonical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3EEA68-7BE1-D5E4-71F1-517CD3366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/>
                  <a:t>We know how to go from state-space to Transfer function, for the other way we use the canonical form</a:t>
                </a:r>
              </a:p>
              <a:p>
                <a:r>
                  <a:rPr lang="en-US" noProof="0"/>
                  <a:t>For a general TF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3EEA68-7BE1-D5E4-71F1-517CD3366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BD641F-8E4B-27BC-5654-066E7CF6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72FC28-72A1-0793-FDEA-D31ADCD2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fik 7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C4D2A4CD-2203-6ED3-F655-03E44ABA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89" y="2571750"/>
            <a:ext cx="5881822" cy="220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70CB4-8BCD-6A12-3F1D-B01C7599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2</a:t>
            </a:r>
          </a:p>
        </p:txBody>
      </p:sp>
      <p:pic>
        <p:nvPicPr>
          <p:cNvPr id="7" name="Inhaltsplatzhalter 6" descr="Ein Bild, das Text, Screenshot, Schrift, weiß enthält.&#10;&#10;KI-generierte Inhalte können fehlerhaft sein.">
            <a:extLst>
              <a:ext uri="{FF2B5EF4-FFF2-40B4-BE49-F238E27FC236}">
                <a16:creationId xmlns:a16="http://schemas.microsoft.com/office/drawing/2014/main" id="{37FBF759-3EFD-7BB2-D997-1D408C4DA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87" y="1108495"/>
            <a:ext cx="4760445" cy="20851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091DC1-0E8D-0706-2718-BA34CA79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C04863-4AA0-3FCB-5F8D-37FA390D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829EB5CF-2663-871E-69F2-F16B4A0DA0B0}"/>
                  </a:ext>
                </a:extLst>
              </p:cNvPr>
              <p:cNvSpPr/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829EB5CF-2663-871E-69F2-F16B4A0DA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332F51D8-52CD-EA99-E05B-804816F71B08}"/>
                  </a:ext>
                </a:extLst>
              </p:cNvPr>
              <p:cNvSpPr/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332F51D8-52CD-EA99-E05B-804816F71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 b="-1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1D223FC-FCC2-B027-0562-AB3596D16FCB}"/>
                  </a:ext>
                </a:extLst>
              </p:cNvPr>
              <p:cNvSpPr/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1D223FC-FCC2-B027-0562-AB3596D16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2E43FDE8-60BC-447B-5D2F-6821971C18E9}"/>
                  </a:ext>
                </a:extLst>
              </p:cNvPr>
              <p:cNvSpPr/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2E43FDE8-60BC-447B-5D2F-6821971C1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5D337AB3-3ADF-FE4E-B077-E7D7B9939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895" y="102393"/>
            <a:ext cx="3558105" cy="7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97B7-DB8E-B100-EFED-11CDF77D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194DD-F2E8-3366-8EFB-7BF7DC74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2</a:t>
            </a:r>
          </a:p>
        </p:txBody>
      </p:sp>
      <p:pic>
        <p:nvPicPr>
          <p:cNvPr id="7" name="Inhaltsplatzhalter 6" descr="Ein Bild, das Text, Screenshot, Schrift, weiß enthält.&#10;&#10;KI-generierte Inhalte können fehlerhaft sein.">
            <a:extLst>
              <a:ext uri="{FF2B5EF4-FFF2-40B4-BE49-F238E27FC236}">
                <a16:creationId xmlns:a16="http://schemas.microsoft.com/office/drawing/2014/main" id="{69666495-FDA7-293C-89D9-A1A53CD1D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87" y="1108495"/>
            <a:ext cx="4760445" cy="20851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F6C6D-8C1A-E9F3-D9AA-96E106FE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09CB23-4336-30FB-048F-E6F46A0C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FD254E54-CBB7-8707-F277-5461F4DF9827}"/>
                  </a:ext>
                </a:extLst>
              </p:cNvPr>
              <p:cNvSpPr/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FD254E54-CBB7-8707-F277-5461F4DF9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67DB3EE0-4EBE-5CEB-6E37-DD7B8238676D}"/>
                  </a:ext>
                </a:extLst>
              </p:cNvPr>
              <p:cNvSpPr/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67DB3EE0-4EBE-5CEB-6E37-DD7B82386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 b="-1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2451E390-1DFB-F418-E12D-881A3955CB68}"/>
                  </a:ext>
                </a:extLst>
              </p:cNvPr>
              <p:cNvSpPr/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2451E390-1DFB-F418-E12D-881A3955C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55BB52E1-E6C0-5D45-E616-7CDFE8E41D28}"/>
                  </a:ext>
                </a:extLst>
              </p:cNvPr>
              <p:cNvSpPr/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55BB52E1-E6C0-5D45-E616-7CDFE8E41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64825E01-6B42-1066-F5BE-9035C8F2D4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895" y="102393"/>
            <a:ext cx="3558105" cy="7355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4435C07C-DC80-EC25-C167-D77285922487}"/>
                  </a:ext>
                </a:extLst>
              </p14:cNvPr>
              <p14:cNvContentPartPr/>
              <p14:nvPr/>
            </p14:nvContentPartPr>
            <p14:xfrm>
              <a:off x="4518360" y="817560"/>
              <a:ext cx="4576320" cy="348192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4435C07C-DC80-EC25-C167-D772859224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9000" y="808200"/>
                <a:ext cx="4595040" cy="35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97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536669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control, Computer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/>
              <a:t>Different TF Notations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/>
              <a:t>System Response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/>
              <a:t>Poles &amp; Zeros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Kissan Varatharajan - </a:t>
            </a:r>
            <a:r>
              <a:rPr lang="en-US" noProof="0" err="1"/>
              <a:t>kissanv.github.io</a:t>
            </a:r>
            <a:endParaRPr lang="en-US" noProof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/>
              <a:t>1. Different TF Notations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D67A8-A115-8CC5-2718-F4C78017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72" y="273843"/>
            <a:ext cx="7886700" cy="994172"/>
          </a:xfrm>
        </p:spPr>
        <p:txBody>
          <a:bodyPr/>
          <a:lstStyle/>
          <a:p>
            <a:r>
              <a:rPr lang="en-US" noProof="0"/>
              <a:t>Partial Fraction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67FFA1-7B44-1676-9B5D-F12362CE6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572" y="1336816"/>
                <a:ext cx="7886700" cy="3662346"/>
              </a:xfrm>
            </p:spPr>
            <p:txBody>
              <a:bodyPr>
                <a:normAutofit/>
              </a:bodyPr>
              <a:lstStyle/>
              <a:p>
                <a:r>
                  <a:rPr lang="en-US" sz="1600" noProof="0"/>
                  <a:t>Recall the </a:t>
                </a:r>
                <a:r>
                  <a:rPr lang="en-US" sz="1600" b="1" i="1" noProof="0"/>
                  <a:t>General Form</a:t>
                </a:r>
                <a:r>
                  <a:rPr lang="en-US" sz="1600" noProof="0"/>
                  <a:t> of transfer function:</a:t>
                </a:r>
              </a:p>
              <a:p>
                <a:pPr marL="0" indent="0">
                  <a:buNone/>
                </a:pPr>
                <a:endParaRPr lang="en-US" sz="1600" noProof="0"/>
              </a:p>
              <a:p>
                <a:pPr marL="0" indent="0">
                  <a:buNone/>
                </a:pPr>
                <a:endParaRPr lang="en-US" sz="800" noProof="0"/>
              </a:p>
              <a:p>
                <a:r>
                  <a:rPr lang="en-US" sz="1600" noProof="0"/>
                  <a:t>In some cases, it's helpful to represent TF in different forms, like</a:t>
                </a:r>
              </a:p>
              <a:p>
                <a:pPr marL="0" indent="0">
                  <a:buNone/>
                </a:pPr>
                <a:r>
                  <a:rPr lang="en-US" sz="1600" noProof="0"/>
                  <a:t>the </a:t>
                </a:r>
                <a:r>
                  <a:rPr lang="en-US" sz="1600" b="1" i="1" noProof="0"/>
                  <a:t>Partial Fraction Expansion:</a:t>
                </a:r>
              </a:p>
              <a:p>
                <a:pPr marL="0" indent="0">
                  <a:buNone/>
                </a:pPr>
                <a:endParaRPr lang="en-US" sz="1600" b="1" i="1" noProof="0"/>
              </a:p>
              <a:p>
                <a:pPr marL="0" indent="0">
                  <a:buNone/>
                </a:pPr>
                <a:endParaRPr lang="en-US" sz="800" b="1" i="1" noProof="0"/>
              </a:p>
              <a:p>
                <a:pPr marL="0" indent="0">
                  <a:buNone/>
                </a:pPr>
                <a:r>
                  <a:rPr lang="en-US" sz="1600" noProof="0"/>
                  <a:t>How to determine residues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/>
                  <a:t>Partial Fraction Decomposition (Analysis I/II)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/>
                  <a:t>Cover-up method: For non-repeating poles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baseline="-25000" noProof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noProof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i="0" noProof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600" noProof="0"/>
              </a:p>
              <a:p>
                <a:pPr marL="0" indent="0">
                  <a:buNone/>
                </a:pPr>
                <a:r>
                  <a:rPr lang="en-US" sz="1600" noProof="0"/>
                  <a:t>For repeating pole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baseline="-25000" noProof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noProof="0"/>
                  <a:t> of order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noProof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i="0" noProof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600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67FFA1-7B44-1676-9B5D-F12362CE6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572" y="1336816"/>
                <a:ext cx="7886700" cy="3662346"/>
              </a:xfrm>
              <a:blipFill>
                <a:blip r:embed="rId3"/>
                <a:stretch>
                  <a:fillRect l="-643" t="-13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7DA1AE-57B3-8315-DA37-5BB91A8A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FC7A9E-4422-8B20-4A32-295A271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0D05296-F8C3-8E22-A43A-FED60EE2A980}"/>
              </a:ext>
            </a:extLst>
          </p:cNvPr>
          <p:cNvGrpSpPr/>
          <p:nvPr/>
        </p:nvGrpSpPr>
        <p:grpSpPr>
          <a:xfrm>
            <a:off x="4833205" y="1189953"/>
            <a:ext cx="4310795" cy="874470"/>
            <a:chOff x="5025483" y="1204943"/>
            <a:chExt cx="4310795" cy="8744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F99C0CE-D02E-5798-DB7C-8FFD0526D744}"/>
                    </a:ext>
                  </a:extLst>
                </p:cNvPr>
                <p:cNvSpPr txBox="1"/>
                <p:nvPr/>
              </p:nvSpPr>
              <p:spPr>
                <a:xfrm>
                  <a:off x="5025483" y="1204943"/>
                  <a:ext cx="4310795" cy="8744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1600" noProof="0"/>
                </a:p>
                <a:p>
                  <a:endParaRPr lang="en-US" sz="1600" noProof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F99C0CE-D02E-5798-DB7C-8FFD0526D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5483" y="1204943"/>
                  <a:ext cx="4310795" cy="8744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7E954F6D-03EE-6B35-5223-3CB35CDA80B4}"/>
                </a:ext>
              </a:extLst>
            </p:cNvPr>
            <p:cNvSpPr/>
            <p:nvPr/>
          </p:nvSpPr>
          <p:spPr>
            <a:xfrm>
              <a:off x="5255941" y="1204943"/>
              <a:ext cx="3836019" cy="67589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0E72EEE-61E0-E91E-C291-3647294B8A0E}"/>
                  </a:ext>
                </a:extLst>
              </p:cNvPr>
              <p:cNvSpPr txBox="1"/>
              <p:nvPr/>
            </p:nvSpPr>
            <p:spPr>
              <a:xfrm>
                <a:off x="5874482" y="633016"/>
                <a:ext cx="3044423" cy="511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Note strictly proper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sz="180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800" noProof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0E72EEE-61E0-E91E-C291-3647294B8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482" y="633016"/>
                <a:ext cx="3044423" cy="511615"/>
              </a:xfrm>
              <a:prstGeom prst="rect">
                <a:avLst/>
              </a:prstGeom>
              <a:blipFill>
                <a:blip r:embed="rId5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371C510F-78A9-00E6-CF13-C8D35BA1ABCD}"/>
              </a:ext>
            </a:extLst>
          </p:cNvPr>
          <p:cNvSpPr txBox="1"/>
          <p:nvPr/>
        </p:nvSpPr>
        <p:spPr>
          <a:xfrm>
            <a:off x="4191849" y="1847123"/>
            <a:ext cx="5129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Note: useful to switch between state-space and TF with canonical form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2EACAB8-A253-53DC-153E-98835E37ECB2}"/>
              </a:ext>
            </a:extLst>
          </p:cNvPr>
          <p:cNvGrpSpPr/>
          <p:nvPr/>
        </p:nvGrpSpPr>
        <p:grpSpPr>
          <a:xfrm>
            <a:off x="3681409" y="2648319"/>
            <a:ext cx="5328777" cy="1068115"/>
            <a:chOff x="3659106" y="2636175"/>
            <a:chExt cx="5328777" cy="1068115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64E7043-9FC6-FA49-E65C-8400483C2A90}"/>
                </a:ext>
              </a:extLst>
            </p:cNvPr>
            <p:cNvGrpSpPr/>
            <p:nvPr/>
          </p:nvGrpSpPr>
          <p:grpSpPr>
            <a:xfrm>
              <a:off x="3683148" y="2636175"/>
              <a:ext cx="3867213" cy="595821"/>
              <a:chOff x="3683148" y="2636175"/>
              <a:chExt cx="3867213" cy="5958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D191B54E-5D42-AC0C-2D82-D02F273A6F40}"/>
                      </a:ext>
                    </a:extLst>
                  </p:cNvPr>
                  <p:cNvSpPr txBox="1"/>
                  <p:nvPr/>
                </p:nvSpPr>
                <p:spPr>
                  <a:xfrm>
                    <a:off x="3683148" y="2636175"/>
                    <a:ext cx="3867213" cy="5556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D191B54E-5D42-AC0C-2D82-D02F273A6F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3148" y="2636175"/>
                    <a:ext cx="3867213" cy="55560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: Rounded Corners 17">
                <a:extLst>
                  <a:ext uri="{FF2B5EF4-FFF2-40B4-BE49-F238E27FC236}">
                    <a16:creationId xmlns:a16="http://schemas.microsoft.com/office/drawing/2014/main" id="{CCC3D7C0-31FC-447A-6615-17777A0272C1}"/>
                  </a:ext>
                </a:extLst>
              </p:cNvPr>
              <p:cNvSpPr/>
              <p:nvPr/>
            </p:nvSpPr>
            <p:spPr>
              <a:xfrm>
                <a:off x="3723283" y="2636175"/>
                <a:ext cx="3762901" cy="595821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 dirty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9D965B55-B865-65B7-3F7B-7DA785A6DC78}"/>
                </a:ext>
              </a:extLst>
            </p:cNvPr>
            <p:cNvGrpSpPr/>
            <p:nvPr/>
          </p:nvGrpSpPr>
          <p:grpSpPr>
            <a:xfrm>
              <a:off x="3659106" y="2703523"/>
              <a:ext cx="5328777" cy="1000767"/>
              <a:chOff x="3659106" y="2703523"/>
              <a:chExt cx="5328777" cy="10007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BF616EB0-76F8-3999-8C58-0A11C05CBF8B}"/>
                      </a:ext>
                    </a:extLst>
                  </p:cNvPr>
                  <p:cNvSpPr txBox="1"/>
                  <p:nvPr/>
                </p:nvSpPr>
                <p:spPr>
                  <a:xfrm>
                    <a:off x="7550361" y="2703523"/>
                    <a:ext cx="1221938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 baseline="-25000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sz="1600" noProof="0" dirty="0"/>
                      <a:t>: residues</a:t>
                    </a: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BF616EB0-76F8-3999-8C58-0A11C05CBF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0361" y="2703523"/>
                    <a:ext cx="1221938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3571" r="-2062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ECD6B55-EB1E-3E44-AB59-2D4880B679C7}"/>
                      </a:ext>
                    </a:extLst>
                  </p:cNvPr>
                  <p:cNvSpPr txBox="1"/>
                  <p:nvPr/>
                </p:nvSpPr>
                <p:spPr>
                  <a:xfrm>
                    <a:off x="3659106" y="3211847"/>
                    <a:ext cx="532877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noProof="0" dirty="0">
                        <a:solidFill>
                          <a:srgbClr val="FF0000"/>
                        </a:solidFill>
                      </a:rPr>
                      <a:t>Note: useful to use inverse Laplace to get the time response of each pole</a:t>
                    </a:r>
                  </a:p>
                  <a:p>
                    <a:r>
                      <a:rPr lang="en-US" sz="1200" noProof="0" dirty="0">
                        <a:solidFill>
                          <a:srgbClr val="FF0000"/>
                        </a:solidFill>
                      </a:rPr>
                      <a:t>	</a:t>
                    </a:r>
                    <a14:m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n-US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a14:m>
                    <a:endParaRPr lang="en-US" sz="1200" noProof="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ECD6B55-EB1E-3E44-AB59-2D4880B679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9106" y="3211847"/>
                    <a:ext cx="5328777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500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02038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04FB9-ECAE-0A47-2648-499ABD25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/>
              <a:t>Root-Locus- &amp; Bode-Form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67A4EE-AC84-94BA-E418-88FB5DE28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/>
                  <a:t>These are also other forms to represent the TF, recall from last week:</a:t>
                </a:r>
              </a:p>
              <a:p>
                <a:r>
                  <a:rPr lang="en-US" b="1" noProof="0"/>
                  <a:t>Poles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baseline="-25000" noProof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noProof="0"/>
                  <a:t> are the roots of the </a:t>
                </a:r>
                <a:r>
                  <a:rPr lang="en-US" i="1" noProof="0"/>
                  <a:t>Denominator</a:t>
                </a:r>
                <a:r>
                  <a:rPr lang="en-US" noProof="0"/>
                  <a:t> of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/>
              </a:p>
              <a:p>
                <a:r>
                  <a:rPr lang="en-US" b="1" noProof="0"/>
                  <a:t>Zeros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baseline="-25000" noProof="0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noProof="0"/>
                  <a:t> are the roots of the </a:t>
                </a:r>
                <a:r>
                  <a:rPr lang="en-US" i="1" noProof="0"/>
                  <a:t>Nominator</a:t>
                </a:r>
                <a:r>
                  <a:rPr lang="en-US" noProof="0"/>
                  <a:t> of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/>
              </a:p>
              <a:p>
                <a:endParaRPr lang="en-US" noProof="0"/>
              </a:p>
              <a:p>
                <a:r>
                  <a:rPr lang="en-US" b="1" i="1" noProof="0"/>
                  <a:t>Root Locus Form:</a:t>
                </a:r>
              </a:p>
              <a:p>
                <a:endParaRPr lang="en-US" b="1" i="1" noProof="0"/>
              </a:p>
              <a:p>
                <a:endParaRPr lang="en-US" b="1" i="1" noProof="0"/>
              </a:p>
              <a:p>
                <a:endParaRPr lang="en-US" b="1" i="1" noProof="0"/>
              </a:p>
              <a:p>
                <a:r>
                  <a:rPr lang="en-US" b="1" i="1" noProof="0"/>
                  <a:t>Bode Form:</a:t>
                </a:r>
              </a:p>
              <a:p>
                <a:pPr marL="0" indent="0">
                  <a:buNone/>
                </a:pPr>
                <a:endParaRPr lang="en-US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67A4EE-AC84-94BA-E418-88FB5DE28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331CEC-9D71-443B-FE54-48C05842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3B71F2-7812-F1FE-F716-450BA7A6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4A0FB237-DEAB-F116-145E-1B72113CF5CA}"/>
              </a:ext>
            </a:extLst>
          </p:cNvPr>
          <p:cNvSpPr/>
          <p:nvPr/>
        </p:nvSpPr>
        <p:spPr>
          <a:xfrm>
            <a:off x="2984810" y="3755801"/>
            <a:ext cx="4501375" cy="101146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92B6803-2B45-D18C-0CBC-08958A98CC59}"/>
              </a:ext>
            </a:extLst>
          </p:cNvPr>
          <p:cNvGrpSpPr/>
          <p:nvPr/>
        </p:nvGrpSpPr>
        <p:grpSpPr>
          <a:xfrm>
            <a:off x="3375102" y="2567562"/>
            <a:ext cx="3709237" cy="792671"/>
            <a:chOff x="3375102" y="2567562"/>
            <a:chExt cx="3709237" cy="792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AC3FB64-22C8-1361-8CC2-6F17D2232BAD}"/>
                    </a:ext>
                  </a:extLst>
                </p:cNvPr>
                <p:cNvSpPr txBox="1"/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AC3FB64-22C8-1361-8CC2-6F17D2232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CB501C1D-8911-5DB5-36DB-3F846ECD8BA9}"/>
                </a:ext>
              </a:extLst>
            </p:cNvPr>
            <p:cNvSpPr/>
            <p:nvPr/>
          </p:nvSpPr>
          <p:spPr>
            <a:xfrm>
              <a:off x="3375102" y="2567562"/>
              <a:ext cx="3709237" cy="792671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82ED777-A279-8B45-4060-CF2B8EF99B4D}"/>
                  </a:ext>
                </a:extLst>
              </p:cNvPr>
              <p:cNvSpPr txBox="1"/>
              <p:nvPr/>
            </p:nvSpPr>
            <p:spPr>
              <a:xfrm>
                <a:off x="1832315" y="3770644"/>
                <a:ext cx="6794810" cy="99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𝑏𝑜𝑑𝑒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82ED777-A279-8B45-4060-CF2B8EF9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15" y="3770644"/>
                <a:ext cx="6794810" cy="9966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9A00E93B-0F9C-1890-EB8B-D447C7AD9009}"/>
              </a:ext>
            </a:extLst>
          </p:cNvPr>
          <p:cNvSpPr txBox="1"/>
          <p:nvPr/>
        </p:nvSpPr>
        <p:spPr>
          <a:xfrm>
            <a:off x="7307562" y="2680855"/>
            <a:ext cx="1221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/>
              <a:t>Used for </a:t>
            </a:r>
            <a:br>
              <a:rPr lang="en-US" sz="1600" noProof="0"/>
            </a:br>
            <a:r>
              <a:rPr lang="en-US" sz="1600" noProof="0"/>
              <a:t>Root Locus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3238BF-DD1B-22AE-C6B6-425024199501}"/>
              </a:ext>
            </a:extLst>
          </p:cNvPr>
          <p:cNvSpPr txBox="1"/>
          <p:nvPr/>
        </p:nvSpPr>
        <p:spPr>
          <a:xfrm>
            <a:off x="7652208" y="3921152"/>
            <a:ext cx="1175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/>
              <a:t>Used for </a:t>
            </a:r>
            <a:br>
              <a:rPr lang="en-US" sz="1600" noProof="0"/>
            </a:br>
            <a:r>
              <a:rPr lang="en-US" sz="1600" noProof="0"/>
              <a:t>Bode Plots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AD71D8-B990-5776-58B0-98743B72D1C6}"/>
              </a:ext>
            </a:extLst>
          </p:cNvPr>
          <p:cNvSpPr txBox="1"/>
          <p:nvPr/>
        </p:nvSpPr>
        <p:spPr>
          <a:xfrm>
            <a:off x="3432763" y="3343457"/>
            <a:ext cx="3068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>
                <a:solidFill>
                  <a:srgbClr val="FF0000"/>
                </a:solidFill>
              </a:rPr>
              <a:t>Note: we can directly see all poles &amp; zeros</a:t>
            </a:r>
          </a:p>
        </p:txBody>
      </p:sp>
    </p:spTree>
    <p:extLst>
      <p:ext uri="{BB962C8B-B14F-4D97-AF65-F5344CB8AC3E}">
        <p14:creationId xmlns:p14="http://schemas.microsoft.com/office/powerpoint/2010/main" val="43743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AB8F7-A645-FB6B-8916-5648BE42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381BD3-82B4-45FE-D16B-32D1B84F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7187" y="482566"/>
                <a:ext cx="1955181" cy="5767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381BD3-82B4-45FE-D16B-32D1B84F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7187" y="482566"/>
                <a:ext cx="1955181" cy="5767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262306-E477-8BBD-B428-25B73F9A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F21C8-40D9-E7B6-AF33-BB6A78E9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C752315F-7180-9026-5C7A-8B35B979DED0}"/>
                  </a:ext>
                </a:extLst>
              </p14:cNvPr>
              <p14:cNvContentPartPr/>
              <p14:nvPr/>
            </p14:nvContentPartPr>
            <p14:xfrm>
              <a:off x="4518795" y="-12439"/>
              <a:ext cx="360" cy="50968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C752315F-7180-9026-5C7A-8B35B979DE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9795" y="-21439"/>
                <a:ext cx="18000" cy="51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Freihand 57">
                <a:extLst>
                  <a:ext uri="{FF2B5EF4-FFF2-40B4-BE49-F238E27FC236}">
                    <a16:creationId xmlns:a16="http://schemas.microsoft.com/office/drawing/2014/main" id="{6D32AF60-3CCE-E2DB-A023-E6FC7D2A20AF}"/>
                  </a:ext>
                </a:extLst>
              </p14:cNvPr>
              <p14:cNvContentPartPr/>
              <p14:nvPr/>
            </p14:nvContentPartPr>
            <p14:xfrm>
              <a:off x="126795" y="1187801"/>
              <a:ext cx="808200" cy="205920"/>
            </p14:xfrm>
          </p:contentPart>
        </mc:Choice>
        <mc:Fallback xmlns="">
          <p:pic>
            <p:nvPicPr>
              <p:cNvPr id="58" name="Freihand 57">
                <a:extLst>
                  <a:ext uri="{FF2B5EF4-FFF2-40B4-BE49-F238E27FC236}">
                    <a16:creationId xmlns:a16="http://schemas.microsoft.com/office/drawing/2014/main" id="{6D32AF60-3CCE-E2DB-A023-E6FC7D2A20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990" y="1177001"/>
                <a:ext cx="829449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253D2BDC-7C2A-F1B9-78F1-9452F56F3A2E}"/>
                  </a:ext>
                </a:extLst>
              </p14:cNvPr>
              <p14:cNvContentPartPr/>
              <p14:nvPr/>
            </p14:nvContentPartPr>
            <p14:xfrm>
              <a:off x="1126155" y="1131641"/>
              <a:ext cx="877680" cy="29916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253D2BDC-7C2A-F1B9-78F1-9452F56F3A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355" y="1120841"/>
                <a:ext cx="8989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4" name="Freihand 73">
                <a:extLst>
                  <a:ext uri="{FF2B5EF4-FFF2-40B4-BE49-F238E27FC236}">
                    <a16:creationId xmlns:a16="http://schemas.microsoft.com/office/drawing/2014/main" id="{01773149-445B-E76E-3410-1C6EAA62E22B}"/>
                  </a:ext>
                </a:extLst>
              </p14:cNvPr>
              <p14:cNvContentPartPr/>
              <p14:nvPr/>
            </p14:nvContentPartPr>
            <p14:xfrm>
              <a:off x="122115" y="1542401"/>
              <a:ext cx="733320" cy="331920"/>
            </p14:xfrm>
          </p:contentPart>
        </mc:Choice>
        <mc:Fallback xmlns="">
          <p:pic>
            <p:nvPicPr>
              <p:cNvPr id="74" name="Freihand 73">
                <a:extLst>
                  <a:ext uri="{FF2B5EF4-FFF2-40B4-BE49-F238E27FC236}">
                    <a16:creationId xmlns:a16="http://schemas.microsoft.com/office/drawing/2014/main" id="{01773149-445B-E76E-3410-1C6EAA62E2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315" y="1531601"/>
                <a:ext cx="75456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6" name="Freihand 85">
                <a:extLst>
                  <a:ext uri="{FF2B5EF4-FFF2-40B4-BE49-F238E27FC236}">
                    <a16:creationId xmlns:a16="http://schemas.microsoft.com/office/drawing/2014/main" id="{4E228A2B-5CF2-61C6-E757-1B261EB25586}"/>
                  </a:ext>
                </a:extLst>
              </p14:cNvPr>
              <p14:cNvContentPartPr/>
              <p14:nvPr/>
            </p14:nvContentPartPr>
            <p14:xfrm>
              <a:off x="1047315" y="1533041"/>
              <a:ext cx="1335240" cy="261720"/>
            </p14:xfrm>
          </p:contentPart>
        </mc:Choice>
        <mc:Fallback xmlns="">
          <p:pic>
            <p:nvPicPr>
              <p:cNvPr id="86" name="Freihand 85">
                <a:extLst>
                  <a:ext uri="{FF2B5EF4-FFF2-40B4-BE49-F238E27FC236}">
                    <a16:creationId xmlns:a16="http://schemas.microsoft.com/office/drawing/2014/main" id="{4E228A2B-5CF2-61C6-E757-1B261EB2558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6515" y="1522241"/>
                <a:ext cx="13564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2" name="Freihand 101">
                <a:extLst>
                  <a:ext uri="{FF2B5EF4-FFF2-40B4-BE49-F238E27FC236}">
                    <a16:creationId xmlns:a16="http://schemas.microsoft.com/office/drawing/2014/main" id="{2AA56805-54AD-D91F-3638-E0EB79CDBD92}"/>
                  </a:ext>
                </a:extLst>
              </p14:cNvPr>
              <p14:cNvContentPartPr/>
              <p14:nvPr/>
            </p14:nvContentPartPr>
            <p14:xfrm>
              <a:off x="2559315" y="1378961"/>
              <a:ext cx="1872000" cy="388080"/>
            </p14:xfrm>
          </p:contentPart>
        </mc:Choice>
        <mc:Fallback xmlns="">
          <p:pic>
            <p:nvPicPr>
              <p:cNvPr id="102" name="Freihand 101">
                <a:extLst>
                  <a:ext uri="{FF2B5EF4-FFF2-40B4-BE49-F238E27FC236}">
                    <a16:creationId xmlns:a16="http://schemas.microsoft.com/office/drawing/2014/main" id="{2AA56805-54AD-D91F-3638-E0EB79CDBD9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48515" y="1368151"/>
                <a:ext cx="1893240" cy="409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9" name="Freihand 108">
                <a:extLst>
                  <a:ext uri="{FF2B5EF4-FFF2-40B4-BE49-F238E27FC236}">
                    <a16:creationId xmlns:a16="http://schemas.microsoft.com/office/drawing/2014/main" id="{327584C7-A41E-5884-5782-64AB18516BA1}"/>
                  </a:ext>
                </a:extLst>
              </p14:cNvPr>
              <p14:cNvContentPartPr/>
              <p14:nvPr/>
            </p14:nvContentPartPr>
            <p14:xfrm>
              <a:off x="173595" y="2018681"/>
              <a:ext cx="691200" cy="350640"/>
            </p14:xfrm>
          </p:contentPart>
        </mc:Choice>
        <mc:Fallback xmlns="">
          <p:pic>
            <p:nvPicPr>
              <p:cNvPr id="109" name="Freihand 108">
                <a:extLst>
                  <a:ext uri="{FF2B5EF4-FFF2-40B4-BE49-F238E27FC236}">
                    <a16:creationId xmlns:a16="http://schemas.microsoft.com/office/drawing/2014/main" id="{327584C7-A41E-5884-5782-64AB18516B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2801" y="2007870"/>
                <a:ext cx="712429" cy="371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9" name="Freihand 118">
                <a:extLst>
                  <a:ext uri="{FF2B5EF4-FFF2-40B4-BE49-F238E27FC236}">
                    <a16:creationId xmlns:a16="http://schemas.microsoft.com/office/drawing/2014/main" id="{FE7F7C66-643C-9CCC-20AB-E7F8BFC991E4}"/>
                  </a:ext>
                </a:extLst>
              </p14:cNvPr>
              <p14:cNvContentPartPr/>
              <p14:nvPr/>
            </p14:nvContentPartPr>
            <p14:xfrm>
              <a:off x="1639515" y="1958201"/>
              <a:ext cx="766080" cy="312840"/>
            </p14:xfrm>
          </p:contentPart>
        </mc:Choice>
        <mc:Fallback xmlns="">
          <p:pic>
            <p:nvPicPr>
              <p:cNvPr id="119" name="Freihand 118">
                <a:extLst>
                  <a:ext uri="{FF2B5EF4-FFF2-40B4-BE49-F238E27FC236}">
                    <a16:creationId xmlns:a16="http://schemas.microsoft.com/office/drawing/2014/main" id="{FE7F7C66-643C-9CCC-20AB-E7F8BFC991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8715" y="1947413"/>
                <a:ext cx="787320" cy="334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0" name="Freihand 119">
                <a:extLst>
                  <a:ext uri="{FF2B5EF4-FFF2-40B4-BE49-F238E27FC236}">
                    <a16:creationId xmlns:a16="http://schemas.microsoft.com/office/drawing/2014/main" id="{0EF06AE0-AD74-832D-1A3F-4224D65E91E4}"/>
                  </a:ext>
                </a:extLst>
              </p14:cNvPr>
              <p14:cNvContentPartPr/>
              <p14:nvPr/>
            </p14:nvContentPartPr>
            <p14:xfrm>
              <a:off x="992595" y="2016161"/>
              <a:ext cx="437400" cy="287640"/>
            </p14:xfrm>
          </p:contentPart>
        </mc:Choice>
        <mc:Fallback xmlns="">
          <p:pic>
            <p:nvPicPr>
              <p:cNvPr id="120" name="Freihand 119">
                <a:extLst>
                  <a:ext uri="{FF2B5EF4-FFF2-40B4-BE49-F238E27FC236}">
                    <a16:creationId xmlns:a16="http://schemas.microsoft.com/office/drawing/2014/main" id="{0EF06AE0-AD74-832D-1A3F-4224D65E91E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81786" y="2005374"/>
                <a:ext cx="458657" cy="308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4" name="Freihand 133">
                <a:extLst>
                  <a:ext uri="{FF2B5EF4-FFF2-40B4-BE49-F238E27FC236}">
                    <a16:creationId xmlns:a16="http://schemas.microsoft.com/office/drawing/2014/main" id="{84F0325D-C4D4-A0D4-A3F4-6414E32EA087}"/>
                  </a:ext>
                </a:extLst>
              </p14:cNvPr>
              <p14:cNvContentPartPr/>
              <p14:nvPr/>
            </p14:nvContentPartPr>
            <p14:xfrm>
              <a:off x="131475" y="2480921"/>
              <a:ext cx="1522440" cy="250560"/>
            </p14:xfrm>
          </p:contentPart>
        </mc:Choice>
        <mc:Fallback xmlns="">
          <p:pic>
            <p:nvPicPr>
              <p:cNvPr id="134" name="Freihand 133">
                <a:extLst>
                  <a:ext uri="{FF2B5EF4-FFF2-40B4-BE49-F238E27FC236}">
                    <a16:creationId xmlns:a16="http://schemas.microsoft.com/office/drawing/2014/main" id="{84F0325D-C4D4-A0D4-A3F4-6414E32EA0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0675" y="2470105"/>
                <a:ext cx="1543680" cy="271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3" name="Freihand 142">
                <a:extLst>
                  <a:ext uri="{FF2B5EF4-FFF2-40B4-BE49-F238E27FC236}">
                    <a16:creationId xmlns:a16="http://schemas.microsoft.com/office/drawing/2014/main" id="{9CDA230C-4713-B0CF-D984-1D1A31550166}"/>
                  </a:ext>
                </a:extLst>
              </p14:cNvPr>
              <p14:cNvContentPartPr/>
              <p14:nvPr/>
            </p14:nvContentPartPr>
            <p14:xfrm>
              <a:off x="2700075" y="2364281"/>
              <a:ext cx="163440" cy="219960"/>
            </p14:xfrm>
          </p:contentPart>
        </mc:Choice>
        <mc:Fallback xmlns="">
          <p:pic>
            <p:nvPicPr>
              <p:cNvPr id="143" name="Freihand 142">
                <a:extLst>
                  <a:ext uri="{FF2B5EF4-FFF2-40B4-BE49-F238E27FC236}">
                    <a16:creationId xmlns:a16="http://schemas.microsoft.com/office/drawing/2014/main" id="{9CDA230C-4713-B0CF-D984-1D1A3155016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89275" y="2353481"/>
                <a:ext cx="18468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4" name="Freihand 143">
                <a:extLst>
                  <a:ext uri="{FF2B5EF4-FFF2-40B4-BE49-F238E27FC236}">
                    <a16:creationId xmlns:a16="http://schemas.microsoft.com/office/drawing/2014/main" id="{9C3BB202-1A1D-304A-D017-BE68998EFE36}"/>
                  </a:ext>
                </a:extLst>
              </p14:cNvPr>
              <p14:cNvContentPartPr/>
              <p14:nvPr/>
            </p14:nvContentPartPr>
            <p14:xfrm>
              <a:off x="1816995" y="2415761"/>
              <a:ext cx="710280" cy="263880"/>
            </p14:xfrm>
          </p:contentPart>
        </mc:Choice>
        <mc:Fallback xmlns="">
          <p:pic>
            <p:nvPicPr>
              <p:cNvPr id="144" name="Freihand 143">
                <a:extLst>
                  <a:ext uri="{FF2B5EF4-FFF2-40B4-BE49-F238E27FC236}">
                    <a16:creationId xmlns:a16="http://schemas.microsoft.com/office/drawing/2014/main" id="{9C3BB202-1A1D-304A-D017-BE68998EFE3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06190" y="2404961"/>
                <a:ext cx="731531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2" name="Freihand 151">
                <a:extLst>
                  <a:ext uri="{FF2B5EF4-FFF2-40B4-BE49-F238E27FC236}">
                    <a16:creationId xmlns:a16="http://schemas.microsoft.com/office/drawing/2014/main" id="{CF62C63E-B50F-DA9E-2215-665160517CCC}"/>
                  </a:ext>
                </a:extLst>
              </p14:cNvPr>
              <p14:cNvContentPartPr/>
              <p14:nvPr/>
            </p14:nvContentPartPr>
            <p14:xfrm>
              <a:off x="2956395" y="2200841"/>
              <a:ext cx="1041480" cy="303840"/>
            </p14:xfrm>
          </p:contentPart>
        </mc:Choice>
        <mc:Fallback xmlns="">
          <p:pic>
            <p:nvPicPr>
              <p:cNvPr id="152" name="Freihand 151">
                <a:extLst>
                  <a:ext uri="{FF2B5EF4-FFF2-40B4-BE49-F238E27FC236}">
                    <a16:creationId xmlns:a16="http://schemas.microsoft.com/office/drawing/2014/main" id="{CF62C63E-B50F-DA9E-2215-665160517CC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45599" y="2190041"/>
                <a:ext cx="1062713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5" name="Freihand 164">
                <a:extLst>
                  <a:ext uri="{FF2B5EF4-FFF2-40B4-BE49-F238E27FC236}">
                    <a16:creationId xmlns:a16="http://schemas.microsoft.com/office/drawing/2014/main" id="{2C0E2D15-4611-7687-9F03-188BB43A8865}"/>
                  </a:ext>
                </a:extLst>
              </p14:cNvPr>
              <p14:cNvContentPartPr/>
              <p14:nvPr/>
            </p14:nvContentPartPr>
            <p14:xfrm>
              <a:off x="2965755" y="2509001"/>
              <a:ext cx="1316880" cy="322560"/>
            </p14:xfrm>
          </p:contentPart>
        </mc:Choice>
        <mc:Fallback xmlns="">
          <p:pic>
            <p:nvPicPr>
              <p:cNvPr id="165" name="Freihand 164">
                <a:extLst>
                  <a:ext uri="{FF2B5EF4-FFF2-40B4-BE49-F238E27FC236}">
                    <a16:creationId xmlns:a16="http://schemas.microsoft.com/office/drawing/2014/main" id="{2C0E2D15-4611-7687-9F03-188BB43A886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954958" y="2498189"/>
                <a:ext cx="1338114" cy="343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8" name="Freihand 167">
                <a:extLst>
                  <a:ext uri="{FF2B5EF4-FFF2-40B4-BE49-F238E27FC236}">
                    <a16:creationId xmlns:a16="http://schemas.microsoft.com/office/drawing/2014/main" id="{B4413160-A009-50BF-2DEE-F4FA9CD15064}"/>
                  </a:ext>
                </a:extLst>
              </p14:cNvPr>
              <p14:cNvContentPartPr/>
              <p14:nvPr/>
            </p14:nvContentPartPr>
            <p14:xfrm>
              <a:off x="-13245" y="2294801"/>
              <a:ext cx="208800" cy="167760"/>
            </p14:xfrm>
          </p:contentPart>
        </mc:Choice>
        <mc:Fallback xmlns="">
          <p:pic>
            <p:nvPicPr>
              <p:cNvPr id="168" name="Freihand 167">
                <a:extLst>
                  <a:ext uri="{FF2B5EF4-FFF2-40B4-BE49-F238E27FC236}">
                    <a16:creationId xmlns:a16="http://schemas.microsoft.com/office/drawing/2014/main" id="{B4413160-A009-50BF-2DEE-F4FA9CD1506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-24045" y="2284024"/>
                <a:ext cx="230040" cy="188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3" name="Freihand 182">
                <a:extLst>
                  <a:ext uri="{FF2B5EF4-FFF2-40B4-BE49-F238E27FC236}">
                    <a16:creationId xmlns:a16="http://schemas.microsoft.com/office/drawing/2014/main" id="{5BC37EE8-AB7E-2939-B702-6743DCA6C7A2}"/>
                  </a:ext>
                </a:extLst>
              </p14:cNvPr>
              <p14:cNvContentPartPr/>
              <p14:nvPr/>
            </p14:nvContentPartPr>
            <p14:xfrm>
              <a:off x="54795" y="2976281"/>
              <a:ext cx="1728000" cy="272880"/>
            </p14:xfrm>
          </p:contentPart>
        </mc:Choice>
        <mc:Fallback xmlns="">
          <p:pic>
            <p:nvPicPr>
              <p:cNvPr id="183" name="Freihand 182">
                <a:extLst>
                  <a:ext uri="{FF2B5EF4-FFF2-40B4-BE49-F238E27FC236}">
                    <a16:creationId xmlns:a16="http://schemas.microsoft.com/office/drawing/2014/main" id="{5BC37EE8-AB7E-2939-B702-6743DCA6C7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995" y="2965467"/>
                <a:ext cx="1749240" cy="294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0" name="Freihand 189">
                <a:extLst>
                  <a:ext uri="{FF2B5EF4-FFF2-40B4-BE49-F238E27FC236}">
                    <a16:creationId xmlns:a16="http://schemas.microsoft.com/office/drawing/2014/main" id="{1365999E-B048-4361-E623-CC61780C3199}"/>
                  </a:ext>
                </a:extLst>
              </p14:cNvPr>
              <p14:cNvContentPartPr/>
              <p14:nvPr/>
            </p14:nvContentPartPr>
            <p14:xfrm>
              <a:off x="260715" y="3382001"/>
              <a:ext cx="732960" cy="238680"/>
            </p14:xfrm>
          </p:contentPart>
        </mc:Choice>
        <mc:Fallback xmlns="">
          <p:pic>
            <p:nvPicPr>
              <p:cNvPr id="190" name="Freihand 189">
                <a:extLst>
                  <a:ext uri="{FF2B5EF4-FFF2-40B4-BE49-F238E27FC236}">
                    <a16:creationId xmlns:a16="http://schemas.microsoft.com/office/drawing/2014/main" id="{1365999E-B048-4361-E623-CC61780C319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49915" y="3371185"/>
                <a:ext cx="754200" cy="2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93" name="Freihand 192">
                <a:extLst>
                  <a:ext uri="{FF2B5EF4-FFF2-40B4-BE49-F238E27FC236}">
                    <a16:creationId xmlns:a16="http://schemas.microsoft.com/office/drawing/2014/main" id="{2DD263A9-39DF-C3A8-E1AB-8AA8DAEA5E5F}"/>
                  </a:ext>
                </a:extLst>
              </p14:cNvPr>
              <p14:cNvContentPartPr/>
              <p14:nvPr/>
            </p14:nvContentPartPr>
            <p14:xfrm>
              <a:off x="1194195" y="3335561"/>
              <a:ext cx="219960" cy="233640"/>
            </p14:xfrm>
          </p:contentPart>
        </mc:Choice>
        <mc:Fallback xmlns="">
          <p:pic>
            <p:nvPicPr>
              <p:cNvPr id="193" name="Freihand 192">
                <a:extLst>
                  <a:ext uri="{FF2B5EF4-FFF2-40B4-BE49-F238E27FC236}">
                    <a16:creationId xmlns:a16="http://schemas.microsoft.com/office/drawing/2014/main" id="{2DD263A9-39DF-C3A8-E1AB-8AA8DAEA5E5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83395" y="3324778"/>
                <a:ext cx="241200" cy="25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4" name="Freihand 203">
                <a:extLst>
                  <a:ext uri="{FF2B5EF4-FFF2-40B4-BE49-F238E27FC236}">
                    <a16:creationId xmlns:a16="http://schemas.microsoft.com/office/drawing/2014/main" id="{726BF9BE-EC47-5AB3-082E-C13F6F751497}"/>
                  </a:ext>
                </a:extLst>
              </p14:cNvPr>
              <p14:cNvContentPartPr/>
              <p14:nvPr/>
            </p14:nvContentPartPr>
            <p14:xfrm>
              <a:off x="1507035" y="3083201"/>
              <a:ext cx="1443240" cy="420480"/>
            </p14:xfrm>
          </p:contentPart>
        </mc:Choice>
        <mc:Fallback xmlns="">
          <p:pic>
            <p:nvPicPr>
              <p:cNvPr id="204" name="Freihand 203">
                <a:extLst>
                  <a:ext uri="{FF2B5EF4-FFF2-40B4-BE49-F238E27FC236}">
                    <a16:creationId xmlns:a16="http://schemas.microsoft.com/office/drawing/2014/main" id="{726BF9BE-EC47-5AB3-082E-C13F6F75149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96235" y="3072401"/>
                <a:ext cx="14644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4" name="Freihand 213">
                <a:extLst>
                  <a:ext uri="{FF2B5EF4-FFF2-40B4-BE49-F238E27FC236}">
                    <a16:creationId xmlns:a16="http://schemas.microsoft.com/office/drawing/2014/main" id="{A6C26C64-1532-A4C6-FCD4-0037AC337AB0}"/>
                  </a:ext>
                </a:extLst>
              </p14:cNvPr>
              <p14:cNvContentPartPr/>
              <p14:nvPr/>
            </p14:nvContentPartPr>
            <p14:xfrm>
              <a:off x="1502355" y="3531401"/>
              <a:ext cx="1115640" cy="322560"/>
            </p14:xfrm>
          </p:contentPart>
        </mc:Choice>
        <mc:Fallback xmlns="">
          <p:pic>
            <p:nvPicPr>
              <p:cNvPr id="214" name="Freihand 213">
                <a:extLst>
                  <a:ext uri="{FF2B5EF4-FFF2-40B4-BE49-F238E27FC236}">
                    <a16:creationId xmlns:a16="http://schemas.microsoft.com/office/drawing/2014/main" id="{A6C26C64-1532-A4C6-FCD4-0037AC337AB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91558" y="3520601"/>
                <a:ext cx="1136873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1" name="Freihand 220">
                <a:extLst>
                  <a:ext uri="{FF2B5EF4-FFF2-40B4-BE49-F238E27FC236}">
                    <a16:creationId xmlns:a16="http://schemas.microsoft.com/office/drawing/2014/main" id="{B15C2815-957D-863D-A5C3-2A55DF091A73}"/>
                  </a:ext>
                </a:extLst>
              </p14:cNvPr>
              <p14:cNvContentPartPr/>
              <p14:nvPr/>
            </p14:nvContentPartPr>
            <p14:xfrm>
              <a:off x="2711595" y="3499001"/>
              <a:ext cx="607320" cy="350640"/>
            </p14:xfrm>
          </p:contentPart>
        </mc:Choice>
        <mc:Fallback xmlns="">
          <p:pic>
            <p:nvPicPr>
              <p:cNvPr id="221" name="Freihand 220">
                <a:extLst>
                  <a:ext uri="{FF2B5EF4-FFF2-40B4-BE49-F238E27FC236}">
                    <a16:creationId xmlns:a16="http://schemas.microsoft.com/office/drawing/2014/main" id="{B15C2815-957D-863D-A5C3-2A55DF091A7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700795" y="3488201"/>
                <a:ext cx="62856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22" name="Freihand 221">
                <a:extLst>
                  <a:ext uri="{FF2B5EF4-FFF2-40B4-BE49-F238E27FC236}">
                    <a16:creationId xmlns:a16="http://schemas.microsoft.com/office/drawing/2014/main" id="{0CC9C0A2-E17B-0755-33B2-D2779A2B8B7E}"/>
                  </a:ext>
                </a:extLst>
              </p14:cNvPr>
              <p14:cNvContentPartPr/>
              <p14:nvPr/>
            </p14:nvContentPartPr>
            <p14:xfrm>
              <a:off x="942555" y="4269401"/>
              <a:ext cx="149400" cy="9720"/>
            </p14:xfrm>
          </p:contentPart>
        </mc:Choice>
        <mc:Fallback xmlns="">
          <p:pic>
            <p:nvPicPr>
              <p:cNvPr id="222" name="Freihand 221">
                <a:extLst>
                  <a:ext uri="{FF2B5EF4-FFF2-40B4-BE49-F238E27FC236}">
                    <a16:creationId xmlns:a16="http://schemas.microsoft.com/office/drawing/2014/main" id="{0CC9C0A2-E17B-0755-33B2-D2779A2B8B7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31729" y="4258601"/>
                <a:ext cx="170691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23" name="Freihand 222">
                <a:extLst>
                  <a:ext uri="{FF2B5EF4-FFF2-40B4-BE49-F238E27FC236}">
                    <a16:creationId xmlns:a16="http://schemas.microsoft.com/office/drawing/2014/main" id="{53EED543-E58D-CD4A-11A6-2BC38CBDFB69}"/>
                  </a:ext>
                </a:extLst>
              </p14:cNvPr>
              <p14:cNvContentPartPr/>
              <p14:nvPr/>
            </p14:nvContentPartPr>
            <p14:xfrm>
              <a:off x="983955" y="4320521"/>
              <a:ext cx="131040" cy="360"/>
            </p14:xfrm>
          </p:contentPart>
        </mc:Choice>
        <mc:Fallback xmlns="">
          <p:pic>
            <p:nvPicPr>
              <p:cNvPr id="223" name="Freihand 222">
                <a:extLst>
                  <a:ext uri="{FF2B5EF4-FFF2-40B4-BE49-F238E27FC236}">
                    <a16:creationId xmlns:a16="http://schemas.microsoft.com/office/drawing/2014/main" id="{53EED543-E58D-CD4A-11A6-2BC38CBDFB6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73155" y="4309721"/>
                <a:ext cx="152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48" name="Freihand 247">
                <a:extLst>
                  <a:ext uri="{FF2B5EF4-FFF2-40B4-BE49-F238E27FC236}">
                    <a16:creationId xmlns:a16="http://schemas.microsoft.com/office/drawing/2014/main" id="{281E7EB1-3603-A57C-FA1F-14AF64DE214C}"/>
                  </a:ext>
                </a:extLst>
              </p14:cNvPr>
              <p14:cNvContentPartPr/>
              <p14:nvPr/>
            </p14:nvContentPartPr>
            <p14:xfrm>
              <a:off x="1306155" y="3937841"/>
              <a:ext cx="1965960" cy="700200"/>
            </p14:xfrm>
          </p:contentPart>
        </mc:Choice>
        <mc:Fallback xmlns="">
          <p:pic>
            <p:nvPicPr>
              <p:cNvPr id="248" name="Freihand 247">
                <a:extLst>
                  <a:ext uri="{FF2B5EF4-FFF2-40B4-BE49-F238E27FC236}">
                    <a16:creationId xmlns:a16="http://schemas.microsoft.com/office/drawing/2014/main" id="{281E7EB1-3603-A57C-FA1F-14AF64DE214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95355" y="3927041"/>
                <a:ext cx="1987200" cy="7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2" name="Freihand 271">
                <a:extLst>
                  <a:ext uri="{FF2B5EF4-FFF2-40B4-BE49-F238E27FC236}">
                    <a16:creationId xmlns:a16="http://schemas.microsoft.com/office/drawing/2014/main" id="{E0029C91-6D1D-CCBC-D599-CE55C5395A94}"/>
                  </a:ext>
                </a:extLst>
              </p14:cNvPr>
              <p14:cNvContentPartPr/>
              <p14:nvPr/>
            </p14:nvContentPartPr>
            <p14:xfrm>
              <a:off x="4658835" y="-26479"/>
              <a:ext cx="2064240" cy="336600"/>
            </p14:xfrm>
          </p:contentPart>
        </mc:Choice>
        <mc:Fallback xmlns="">
          <p:pic>
            <p:nvPicPr>
              <p:cNvPr id="272" name="Freihand 271">
                <a:extLst>
                  <a:ext uri="{FF2B5EF4-FFF2-40B4-BE49-F238E27FC236}">
                    <a16:creationId xmlns:a16="http://schemas.microsoft.com/office/drawing/2014/main" id="{E0029C91-6D1D-CCBC-D599-CE55C5395A9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648035" y="-37279"/>
                <a:ext cx="20854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6" name="Freihand 285">
                <a:extLst>
                  <a:ext uri="{FF2B5EF4-FFF2-40B4-BE49-F238E27FC236}">
                    <a16:creationId xmlns:a16="http://schemas.microsoft.com/office/drawing/2014/main" id="{816B7293-0768-61F7-3DD2-2420C7C74C87}"/>
                  </a:ext>
                </a:extLst>
              </p14:cNvPr>
              <p14:cNvContentPartPr/>
              <p14:nvPr/>
            </p14:nvContentPartPr>
            <p14:xfrm>
              <a:off x="6913875" y="46961"/>
              <a:ext cx="1078920" cy="327240"/>
            </p14:xfrm>
          </p:contentPart>
        </mc:Choice>
        <mc:Fallback xmlns="">
          <p:pic>
            <p:nvPicPr>
              <p:cNvPr id="286" name="Freihand 285">
                <a:extLst>
                  <a:ext uri="{FF2B5EF4-FFF2-40B4-BE49-F238E27FC236}">
                    <a16:creationId xmlns:a16="http://schemas.microsoft.com/office/drawing/2014/main" id="{816B7293-0768-61F7-3DD2-2420C7C74C8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903075" y="36161"/>
                <a:ext cx="110016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87" name="Freihand 286">
                <a:extLst>
                  <a:ext uri="{FF2B5EF4-FFF2-40B4-BE49-F238E27FC236}">
                    <a16:creationId xmlns:a16="http://schemas.microsoft.com/office/drawing/2014/main" id="{626DE34F-8246-F13F-00A2-46DBAFEC9B97}"/>
                  </a:ext>
                </a:extLst>
              </p14:cNvPr>
              <p14:cNvContentPartPr/>
              <p14:nvPr/>
            </p14:nvContentPartPr>
            <p14:xfrm>
              <a:off x="8066955" y="154601"/>
              <a:ext cx="19080" cy="19080"/>
            </p14:xfrm>
          </p:contentPart>
        </mc:Choice>
        <mc:Fallback xmlns="">
          <p:pic>
            <p:nvPicPr>
              <p:cNvPr id="287" name="Freihand 286">
                <a:extLst>
                  <a:ext uri="{FF2B5EF4-FFF2-40B4-BE49-F238E27FC236}">
                    <a16:creationId xmlns:a16="http://schemas.microsoft.com/office/drawing/2014/main" id="{626DE34F-8246-F13F-00A2-46DBAFEC9B9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056155" y="143801"/>
                <a:ext cx="40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88" name="Freihand 287">
                <a:extLst>
                  <a:ext uri="{FF2B5EF4-FFF2-40B4-BE49-F238E27FC236}">
                    <a16:creationId xmlns:a16="http://schemas.microsoft.com/office/drawing/2014/main" id="{A26D06EF-9FD9-C19B-CA6B-A2DC4EC43D8F}"/>
                  </a:ext>
                </a:extLst>
              </p14:cNvPr>
              <p14:cNvContentPartPr/>
              <p14:nvPr/>
            </p14:nvContentPartPr>
            <p14:xfrm>
              <a:off x="8062275" y="233801"/>
              <a:ext cx="5040" cy="5040"/>
            </p14:xfrm>
          </p:contentPart>
        </mc:Choice>
        <mc:Fallback xmlns="">
          <p:pic>
            <p:nvPicPr>
              <p:cNvPr id="288" name="Freihand 287">
                <a:extLst>
                  <a:ext uri="{FF2B5EF4-FFF2-40B4-BE49-F238E27FC236}">
                    <a16:creationId xmlns:a16="http://schemas.microsoft.com/office/drawing/2014/main" id="{A26D06EF-9FD9-C19B-CA6B-A2DC4EC43D8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51475" y="223001"/>
                <a:ext cx="262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95" name="Freihand 294">
                <a:extLst>
                  <a:ext uri="{FF2B5EF4-FFF2-40B4-BE49-F238E27FC236}">
                    <a16:creationId xmlns:a16="http://schemas.microsoft.com/office/drawing/2014/main" id="{FFF947A1-6A9F-A151-71D1-D78044904C4A}"/>
                  </a:ext>
                </a:extLst>
              </p14:cNvPr>
              <p14:cNvContentPartPr/>
              <p14:nvPr/>
            </p14:nvContentPartPr>
            <p14:xfrm>
              <a:off x="4627511" y="491430"/>
              <a:ext cx="731880" cy="304200"/>
            </p14:xfrm>
          </p:contentPart>
        </mc:Choice>
        <mc:Fallback xmlns="">
          <p:pic>
            <p:nvPicPr>
              <p:cNvPr id="295" name="Freihand 294">
                <a:extLst>
                  <a:ext uri="{FF2B5EF4-FFF2-40B4-BE49-F238E27FC236}">
                    <a16:creationId xmlns:a16="http://schemas.microsoft.com/office/drawing/2014/main" id="{FFF947A1-6A9F-A151-71D1-D78044904C4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16711" y="480643"/>
                <a:ext cx="753120" cy="325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99" name="Freihand 298">
                <a:extLst>
                  <a:ext uri="{FF2B5EF4-FFF2-40B4-BE49-F238E27FC236}">
                    <a16:creationId xmlns:a16="http://schemas.microsoft.com/office/drawing/2014/main" id="{AD821772-DA32-B79B-4777-C9417DD25032}"/>
                  </a:ext>
                </a:extLst>
              </p14:cNvPr>
              <p14:cNvContentPartPr/>
              <p14:nvPr/>
            </p14:nvContentPartPr>
            <p14:xfrm>
              <a:off x="5449031" y="439230"/>
              <a:ext cx="613080" cy="249840"/>
            </p14:xfrm>
          </p:contentPart>
        </mc:Choice>
        <mc:Fallback xmlns="">
          <p:pic>
            <p:nvPicPr>
              <p:cNvPr id="299" name="Freihand 298">
                <a:extLst>
                  <a:ext uri="{FF2B5EF4-FFF2-40B4-BE49-F238E27FC236}">
                    <a16:creationId xmlns:a16="http://schemas.microsoft.com/office/drawing/2014/main" id="{AD821772-DA32-B79B-4777-C9417DD2503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38231" y="428446"/>
                <a:ext cx="634320" cy="271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09" name="Freihand 308">
                <a:extLst>
                  <a:ext uri="{FF2B5EF4-FFF2-40B4-BE49-F238E27FC236}">
                    <a16:creationId xmlns:a16="http://schemas.microsoft.com/office/drawing/2014/main" id="{E4F8A757-67E0-1046-C77F-087B0DD266D5}"/>
                  </a:ext>
                </a:extLst>
              </p14:cNvPr>
              <p14:cNvContentPartPr/>
              <p14:nvPr/>
            </p14:nvContentPartPr>
            <p14:xfrm>
              <a:off x="6228071" y="449310"/>
              <a:ext cx="810360" cy="303840"/>
            </p14:xfrm>
          </p:contentPart>
        </mc:Choice>
        <mc:Fallback xmlns="">
          <p:pic>
            <p:nvPicPr>
              <p:cNvPr id="309" name="Freihand 308">
                <a:extLst>
                  <a:ext uri="{FF2B5EF4-FFF2-40B4-BE49-F238E27FC236}">
                    <a16:creationId xmlns:a16="http://schemas.microsoft.com/office/drawing/2014/main" id="{E4F8A757-67E0-1046-C77F-087B0DD266D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217276" y="438510"/>
                <a:ext cx="831591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10" name="Freihand 309">
                <a:extLst>
                  <a:ext uri="{FF2B5EF4-FFF2-40B4-BE49-F238E27FC236}">
                    <a16:creationId xmlns:a16="http://schemas.microsoft.com/office/drawing/2014/main" id="{B59B450A-085A-420E-3F30-BB10EC17D3C7}"/>
                  </a:ext>
                </a:extLst>
              </p14:cNvPr>
              <p14:cNvContentPartPr/>
              <p14:nvPr/>
            </p14:nvContentPartPr>
            <p14:xfrm>
              <a:off x="5487191" y="804990"/>
              <a:ext cx="494280" cy="156960"/>
            </p14:xfrm>
          </p:contentPart>
        </mc:Choice>
        <mc:Fallback xmlns="">
          <p:pic>
            <p:nvPicPr>
              <p:cNvPr id="310" name="Freihand 309">
                <a:extLst>
                  <a:ext uri="{FF2B5EF4-FFF2-40B4-BE49-F238E27FC236}">
                    <a16:creationId xmlns:a16="http://schemas.microsoft.com/office/drawing/2014/main" id="{B59B450A-085A-420E-3F30-BB10EC17D3C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476391" y="794215"/>
                <a:ext cx="515520" cy="178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15" name="Freihand 314">
                <a:extLst>
                  <a:ext uri="{FF2B5EF4-FFF2-40B4-BE49-F238E27FC236}">
                    <a16:creationId xmlns:a16="http://schemas.microsoft.com/office/drawing/2014/main" id="{7D2223FE-55DB-2401-7FC4-D6B57A66A7DC}"/>
                  </a:ext>
                </a:extLst>
              </p14:cNvPr>
              <p14:cNvContentPartPr/>
              <p14:nvPr/>
            </p14:nvContentPartPr>
            <p14:xfrm>
              <a:off x="6403751" y="821190"/>
              <a:ext cx="532440" cy="159840"/>
            </p14:xfrm>
          </p:contentPart>
        </mc:Choice>
        <mc:Fallback xmlns="">
          <p:pic>
            <p:nvPicPr>
              <p:cNvPr id="315" name="Freihand 314">
                <a:extLst>
                  <a:ext uri="{FF2B5EF4-FFF2-40B4-BE49-F238E27FC236}">
                    <a16:creationId xmlns:a16="http://schemas.microsoft.com/office/drawing/2014/main" id="{7D2223FE-55DB-2401-7FC4-D6B57A66A7D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392944" y="810366"/>
                <a:ext cx="553694" cy="1811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22" name="Freihand 321">
                <a:extLst>
                  <a:ext uri="{FF2B5EF4-FFF2-40B4-BE49-F238E27FC236}">
                    <a16:creationId xmlns:a16="http://schemas.microsoft.com/office/drawing/2014/main" id="{6540E6E2-CEBC-FEE6-CA9A-FA0D3AA1165C}"/>
                  </a:ext>
                </a:extLst>
              </p14:cNvPr>
              <p14:cNvContentPartPr/>
              <p14:nvPr/>
            </p14:nvContentPartPr>
            <p14:xfrm>
              <a:off x="4646231" y="1204230"/>
              <a:ext cx="807840" cy="173520"/>
            </p14:xfrm>
          </p:contentPart>
        </mc:Choice>
        <mc:Fallback xmlns="">
          <p:pic>
            <p:nvPicPr>
              <p:cNvPr id="322" name="Freihand 321">
                <a:extLst>
                  <a:ext uri="{FF2B5EF4-FFF2-40B4-BE49-F238E27FC236}">
                    <a16:creationId xmlns:a16="http://schemas.microsoft.com/office/drawing/2014/main" id="{6540E6E2-CEBC-FEE6-CA9A-FA0D3AA1165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635431" y="1193430"/>
                <a:ext cx="82908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34" name="Freihand 333">
                <a:extLst>
                  <a:ext uri="{FF2B5EF4-FFF2-40B4-BE49-F238E27FC236}">
                    <a16:creationId xmlns:a16="http://schemas.microsoft.com/office/drawing/2014/main" id="{B8911D82-2E95-B24F-6361-3F78052FF6C2}"/>
                  </a:ext>
                </a:extLst>
              </p14:cNvPr>
              <p14:cNvContentPartPr/>
              <p14:nvPr/>
            </p14:nvContentPartPr>
            <p14:xfrm>
              <a:off x="6071471" y="1114230"/>
              <a:ext cx="992880" cy="251640"/>
            </p14:xfrm>
          </p:contentPart>
        </mc:Choice>
        <mc:Fallback xmlns="">
          <p:pic>
            <p:nvPicPr>
              <p:cNvPr id="334" name="Freihand 333">
                <a:extLst>
                  <a:ext uri="{FF2B5EF4-FFF2-40B4-BE49-F238E27FC236}">
                    <a16:creationId xmlns:a16="http://schemas.microsoft.com/office/drawing/2014/main" id="{B8911D82-2E95-B24F-6361-3F78052FF6C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060675" y="1103430"/>
                <a:ext cx="1014112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35" name="Freihand 334">
                <a:extLst>
                  <a:ext uri="{FF2B5EF4-FFF2-40B4-BE49-F238E27FC236}">
                    <a16:creationId xmlns:a16="http://schemas.microsoft.com/office/drawing/2014/main" id="{D1CF9F0F-B231-62D6-6D30-1AAB9315557E}"/>
                  </a:ext>
                </a:extLst>
              </p14:cNvPr>
              <p14:cNvContentPartPr/>
              <p14:nvPr/>
            </p14:nvContentPartPr>
            <p14:xfrm>
              <a:off x="5548751" y="1246710"/>
              <a:ext cx="323640" cy="285120"/>
            </p14:xfrm>
          </p:contentPart>
        </mc:Choice>
        <mc:Fallback xmlns="">
          <p:pic>
            <p:nvPicPr>
              <p:cNvPr id="335" name="Freihand 334">
                <a:extLst>
                  <a:ext uri="{FF2B5EF4-FFF2-40B4-BE49-F238E27FC236}">
                    <a16:creationId xmlns:a16="http://schemas.microsoft.com/office/drawing/2014/main" id="{D1CF9F0F-B231-62D6-6D30-1AAB9315557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537939" y="1235924"/>
                <a:ext cx="344904" cy="306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40" name="Freihand 339">
                <a:extLst>
                  <a:ext uri="{FF2B5EF4-FFF2-40B4-BE49-F238E27FC236}">
                    <a16:creationId xmlns:a16="http://schemas.microsoft.com/office/drawing/2014/main" id="{3C6AA68C-A7A4-A099-723B-5C1B293906C2}"/>
                  </a:ext>
                </a:extLst>
              </p14:cNvPr>
              <p14:cNvContentPartPr/>
              <p14:nvPr/>
            </p14:nvContentPartPr>
            <p14:xfrm>
              <a:off x="4636871" y="1674030"/>
              <a:ext cx="384840" cy="233280"/>
            </p14:xfrm>
          </p:contentPart>
        </mc:Choice>
        <mc:Fallback xmlns="">
          <p:pic>
            <p:nvPicPr>
              <p:cNvPr id="340" name="Freihand 339">
                <a:extLst>
                  <a:ext uri="{FF2B5EF4-FFF2-40B4-BE49-F238E27FC236}">
                    <a16:creationId xmlns:a16="http://schemas.microsoft.com/office/drawing/2014/main" id="{3C6AA68C-A7A4-A099-723B-5C1B293906C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626071" y="1663213"/>
                <a:ext cx="406080" cy="254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45" name="Freihand 344">
                <a:extLst>
                  <a:ext uri="{FF2B5EF4-FFF2-40B4-BE49-F238E27FC236}">
                    <a16:creationId xmlns:a16="http://schemas.microsoft.com/office/drawing/2014/main" id="{F7D7A3B0-FC4E-C5B4-EEB7-8567604A3E2C}"/>
                  </a:ext>
                </a:extLst>
              </p14:cNvPr>
              <p14:cNvContentPartPr/>
              <p14:nvPr/>
            </p14:nvContentPartPr>
            <p14:xfrm>
              <a:off x="5168951" y="1588710"/>
              <a:ext cx="342360" cy="242280"/>
            </p14:xfrm>
          </p:contentPart>
        </mc:Choice>
        <mc:Fallback xmlns="">
          <p:pic>
            <p:nvPicPr>
              <p:cNvPr id="345" name="Freihand 344">
                <a:extLst>
                  <a:ext uri="{FF2B5EF4-FFF2-40B4-BE49-F238E27FC236}">
                    <a16:creationId xmlns:a16="http://schemas.microsoft.com/office/drawing/2014/main" id="{F7D7A3B0-FC4E-C5B4-EEB7-8567604A3E2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158151" y="1577926"/>
                <a:ext cx="363600" cy="263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51" name="Freihand 350">
                <a:extLst>
                  <a:ext uri="{FF2B5EF4-FFF2-40B4-BE49-F238E27FC236}">
                    <a16:creationId xmlns:a16="http://schemas.microsoft.com/office/drawing/2014/main" id="{72937CB3-74CB-BAC6-003E-7BC89F309DC8}"/>
                  </a:ext>
                </a:extLst>
              </p14:cNvPr>
              <p14:cNvContentPartPr/>
              <p14:nvPr/>
            </p14:nvContentPartPr>
            <p14:xfrm>
              <a:off x="5011991" y="1963830"/>
              <a:ext cx="636840" cy="176040"/>
            </p14:xfrm>
          </p:contentPart>
        </mc:Choice>
        <mc:Fallback xmlns="">
          <p:pic>
            <p:nvPicPr>
              <p:cNvPr id="351" name="Freihand 350">
                <a:extLst>
                  <a:ext uri="{FF2B5EF4-FFF2-40B4-BE49-F238E27FC236}">
                    <a16:creationId xmlns:a16="http://schemas.microsoft.com/office/drawing/2014/main" id="{72937CB3-74CB-BAC6-003E-7BC89F309DC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001191" y="1953052"/>
                <a:ext cx="658080" cy="197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58" name="Freihand 357">
                <a:extLst>
                  <a:ext uri="{FF2B5EF4-FFF2-40B4-BE49-F238E27FC236}">
                    <a16:creationId xmlns:a16="http://schemas.microsoft.com/office/drawing/2014/main" id="{1AAB9D5F-4138-BBE1-B873-4808454E9EF5}"/>
                  </a:ext>
                </a:extLst>
              </p14:cNvPr>
              <p14:cNvContentPartPr/>
              <p14:nvPr/>
            </p14:nvContentPartPr>
            <p14:xfrm>
              <a:off x="5738831" y="1578990"/>
              <a:ext cx="598680" cy="342360"/>
            </p14:xfrm>
          </p:contentPart>
        </mc:Choice>
        <mc:Fallback xmlns="">
          <p:pic>
            <p:nvPicPr>
              <p:cNvPr id="358" name="Freihand 357">
                <a:extLst>
                  <a:ext uri="{FF2B5EF4-FFF2-40B4-BE49-F238E27FC236}">
                    <a16:creationId xmlns:a16="http://schemas.microsoft.com/office/drawing/2014/main" id="{1AAB9D5F-4138-BBE1-B873-4808454E9EF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728037" y="1568190"/>
                <a:ext cx="619907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361" name="Freihand 360">
                <a:extLst>
                  <a:ext uri="{FF2B5EF4-FFF2-40B4-BE49-F238E27FC236}">
                    <a16:creationId xmlns:a16="http://schemas.microsoft.com/office/drawing/2014/main" id="{131365D9-004A-7C93-01E1-34C3D572F77F}"/>
                  </a:ext>
                </a:extLst>
              </p14:cNvPr>
              <p14:cNvContentPartPr/>
              <p14:nvPr/>
            </p14:nvContentPartPr>
            <p14:xfrm>
              <a:off x="6484391" y="1588710"/>
              <a:ext cx="180720" cy="266400"/>
            </p14:xfrm>
          </p:contentPart>
        </mc:Choice>
        <mc:Fallback xmlns="">
          <p:pic>
            <p:nvPicPr>
              <p:cNvPr id="361" name="Freihand 360">
                <a:extLst>
                  <a:ext uri="{FF2B5EF4-FFF2-40B4-BE49-F238E27FC236}">
                    <a16:creationId xmlns:a16="http://schemas.microsoft.com/office/drawing/2014/main" id="{131365D9-004A-7C93-01E1-34C3D572F77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473591" y="1577910"/>
                <a:ext cx="2019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369" name="Freihand 368">
                <a:extLst>
                  <a:ext uri="{FF2B5EF4-FFF2-40B4-BE49-F238E27FC236}">
                    <a16:creationId xmlns:a16="http://schemas.microsoft.com/office/drawing/2014/main" id="{B8271D54-FC31-8B9A-0344-12FD2B319A29}"/>
                  </a:ext>
                </a:extLst>
              </p14:cNvPr>
              <p14:cNvContentPartPr/>
              <p14:nvPr/>
            </p14:nvContentPartPr>
            <p14:xfrm>
              <a:off x="6755111" y="1365510"/>
              <a:ext cx="793440" cy="337680"/>
            </p14:xfrm>
          </p:contentPart>
        </mc:Choice>
        <mc:Fallback xmlns="">
          <p:pic>
            <p:nvPicPr>
              <p:cNvPr id="369" name="Freihand 368">
                <a:extLst>
                  <a:ext uri="{FF2B5EF4-FFF2-40B4-BE49-F238E27FC236}">
                    <a16:creationId xmlns:a16="http://schemas.microsoft.com/office/drawing/2014/main" id="{B8271D54-FC31-8B9A-0344-12FD2B319A2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744311" y="1354710"/>
                <a:ext cx="81468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84" name="Freihand 383">
                <a:extLst>
                  <a:ext uri="{FF2B5EF4-FFF2-40B4-BE49-F238E27FC236}">
                    <a16:creationId xmlns:a16="http://schemas.microsoft.com/office/drawing/2014/main" id="{647DB20F-5D6D-2E45-3013-EC77ADA9FA0D}"/>
                  </a:ext>
                </a:extLst>
              </p14:cNvPr>
              <p14:cNvContentPartPr/>
              <p14:nvPr/>
            </p14:nvContentPartPr>
            <p14:xfrm>
              <a:off x="7866791" y="1645590"/>
              <a:ext cx="147600" cy="104760"/>
            </p14:xfrm>
          </p:contentPart>
        </mc:Choice>
        <mc:Fallback xmlns="">
          <p:pic>
            <p:nvPicPr>
              <p:cNvPr id="384" name="Freihand 383">
                <a:extLst>
                  <a:ext uri="{FF2B5EF4-FFF2-40B4-BE49-F238E27FC236}">
                    <a16:creationId xmlns:a16="http://schemas.microsoft.com/office/drawing/2014/main" id="{647DB20F-5D6D-2E45-3013-EC77ADA9FA0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855991" y="1634827"/>
                <a:ext cx="168840" cy="125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85" name="Freihand 384">
                <a:extLst>
                  <a:ext uri="{FF2B5EF4-FFF2-40B4-BE49-F238E27FC236}">
                    <a16:creationId xmlns:a16="http://schemas.microsoft.com/office/drawing/2014/main" id="{E11EB273-2916-5B8B-DED1-2E8024DE1899}"/>
                  </a:ext>
                </a:extLst>
              </p14:cNvPr>
              <p14:cNvContentPartPr/>
              <p14:nvPr/>
            </p14:nvContentPartPr>
            <p14:xfrm>
              <a:off x="6712991" y="1740630"/>
              <a:ext cx="1026000" cy="294840"/>
            </p14:xfrm>
          </p:contentPart>
        </mc:Choice>
        <mc:Fallback xmlns="">
          <p:pic>
            <p:nvPicPr>
              <p:cNvPr id="385" name="Freihand 384">
                <a:extLst>
                  <a:ext uri="{FF2B5EF4-FFF2-40B4-BE49-F238E27FC236}">
                    <a16:creationId xmlns:a16="http://schemas.microsoft.com/office/drawing/2014/main" id="{E11EB273-2916-5B8B-DED1-2E8024DE189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702187" y="1729830"/>
                <a:ext cx="1047247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386" name="Freihand 385">
                <a:extLst>
                  <a:ext uri="{FF2B5EF4-FFF2-40B4-BE49-F238E27FC236}">
                    <a16:creationId xmlns:a16="http://schemas.microsoft.com/office/drawing/2014/main" id="{ECFF5AD4-0675-78E6-4F4B-CC108CD3D46A}"/>
                  </a:ext>
                </a:extLst>
              </p14:cNvPr>
              <p14:cNvContentPartPr/>
              <p14:nvPr/>
            </p14:nvContentPartPr>
            <p14:xfrm>
              <a:off x="5786351" y="1640910"/>
              <a:ext cx="504000" cy="114480"/>
            </p14:xfrm>
          </p:contentPart>
        </mc:Choice>
        <mc:Fallback xmlns="">
          <p:pic>
            <p:nvPicPr>
              <p:cNvPr id="386" name="Freihand 385">
                <a:extLst>
                  <a:ext uri="{FF2B5EF4-FFF2-40B4-BE49-F238E27FC236}">
                    <a16:creationId xmlns:a16="http://schemas.microsoft.com/office/drawing/2014/main" id="{ECFF5AD4-0675-78E6-4F4B-CC108CD3D46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775551" y="1630110"/>
                <a:ext cx="5252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87" name="Freihand 386">
                <a:extLst>
                  <a:ext uri="{FF2B5EF4-FFF2-40B4-BE49-F238E27FC236}">
                    <a16:creationId xmlns:a16="http://schemas.microsoft.com/office/drawing/2014/main" id="{9521EB26-3833-5F67-FE3E-F9B372088FCA}"/>
                  </a:ext>
                </a:extLst>
              </p14:cNvPr>
              <p14:cNvContentPartPr/>
              <p14:nvPr/>
            </p14:nvContentPartPr>
            <p14:xfrm>
              <a:off x="6745751" y="1783470"/>
              <a:ext cx="385200" cy="185760"/>
            </p14:xfrm>
          </p:contentPart>
        </mc:Choice>
        <mc:Fallback xmlns="">
          <p:pic>
            <p:nvPicPr>
              <p:cNvPr id="387" name="Freihand 386">
                <a:extLst>
                  <a:ext uri="{FF2B5EF4-FFF2-40B4-BE49-F238E27FC236}">
                    <a16:creationId xmlns:a16="http://schemas.microsoft.com/office/drawing/2014/main" id="{9521EB26-3833-5F67-FE3E-F9B372088FC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734941" y="1772670"/>
                <a:ext cx="4064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91" name="Freihand 390">
                <a:extLst>
                  <a:ext uri="{FF2B5EF4-FFF2-40B4-BE49-F238E27FC236}">
                    <a16:creationId xmlns:a16="http://schemas.microsoft.com/office/drawing/2014/main" id="{E1EAA030-580B-29D7-B27C-DA623ABD94C2}"/>
                  </a:ext>
                </a:extLst>
              </p14:cNvPr>
              <p14:cNvContentPartPr/>
              <p14:nvPr/>
            </p14:nvContentPartPr>
            <p14:xfrm>
              <a:off x="8199791" y="1546230"/>
              <a:ext cx="246600" cy="210240"/>
            </p14:xfrm>
          </p:contentPart>
        </mc:Choice>
        <mc:Fallback xmlns="">
          <p:pic>
            <p:nvPicPr>
              <p:cNvPr id="391" name="Freihand 390">
                <a:extLst>
                  <a:ext uri="{FF2B5EF4-FFF2-40B4-BE49-F238E27FC236}">
                    <a16:creationId xmlns:a16="http://schemas.microsoft.com/office/drawing/2014/main" id="{E1EAA030-580B-29D7-B27C-DA623ABD94C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89007" y="1535430"/>
                <a:ext cx="267809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92" name="Freihand 391">
                <a:extLst>
                  <a:ext uri="{FF2B5EF4-FFF2-40B4-BE49-F238E27FC236}">
                    <a16:creationId xmlns:a16="http://schemas.microsoft.com/office/drawing/2014/main" id="{8A63D8CE-C394-4470-D873-44A36D634A0A}"/>
                  </a:ext>
                </a:extLst>
              </p14:cNvPr>
              <p14:cNvContentPartPr/>
              <p14:nvPr/>
            </p14:nvContentPartPr>
            <p14:xfrm>
              <a:off x="8659871" y="1388910"/>
              <a:ext cx="166680" cy="156960"/>
            </p14:xfrm>
          </p:contentPart>
        </mc:Choice>
        <mc:Fallback xmlns="">
          <p:pic>
            <p:nvPicPr>
              <p:cNvPr id="392" name="Freihand 391">
                <a:extLst>
                  <a:ext uri="{FF2B5EF4-FFF2-40B4-BE49-F238E27FC236}">
                    <a16:creationId xmlns:a16="http://schemas.microsoft.com/office/drawing/2014/main" id="{8A63D8CE-C394-4470-D873-44A36D634A0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649048" y="1378110"/>
                <a:ext cx="187966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93" name="Freihand 392">
                <a:extLst>
                  <a:ext uri="{FF2B5EF4-FFF2-40B4-BE49-F238E27FC236}">
                    <a16:creationId xmlns:a16="http://schemas.microsoft.com/office/drawing/2014/main" id="{26CB348F-4470-461F-CB09-30BD2570762E}"/>
                  </a:ext>
                </a:extLst>
              </p14:cNvPr>
              <p14:cNvContentPartPr/>
              <p14:nvPr/>
            </p14:nvContentPartPr>
            <p14:xfrm>
              <a:off x="8522351" y="1626510"/>
              <a:ext cx="423000" cy="19440"/>
            </p14:xfrm>
          </p:contentPart>
        </mc:Choice>
        <mc:Fallback xmlns="">
          <p:pic>
            <p:nvPicPr>
              <p:cNvPr id="393" name="Freihand 392">
                <a:extLst>
                  <a:ext uri="{FF2B5EF4-FFF2-40B4-BE49-F238E27FC236}">
                    <a16:creationId xmlns:a16="http://schemas.microsoft.com/office/drawing/2014/main" id="{26CB348F-4470-461F-CB09-30BD2570762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11551" y="1615506"/>
                <a:ext cx="444240" cy="410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401" name="Freihand 400">
                <a:extLst>
                  <a:ext uri="{FF2B5EF4-FFF2-40B4-BE49-F238E27FC236}">
                    <a16:creationId xmlns:a16="http://schemas.microsoft.com/office/drawing/2014/main" id="{BC31FF43-C6A3-2B01-C26F-EFF92C699CEF}"/>
                  </a:ext>
                </a:extLst>
              </p14:cNvPr>
              <p14:cNvContentPartPr/>
              <p14:nvPr/>
            </p14:nvContentPartPr>
            <p14:xfrm>
              <a:off x="7904591" y="2177670"/>
              <a:ext cx="736920" cy="221400"/>
            </p14:xfrm>
          </p:contentPart>
        </mc:Choice>
        <mc:Fallback xmlns="">
          <p:pic>
            <p:nvPicPr>
              <p:cNvPr id="401" name="Freihand 400">
                <a:extLst>
                  <a:ext uri="{FF2B5EF4-FFF2-40B4-BE49-F238E27FC236}">
                    <a16:creationId xmlns:a16="http://schemas.microsoft.com/office/drawing/2014/main" id="{BC31FF43-C6A3-2B01-C26F-EFF92C699CE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893786" y="2166870"/>
                <a:ext cx="75817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402" name="Freihand 401">
                <a:extLst>
                  <a:ext uri="{FF2B5EF4-FFF2-40B4-BE49-F238E27FC236}">
                    <a16:creationId xmlns:a16="http://schemas.microsoft.com/office/drawing/2014/main" id="{BE1F3726-A199-DF9B-62A1-71CE50C29A1C}"/>
                  </a:ext>
                </a:extLst>
              </p14:cNvPr>
              <p14:cNvContentPartPr/>
              <p14:nvPr/>
            </p14:nvContentPartPr>
            <p14:xfrm>
              <a:off x="8493551" y="1775910"/>
              <a:ext cx="337680" cy="164520"/>
            </p14:xfrm>
          </p:contentPart>
        </mc:Choice>
        <mc:Fallback xmlns="">
          <p:pic>
            <p:nvPicPr>
              <p:cNvPr id="402" name="Freihand 401">
                <a:extLst>
                  <a:ext uri="{FF2B5EF4-FFF2-40B4-BE49-F238E27FC236}">
                    <a16:creationId xmlns:a16="http://schemas.microsoft.com/office/drawing/2014/main" id="{BE1F3726-A199-DF9B-62A1-71CE50C29A1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482751" y="1765086"/>
                <a:ext cx="358920" cy="185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416" name="Freihand 415">
                <a:extLst>
                  <a:ext uri="{FF2B5EF4-FFF2-40B4-BE49-F238E27FC236}">
                    <a16:creationId xmlns:a16="http://schemas.microsoft.com/office/drawing/2014/main" id="{936BCF6F-4820-0A3F-895C-BA5DC6CB645A}"/>
                  </a:ext>
                </a:extLst>
              </p14:cNvPr>
              <p14:cNvContentPartPr/>
              <p14:nvPr/>
            </p14:nvContentPartPr>
            <p14:xfrm>
              <a:off x="4641551" y="2633430"/>
              <a:ext cx="921960" cy="494640"/>
            </p14:xfrm>
          </p:contentPart>
        </mc:Choice>
        <mc:Fallback xmlns="">
          <p:pic>
            <p:nvPicPr>
              <p:cNvPr id="416" name="Freihand 415">
                <a:extLst>
                  <a:ext uri="{FF2B5EF4-FFF2-40B4-BE49-F238E27FC236}">
                    <a16:creationId xmlns:a16="http://schemas.microsoft.com/office/drawing/2014/main" id="{936BCF6F-4820-0A3F-895C-BA5DC6CB645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630747" y="2622622"/>
                <a:ext cx="943208" cy="515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425" name="Freihand 424">
                <a:extLst>
                  <a:ext uri="{FF2B5EF4-FFF2-40B4-BE49-F238E27FC236}">
                    <a16:creationId xmlns:a16="http://schemas.microsoft.com/office/drawing/2014/main" id="{1AF42F46-F07C-827F-3637-8E5BA4F4E90F}"/>
                  </a:ext>
                </a:extLst>
              </p14:cNvPr>
              <p14:cNvContentPartPr/>
              <p14:nvPr/>
            </p14:nvContentPartPr>
            <p14:xfrm>
              <a:off x="5643791" y="2609670"/>
              <a:ext cx="874440" cy="309240"/>
            </p14:xfrm>
          </p:contentPart>
        </mc:Choice>
        <mc:Fallback xmlns="">
          <p:pic>
            <p:nvPicPr>
              <p:cNvPr id="425" name="Freihand 424">
                <a:extLst>
                  <a:ext uri="{FF2B5EF4-FFF2-40B4-BE49-F238E27FC236}">
                    <a16:creationId xmlns:a16="http://schemas.microsoft.com/office/drawing/2014/main" id="{1AF42F46-F07C-827F-3637-8E5BA4F4E90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632987" y="2598857"/>
                <a:ext cx="895689" cy="330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433" name="Freihand 432">
                <a:extLst>
                  <a:ext uri="{FF2B5EF4-FFF2-40B4-BE49-F238E27FC236}">
                    <a16:creationId xmlns:a16="http://schemas.microsoft.com/office/drawing/2014/main" id="{F8911686-2AE8-D8E9-23CA-4FF63DBD30C8}"/>
                  </a:ext>
                </a:extLst>
              </p14:cNvPr>
              <p14:cNvContentPartPr/>
              <p14:nvPr/>
            </p14:nvContentPartPr>
            <p14:xfrm>
              <a:off x="6565391" y="2462430"/>
              <a:ext cx="855360" cy="294840"/>
            </p14:xfrm>
          </p:contentPart>
        </mc:Choice>
        <mc:Fallback xmlns="">
          <p:pic>
            <p:nvPicPr>
              <p:cNvPr id="433" name="Freihand 432">
                <a:extLst>
                  <a:ext uri="{FF2B5EF4-FFF2-40B4-BE49-F238E27FC236}">
                    <a16:creationId xmlns:a16="http://schemas.microsoft.com/office/drawing/2014/main" id="{F8911686-2AE8-D8E9-23CA-4FF63DBD30C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554591" y="2451630"/>
                <a:ext cx="8766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449" name="Freihand 448">
                <a:extLst>
                  <a:ext uri="{FF2B5EF4-FFF2-40B4-BE49-F238E27FC236}">
                    <a16:creationId xmlns:a16="http://schemas.microsoft.com/office/drawing/2014/main" id="{114808AD-7F9E-9CE1-1843-910129A6B7EF}"/>
                  </a:ext>
                </a:extLst>
              </p14:cNvPr>
              <p14:cNvContentPartPr/>
              <p14:nvPr/>
            </p14:nvContentPartPr>
            <p14:xfrm>
              <a:off x="6565391" y="2709390"/>
              <a:ext cx="1225800" cy="380520"/>
            </p14:xfrm>
          </p:contentPart>
        </mc:Choice>
        <mc:Fallback xmlns="">
          <p:pic>
            <p:nvPicPr>
              <p:cNvPr id="449" name="Freihand 448">
                <a:extLst>
                  <a:ext uri="{FF2B5EF4-FFF2-40B4-BE49-F238E27FC236}">
                    <a16:creationId xmlns:a16="http://schemas.microsoft.com/office/drawing/2014/main" id="{114808AD-7F9E-9CE1-1843-910129A6B7E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554591" y="2698580"/>
                <a:ext cx="1247040" cy="401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50" name="Freihand 449">
                <a:extLst>
                  <a:ext uri="{FF2B5EF4-FFF2-40B4-BE49-F238E27FC236}">
                    <a16:creationId xmlns:a16="http://schemas.microsoft.com/office/drawing/2014/main" id="{1EECEC01-D5E9-3BC6-F00B-5E702C62F885}"/>
                  </a:ext>
                </a:extLst>
              </p14:cNvPr>
              <p14:cNvContentPartPr/>
              <p14:nvPr/>
            </p14:nvContentPartPr>
            <p14:xfrm>
              <a:off x="5695991" y="2690670"/>
              <a:ext cx="675000" cy="128520"/>
            </p14:xfrm>
          </p:contentPart>
        </mc:Choice>
        <mc:Fallback xmlns="">
          <p:pic>
            <p:nvPicPr>
              <p:cNvPr id="450" name="Freihand 449">
                <a:extLst>
                  <a:ext uri="{FF2B5EF4-FFF2-40B4-BE49-F238E27FC236}">
                    <a16:creationId xmlns:a16="http://schemas.microsoft.com/office/drawing/2014/main" id="{1EECEC01-D5E9-3BC6-F00B-5E702C62F88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685185" y="2679870"/>
                <a:ext cx="696251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453" name="Freihand 452">
                <a:extLst>
                  <a:ext uri="{FF2B5EF4-FFF2-40B4-BE49-F238E27FC236}">
                    <a16:creationId xmlns:a16="http://schemas.microsoft.com/office/drawing/2014/main" id="{8FEFD4E4-9C3E-2251-20EF-7405ECD38B00}"/>
                  </a:ext>
                </a:extLst>
              </p14:cNvPr>
              <p14:cNvContentPartPr/>
              <p14:nvPr/>
            </p14:nvContentPartPr>
            <p14:xfrm>
              <a:off x="7895231" y="2643150"/>
              <a:ext cx="156960" cy="237960"/>
            </p14:xfrm>
          </p:contentPart>
        </mc:Choice>
        <mc:Fallback xmlns="">
          <p:pic>
            <p:nvPicPr>
              <p:cNvPr id="453" name="Freihand 452">
                <a:extLst>
                  <a:ext uri="{FF2B5EF4-FFF2-40B4-BE49-F238E27FC236}">
                    <a16:creationId xmlns:a16="http://schemas.microsoft.com/office/drawing/2014/main" id="{8FEFD4E4-9C3E-2251-20EF-7405ECD38B0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884456" y="2632350"/>
                <a:ext cx="178151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456" name="Freihand 455">
                <a:extLst>
                  <a:ext uri="{FF2B5EF4-FFF2-40B4-BE49-F238E27FC236}">
                    <a16:creationId xmlns:a16="http://schemas.microsoft.com/office/drawing/2014/main" id="{67AE998B-35BD-AF62-5BAD-64398302F939}"/>
                  </a:ext>
                </a:extLst>
              </p14:cNvPr>
              <p14:cNvContentPartPr/>
              <p14:nvPr/>
            </p14:nvContentPartPr>
            <p14:xfrm>
              <a:off x="8142191" y="2514630"/>
              <a:ext cx="574920" cy="223920"/>
            </p14:xfrm>
          </p:contentPart>
        </mc:Choice>
        <mc:Fallback xmlns="">
          <p:pic>
            <p:nvPicPr>
              <p:cNvPr id="456" name="Freihand 455">
                <a:extLst>
                  <a:ext uri="{FF2B5EF4-FFF2-40B4-BE49-F238E27FC236}">
                    <a16:creationId xmlns:a16="http://schemas.microsoft.com/office/drawing/2014/main" id="{67AE998B-35BD-AF62-5BAD-64398302F93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131391" y="2503813"/>
                <a:ext cx="596160" cy="245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457" name="Freihand 456">
                <a:extLst>
                  <a:ext uri="{FF2B5EF4-FFF2-40B4-BE49-F238E27FC236}">
                    <a16:creationId xmlns:a16="http://schemas.microsoft.com/office/drawing/2014/main" id="{BAF85104-CB0E-A751-7D42-B54F0B20D9C2}"/>
                  </a:ext>
                </a:extLst>
              </p14:cNvPr>
              <p14:cNvContentPartPr/>
              <p14:nvPr/>
            </p14:nvContentPartPr>
            <p14:xfrm>
              <a:off x="8265671" y="2818830"/>
              <a:ext cx="152280" cy="138240"/>
            </p14:xfrm>
          </p:contentPart>
        </mc:Choice>
        <mc:Fallback xmlns="">
          <p:pic>
            <p:nvPicPr>
              <p:cNvPr id="457" name="Freihand 456">
                <a:extLst>
                  <a:ext uri="{FF2B5EF4-FFF2-40B4-BE49-F238E27FC236}">
                    <a16:creationId xmlns:a16="http://schemas.microsoft.com/office/drawing/2014/main" id="{BAF85104-CB0E-A751-7D42-B54F0B20D9C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254871" y="2808030"/>
                <a:ext cx="1735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469" name="Freihand 468">
                <a:extLst>
                  <a:ext uri="{FF2B5EF4-FFF2-40B4-BE49-F238E27FC236}">
                    <a16:creationId xmlns:a16="http://schemas.microsoft.com/office/drawing/2014/main" id="{14F9912E-E1F2-8D46-7E29-3E6F6BBCE29C}"/>
                  </a:ext>
                </a:extLst>
              </p14:cNvPr>
              <p14:cNvContentPartPr/>
              <p14:nvPr/>
            </p14:nvContentPartPr>
            <p14:xfrm>
              <a:off x="4689071" y="3650070"/>
              <a:ext cx="1054800" cy="290160"/>
            </p14:xfrm>
          </p:contentPart>
        </mc:Choice>
        <mc:Fallback xmlns="">
          <p:pic>
            <p:nvPicPr>
              <p:cNvPr id="469" name="Freihand 468">
                <a:extLst>
                  <a:ext uri="{FF2B5EF4-FFF2-40B4-BE49-F238E27FC236}">
                    <a16:creationId xmlns:a16="http://schemas.microsoft.com/office/drawing/2014/main" id="{14F9912E-E1F2-8D46-7E29-3E6F6BBCE29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678271" y="3639270"/>
                <a:ext cx="107604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470" name="Freihand 469">
                <a:extLst>
                  <a:ext uri="{FF2B5EF4-FFF2-40B4-BE49-F238E27FC236}">
                    <a16:creationId xmlns:a16="http://schemas.microsoft.com/office/drawing/2014/main" id="{A7E65596-624F-A7B5-B619-1B44F94EC256}"/>
                  </a:ext>
                </a:extLst>
              </p14:cNvPr>
              <p14:cNvContentPartPr/>
              <p14:nvPr/>
            </p14:nvContentPartPr>
            <p14:xfrm>
              <a:off x="7847711" y="3165510"/>
              <a:ext cx="494280" cy="270720"/>
            </p14:xfrm>
          </p:contentPart>
        </mc:Choice>
        <mc:Fallback xmlns="">
          <p:pic>
            <p:nvPicPr>
              <p:cNvPr id="470" name="Freihand 469">
                <a:extLst>
                  <a:ext uri="{FF2B5EF4-FFF2-40B4-BE49-F238E27FC236}">
                    <a16:creationId xmlns:a16="http://schemas.microsoft.com/office/drawing/2014/main" id="{A7E65596-624F-A7B5-B619-1B44F94EC25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836911" y="3154710"/>
                <a:ext cx="515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479" name="Freihand 478">
                <a:extLst>
                  <a:ext uri="{FF2B5EF4-FFF2-40B4-BE49-F238E27FC236}">
                    <a16:creationId xmlns:a16="http://schemas.microsoft.com/office/drawing/2014/main" id="{623D86ED-4F19-DEEA-9C68-8ED528B29F98}"/>
                  </a:ext>
                </a:extLst>
              </p14:cNvPr>
              <p14:cNvContentPartPr/>
              <p14:nvPr/>
            </p14:nvContentPartPr>
            <p14:xfrm>
              <a:off x="5909831" y="3844830"/>
              <a:ext cx="541800" cy="190440"/>
            </p14:xfrm>
          </p:contentPart>
        </mc:Choice>
        <mc:Fallback xmlns="">
          <p:pic>
            <p:nvPicPr>
              <p:cNvPr id="479" name="Freihand 478">
                <a:extLst>
                  <a:ext uri="{FF2B5EF4-FFF2-40B4-BE49-F238E27FC236}">
                    <a16:creationId xmlns:a16="http://schemas.microsoft.com/office/drawing/2014/main" id="{623D86ED-4F19-DEEA-9C68-8ED528B29F9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899038" y="3834030"/>
                <a:ext cx="563026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480" name="Freihand 479">
                <a:extLst>
                  <a:ext uri="{FF2B5EF4-FFF2-40B4-BE49-F238E27FC236}">
                    <a16:creationId xmlns:a16="http://schemas.microsoft.com/office/drawing/2014/main" id="{64D7B6D9-6DD4-9725-0F69-F413921B2D04}"/>
                  </a:ext>
                </a:extLst>
              </p14:cNvPr>
              <p14:cNvContentPartPr/>
              <p14:nvPr/>
            </p14:nvContentPartPr>
            <p14:xfrm>
              <a:off x="5838551" y="3403110"/>
              <a:ext cx="807840" cy="285120"/>
            </p14:xfrm>
          </p:contentPart>
        </mc:Choice>
        <mc:Fallback xmlns="">
          <p:pic>
            <p:nvPicPr>
              <p:cNvPr id="480" name="Freihand 479">
                <a:extLst>
                  <a:ext uri="{FF2B5EF4-FFF2-40B4-BE49-F238E27FC236}">
                    <a16:creationId xmlns:a16="http://schemas.microsoft.com/office/drawing/2014/main" id="{64D7B6D9-6DD4-9725-0F69-F413921B2D0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827746" y="3392324"/>
                <a:ext cx="829089" cy="306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489" name="Freihand 488">
                <a:extLst>
                  <a:ext uri="{FF2B5EF4-FFF2-40B4-BE49-F238E27FC236}">
                    <a16:creationId xmlns:a16="http://schemas.microsoft.com/office/drawing/2014/main" id="{D59DED74-0C6D-091B-722E-688C5EC337FC}"/>
                  </a:ext>
                </a:extLst>
              </p14:cNvPr>
              <p14:cNvContentPartPr/>
              <p14:nvPr/>
            </p14:nvContentPartPr>
            <p14:xfrm>
              <a:off x="7063991" y="3873270"/>
              <a:ext cx="546840" cy="166680"/>
            </p14:xfrm>
          </p:contentPart>
        </mc:Choice>
        <mc:Fallback xmlns="">
          <p:pic>
            <p:nvPicPr>
              <p:cNvPr id="489" name="Freihand 488">
                <a:extLst>
                  <a:ext uri="{FF2B5EF4-FFF2-40B4-BE49-F238E27FC236}">
                    <a16:creationId xmlns:a16="http://schemas.microsoft.com/office/drawing/2014/main" id="{D59DED74-0C6D-091B-722E-688C5EC337FC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053184" y="3862470"/>
                <a:ext cx="568094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490" name="Freihand 489">
                <a:extLst>
                  <a:ext uri="{FF2B5EF4-FFF2-40B4-BE49-F238E27FC236}">
                    <a16:creationId xmlns:a16="http://schemas.microsoft.com/office/drawing/2014/main" id="{F5688091-16E1-2046-AA32-836946BED2FC}"/>
                  </a:ext>
                </a:extLst>
              </p14:cNvPr>
              <p14:cNvContentPartPr/>
              <p14:nvPr/>
            </p14:nvContentPartPr>
            <p14:xfrm>
              <a:off x="6821711" y="3426870"/>
              <a:ext cx="950400" cy="323280"/>
            </p14:xfrm>
          </p:contentPart>
        </mc:Choice>
        <mc:Fallback xmlns="">
          <p:pic>
            <p:nvPicPr>
              <p:cNvPr id="490" name="Freihand 489">
                <a:extLst>
                  <a:ext uri="{FF2B5EF4-FFF2-40B4-BE49-F238E27FC236}">
                    <a16:creationId xmlns:a16="http://schemas.microsoft.com/office/drawing/2014/main" id="{F5688091-16E1-2046-AA32-836946BED2FC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810907" y="3416070"/>
                <a:ext cx="971648" cy="3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9674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6323D-A67B-972A-0E14-4CA5EAC78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2. System Response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1A2F78-6FDE-7425-D5B0-C4652E3B13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FA28EE-B066-FA52-BC89-D26A7353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364BA5-66E2-3837-1A74-6983482F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677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Reihe, Kreis, Diagramm, Symbol enthält.&#10;&#10;KI-generierte Inhalte können fehlerhaft sein.">
            <a:extLst>
              <a:ext uri="{FF2B5EF4-FFF2-40B4-BE49-F238E27FC236}">
                <a16:creationId xmlns:a16="http://schemas.microsoft.com/office/drawing/2014/main" id="{007EC4C9-9348-2E13-6889-097889D5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798" y="2956030"/>
            <a:ext cx="2180640" cy="204747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2951644-6123-81FD-BCC4-3EB8B353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Recap Complex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CD2F72-5A51-4AB1-D623-14392E4BA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42404"/>
                <a:ext cx="8314628" cy="3827252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Every complex number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can be represented by its </a:t>
                </a:r>
                <a:r>
                  <a:rPr lang="en-US" b="1" noProof="0" dirty="0">
                    <a:solidFill>
                      <a:schemeClr val="accent5"/>
                    </a:solidFill>
                  </a:rPr>
                  <a:t>magnitude</a:t>
                </a:r>
                <a:r>
                  <a:rPr lang="en-US" noProof="0" dirty="0"/>
                  <a:t> and </a:t>
                </a:r>
                <a:r>
                  <a:rPr lang="en-US" b="1" noProof="0" dirty="0">
                    <a:solidFill>
                      <a:schemeClr val="accent3"/>
                    </a:solidFill>
                  </a:rPr>
                  <a:t>phase</a:t>
                </a:r>
              </a:p>
              <a:p>
                <a:r>
                  <a:rPr lang="en-US" noProof="0" dirty="0"/>
                  <a:t>Geometrically,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𝑗𝑏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corresponds to a vector in the complex plane</a:t>
                </a:r>
                <a:endParaRPr lang="en-US" i="1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i="1" noProof="0" dirty="0"/>
                  <a:t>Co</a:t>
                </a:r>
                <a:r>
                  <a:rPr lang="en-US" i="1" dirty="0" err="1"/>
                  <a:t>mputing</a:t>
                </a:r>
                <a:r>
                  <a:rPr lang="en-US" i="1" dirty="0"/>
                  <a:t> magnitude: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CH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de-CH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i="1" noProof="0" dirty="0"/>
                  <a:t>Computing phase: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CH" i="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de-CH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CH" i="1" dirty="0"/>
                  <a:t>Vector </a:t>
                </a:r>
                <a:r>
                  <a:rPr lang="de-CH" i="1" dirty="0" err="1"/>
                  <a:t>interpretation</a:t>
                </a:r>
                <a:r>
                  <a:rPr lang="de-CH" i="1" dirty="0"/>
                  <a:t>: </a:t>
                </a:r>
                <a:r>
                  <a:rPr lang="de-CH" dirty="0"/>
                  <a:t>The </a:t>
                </a:r>
                <a:r>
                  <a:rPr lang="de-CH" dirty="0" err="1"/>
                  <a:t>difference</a:t>
                </a:r>
                <a14:m>
                  <m:oMath xmlns:m="http://schemas.openxmlformats.org/officeDocument/2006/math">
                    <m:r>
                      <a:rPr lang="de-CH" b="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CH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CH" dirty="0" err="1"/>
                  <a:t>represents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vector</a:t>
                </a:r>
                <a:r>
                  <a:rPr lang="de-CH" dirty="0"/>
                  <a:t> </a:t>
                </a:r>
                <a:r>
                  <a:rPr lang="de-CH" dirty="0" err="1"/>
                  <a:t>from</a:t>
                </a:r>
                <a:r>
                  <a:rPr lang="de-CH" dirty="0"/>
                  <a:t> </a:t>
                </a:r>
                <a:r>
                  <a:rPr lang="de-CH" dirty="0" err="1"/>
                  <a:t>point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point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/>
                  <a:t>in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complex</a:t>
                </a:r>
                <a:r>
                  <a:rPr lang="de-CH" dirty="0"/>
                  <a:t> plane</a:t>
                </a:r>
              </a:p>
              <a:p>
                <a:r>
                  <a:rPr lang="de-CH" dirty="0" err="1"/>
                  <a:t>For</a:t>
                </a:r>
                <a:r>
                  <a:rPr lang="de-CH" dirty="0"/>
                  <a:t> </a:t>
                </a:r>
                <a:r>
                  <a:rPr lang="de-CH" dirty="0" err="1"/>
                  <a:t>two</a:t>
                </a:r>
                <a:r>
                  <a:rPr lang="de-CH" dirty="0"/>
                  <a:t> </a:t>
                </a:r>
                <a:r>
                  <a:rPr lang="de-CH" dirty="0" err="1"/>
                  <a:t>complex</a:t>
                </a:r>
                <a:r>
                  <a:rPr lang="de-CH" dirty="0"/>
                  <a:t> </a:t>
                </a:r>
                <a:r>
                  <a:rPr lang="de-CH" dirty="0" err="1"/>
                  <a:t>numbers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&amp;</m:t>
                    </m:r>
                  </m:oMath>
                </a14:m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CH" dirty="0"/>
                  <a:t> </a:t>
                </a:r>
                <a:r>
                  <a:rPr lang="de-CH" dirty="0" err="1"/>
                  <a:t>following</a:t>
                </a:r>
                <a:r>
                  <a:rPr lang="de-CH" dirty="0"/>
                  <a:t> </a:t>
                </a:r>
                <a:r>
                  <a:rPr lang="de-CH" dirty="0" err="1"/>
                  <a:t>rules</a:t>
                </a:r>
                <a:r>
                  <a:rPr lang="de-CH" dirty="0"/>
                  <a:t> hold: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de-CH" sz="16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CD2F72-5A51-4AB1-D623-14392E4BA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42404"/>
                <a:ext cx="8314628" cy="3827252"/>
              </a:xfrm>
              <a:blipFill>
                <a:blip r:embed="rId3"/>
                <a:stretch>
                  <a:fillRect l="-762" t="-19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D29482-0ECC-6974-900A-85954DC3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0BC3DE-E14F-9DC1-406C-DF88BB65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FF74A4-9808-FB0A-93A2-1FAD46B7C98A}"/>
                  </a:ext>
                </a:extLst>
              </p:cNvPr>
              <p:cNvSpPr txBox="1"/>
              <p:nvPr/>
            </p:nvSpPr>
            <p:spPr>
              <a:xfrm>
                <a:off x="1486186" y="3503185"/>
                <a:ext cx="5039008" cy="1537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CH" sz="18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,  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ar-AE" sz="18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CH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∠</m:t>
                      </m:r>
                      <m:d>
                        <m:d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+∠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,  ∠</m:t>
                      </m:r>
                      <m:d>
                        <m:d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ar-AE" sz="18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−∠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1800" dirty="0"/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FF74A4-9808-FB0A-93A2-1FAD46B7C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186" y="3503185"/>
                <a:ext cx="5039008" cy="1537922"/>
              </a:xfrm>
              <a:prstGeom prst="rect">
                <a:avLst/>
              </a:prstGeom>
              <a:blipFill>
                <a:blip r:embed="rId4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032C2424-A34A-7141-0A2D-87D80D61EA05}"/>
                  </a:ext>
                </a:extLst>
              </p14:cNvPr>
              <p14:cNvContentPartPr/>
              <p14:nvPr/>
            </p14:nvContentPartPr>
            <p14:xfrm>
              <a:off x="7731360" y="2917080"/>
              <a:ext cx="1113840" cy="11134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032C2424-A34A-7141-0A2D-87D80D61EA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2000" y="2907720"/>
                <a:ext cx="1132560" cy="11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714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EC6CB-D48D-03EF-E08D-C29A5759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Sinusoidal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7D9D44-8B2C-F63B-1FD6-A1E1CCD8F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85887"/>
                <a:ext cx="788670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u="sng" noProof="0"/>
                  <a:t>Example: </a:t>
                </a:r>
                <a:r>
                  <a:rPr lang="en-US" sz="1600" noProof="0"/>
                  <a:t>	Given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/>
              </a:p>
              <a:p>
                <a:pPr marL="0" indent="0">
                  <a:buNone/>
                </a:pPr>
                <a:r>
                  <a:rPr lang="en-US" sz="1600" noProof="0"/>
                  <a:t>Goal: Compute the time response of the system:</a:t>
                </a:r>
              </a:p>
              <a:p>
                <a:pPr marL="0" indent="0">
                  <a:buNone/>
                </a:pPr>
                <a:endParaRPr lang="en-US" sz="1600" noProof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/>
                  <a:t>Compute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en-US" sz="1600" noProof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noProof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noProof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/>
                  <a:t>Compute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=∠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sz="1600" noProof="0"/>
              </a:p>
              <a:p>
                <a:pPr marL="0" indent="0">
                  <a:buNone/>
                </a:pPr>
                <a:endParaRPr lang="en-US" sz="1600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7D9D44-8B2C-F63B-1FD6-A1E1CCD8F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85887"/>
                <a:ext cx="7886700" cy="3263504"/>
              </a:xfrm>
              <a:blipFill>
                <a:blip r:embed="rId3"/>
                <a:stretch>
                  <a:fillRect l="-541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DF6009-577D-8D11-6AB4-C8AD297E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04C7C1-6A66-A964-394E-D57DDDA2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04FA680-FC19-6FEF-050A-B258058600A2}"/>
                  </a:ext>
                </a:extLst>
              </p:cNvPr>
              <p:cNvSpPr txBox="1"/>
              <p:nvPr/>
            </p:nvSpPr>
            <p:spPr>
              <a:xfrm>
                <a:off x="4899103" y="102393"/>
                <a:ext cx="485449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/>
                  <a:t>If Input is:		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/>
              </a:p>
              <a:p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Output given by: </a:t>
                </a:r>
                <a:r>
                  <a:rPr lang="en-US" sz="1600" noProof="0"/>
                  <a:t>	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𝑀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/>
              </a:p>
              <a:p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with</a:t>
                </a:r>
                <a:r>
                  <a:rPr lang="en-US" sz="1600" noProof="0"/>
                  <a:t> 		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=∠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sz="1600" noProof="0"/>
              </a:p>
              <a:p>
                <a:endParaRPr lang="en-US" sz="1600" noProof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04FA680-FC19-6FEF-050A-B25805860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03" y="102393"/>
                <a:ext cx="4854497" cy="1077218"/>
              </a:xfrm>
              <a:prstGeom prst="rect">
                <a:avLst/>
              </a:prstGeom>
              <a:blipFill>
                <a:blip r:embed="rId4"/>
                <a:stretch>
                  <a:fillRect l="-754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F3D12A6C-F3BB-932A-F6D1-036429F06808}"/>
              </a:ext>
            </a:extLst>
          </p:cNvPr>
          <p:cNvSpPr/>
          <p:nvPr/>
        </p:nvSpPr>
        <p:spPr>
          <a:xfrm>
            <a:off x="4899103" y="116797"/>
            <a:ext cx="4192858" cy="857076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FE055E9-3FB6-08DE-18AF-F28DAD70F7B2}"/>
                  </a:ext>
                </a:extLst>
              </p:cNvPr>
              <p:cNvSpPr txBox="1"/>
              <p:nvPr/>
            </p:nvSpPr>
            <p:spPr>
              <a:xfrm>
                <a:off x="4762966" y="1308322"/>
                <a:ext cx="4192857" cy="715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/>
                  <a:t>let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+1+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den>
                    </m:f>
                  </m:oMath>
                </a14:m>
                <a:endParaRPr lang="en-US" sz="1600" noProof="0"/>
              </a:p>
              <a:p>
                <a:endParaRPr lang="en-US" sz="1600" noProof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FE055E9-3FB6-08DE-18AF-F28DAD70F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66" y="1308322"/>
                <a:ext cx="4192857" cy="715389"/>
              </a:xfrm>
              <a:prstGeom prst="rect">
                <a:avLst/>
              </a:prstGeom>
              <a:blipFill>
                <a:blip r:embed="rId5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8E91CD7-402F-28CB-68E6-1F89C1664804}"/>
                  </a:ext>
                </a:extLst>
              </p:cNvPr>
              <p:cNvSpPr txBox="1"/>
              <p:nvPr/>
            </p:nvSpPr>
            <p:spPr>
              <a:xfrm>
                <a:off x="628650" y="4280059"/>
                <a:ext cx="748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8E91CD7-402F-28CB-68E6-1F89C166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280059"/>
                <a:ext cx="748859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9E3D25A-7306-B706-5841-B8726747D002}"/>
                  </a:ext>
                </a:extLst>
              </p14:cNvPr>
              <p14:cNvContentPartPr/>
              <p14:nvPr/>
            </p14:nvContentPartPr>
            <p14:xfrm>
              <a:off x="5121795" y="1827161"/>
              <a:ext cx="654120" cy="32256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9E3D25A-7306-B706-5841-B8726747D0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0989" y="1816361"/>
                <a:ext cx="675372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E0660431-BAB1-D920-1045-61D2B22AEC9B}"/>
                  </a:ext>
                </a:extLst>
              </p14:cNvPr>
              <p14:cNvContentPartPr/>
              <p14:nvPr/>
            </p14:nvContentPartPr>
            <p14:xfrm>
              <a:off x="5948355" y="1888001"/>
              <a:ext cx="117000" cy="19188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E0660431-BAB1-D920-1045-61D2B22AEC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37588" y="1877181"/>
                <a:ext cx="138175" cy="2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0BF9A20C-E1E8-3E1F-E84A-DA2E1EEA1873}"/>
                  </a:ext>
                </a:extLst>
              </p14:cNvPr>
              <p14:cNvContentPartPr/>
              <p14:nvPr/>
            </p14:nvContentPartPr>
            <p14:xfrm>
              <a:off x="6345075" y="1780721"/>
              <a:ext cx="369360" cy="20088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0BF9A20C-E1E8-3E1F-E84A-DA2E1EEA18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34264" y="1769940"/>
                <a:ext cx="390621" cy="222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3" name="Freihand 52">
                <a:extLst>
                  <a:ext uri="{FF2B5EF4-FFF2-40B4-BE49-F238E27FC236}">
                    <a16:creationId xmlns:a16="http://schemas.microsoft.com/office/drawing/2014/main" id="{BE9B1EE6-8DE2-B11B-4748-27EAE333D8FD}"/>
                  </a:ext>
                </a:extLst>
              </p14:cNvPr>
              <p14:cNvContentPartPr/>
              <p14:nvPr/>
            </p14:nvContentPartPr>
            <p14:xfrm>
              <a:off x="6102435" y="2032721"/>
              <a:ext cx="845280" cy="341280"/>
            </p14:xfrm>
          </p:contentPart>
        </mc:Choice>
        <mc:Fallback xmlns="">
          <p:pic>
            <p:nvPicPr>
              <p:cNvPr id="53" name="Freihand 52">
                <a:extLst>
                  <a:ext uri="{FF2B5EF4-FFF2-40B4-BE49-F238E27FC236}">
                    <a16:creationId xmlns:a16="http://schemas.microsoft.com/office/drawing/2014/main" id="{BE9B1EE6-8DE2-B11B-4748-27EAE333D8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91640" y="2021910"/>
                <a:ext cx="866511" cy="362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1" name="Freihand 60">
                <a:extLst>
                  <a:ext uri="{FF2B5EF4-FFF2-40B4-BE49-F238E27FC236}">
                    <a16:creationId xmlns:a16="http://schemas.microsoft.com/office/drawing/2014/main" id="{51DE390A-A809-D395-86E2-574FD2EA708E}"/>
                  </a:ext>
                </a:extLst>
              </p14:cNvPr>
              <p14:cNvContentPartPr/>
              <p14:nvPr/>
            </p14:nvContentPartPr>
            <p14:xfrm>
              <a:off x="6676635" y="2074841"/>
              <a:ext cx="500040" cy="282960"/>
            </p14:xfrm>
          </p:contentPart>
        </mc:Choice>
        <mc:Fallback xmlns="">
          <p:pic>
            <p:nvPicPr>
              <p:cNvPr id="61" name="Freihand 60">
                <a:extLst>
                  <a:ext uri="{FF2B5EF4-FFF2-40B4-BE49-F238E27FC236}">
                    <a16:creationId xmlns:a16="http://schemas.microsoft.com/office/drawing/2014/main" id="{51DE390A-A809-D395-86E2-574FD2EA70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65827" y="2064055"/>
                <a:ext cx="521295" cy="304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Freihand 70">
                <a:extLst>
                  <a:ext uri="{FF2B5EF4-FFF2-40B4-BE49-F238E27FC236}">
                    <a16:creationId xmlns:a16="http://schemas.microsoft.com/office/drawing/2014/main" id="{88B5F2CC-AF30-88DE-2012-F7E2BD2CA7A1}"/>
                  </a:ext>
                </a:extLst>
              </p14:cNvPr>
              <p14:cNvContentPartPr/>
              <p14:nvPr/>
            </p14:nvContentPartPr>
            <p14:xfrm>
              <a:off x="3025515" y="2361761"/>
              <a:ext cx="695880" cy="282960"/>
            </p14:xfrm>
          </p:contentPart>
        </mc:Choice>
        <mc:Fallback xmlns="">
          <p:pic>
            <p:nvPicPr>
              <p:cNvPr id="71" name="Freihand 70">
                <a:extLst>
                  <a:ext uri="{FF2B5EF4-FFF2-40B4-BE49-F238E27FC236}">
                    <a16:creationId xmlns:a16="http://schemas.microsoft.com/office/drawing/2014/main" id="{88B5F2CC-AF30-88DE-2012-F7E2BD2CA7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14721" y="2350975"/>
                <a:ext cx="717109" cy="304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A007CBF8-95BC-B679-1526-22525A1322F1}"/>
                  </a:ext>
                </a:extLst>
              </p14:cNvPr>
              <p14:cNvContentPartPr/>
              <p14:nvPr/>
            </p14:nvContentPartPr>
            <p14:xfrm>
              <a:off x="3842355" y="2191481"/>
              <a:ext cx="663480" cy="42552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A007CBF8-95BC-B679-1526-22525A1322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31555" y="2180672"/>
                <a:ext cx="684720" cy="446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8" name="Freihand 77">
                <a:extLst>
                  <a:ext uri="{FF2B5EF4-FFF2-40B4-BE49-F238E27FC236}">
                    <a16:creationId xmlns:a16="http://schemas.microsoft.com/office/drawing/2014/main" id="{E55BE6F0-9DFE-0BF7-0916-A8A6D22F289D}"/>
                  </a:ext>
                </a:extLst>
              </p14:cNvPr>
              <p14:cNvContentPartPr/>
              <p14:nvPr/>
            </p14:nvContentPartPr>
            <p14:xfrm>
              <a:off x="3898515" y="2494961"/>
              <a:ext cx="936720" cy="410760"/>
            </p14:xfrm>
          </p:contentPart>
        </mc:Choice>
        <mc:Fallback xmlns="">
          <p:pic>
            <p:nvPicPr>
              <p:cNvPr id="78" name="Freihand 77">
                <a:extLst>
                  <a:ext uri="{FF2B5EF4-FFF2-40B4-BE49-F238E27FC236}">
                    <a16:creationId xmlns:a16="http://schemas.microsoft.com/office/drawing/2014/main" id="{E55BE6F0-9DFE-0BF7-0916-A8A6D22F28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87715" y="2484152"/>
                <a:ext cx="957960" cy="432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Freihand 81">
                <a:extLst>
                  <a:ext uri="{FF2B5EF4-FFF2-40B4-BE49-F238E27FC236}">
                    <a16:creationId xmlns:a16="http://schemas.microsoft.com/office/drawing/2014/main" id="{96B48217-5992-0B52-A659-2115338C125E}"/>
                  </a:ext>
                </a:extLst>
              </p14:cNvPr>
              <p14:cNvContentPartPr/>
              <p14:nvPr/>
            </p14:nvContentPartPr>
            <p14:xfrm>
              <a:off x="3982755" y="2592881"/>
              <a:ext cx="336600" cy="276120"/>
            </p14:xfrm>
          </p:contentPart>
        </mc:Choice>
        <mc:Fallback xmlns="">
          <p:pic>
            <p:nvPicPr>
              <p:cNvPr id="82" name="Freihand 81">
                <a:extLst>
                  <a:ext uri="{FF2B5EF4-FFF2-40B4-BE49-F238E27FC236}">
                    <a16:creationId xmlns:a16="http://schemas.microsoft.com/office/drawing/2014/main" id="{96B48217-5992-0B52-A659-2115338C125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71955" y="2582067"/>
                <a:ext cx="357840" cy="297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Freihand 82">
                <a:extLst>
                  <a:ext uri="{FF2B5EF4-FFF2-40B4-BE49-F238E27FC236}">
                    <a16:creationId xmlns:a16="http://schemas.microsoft.com/office/drawing/2014/main" id="{CB07F472-FA8D-A4C4-816F-306C67DBB967}"/>
                  </a:ext>
                </a:extLst>
              </p14:cNvPr>
              <p14:cNvContentPartPr/>
              <p14:nvPr/>
            </p14:nvContentPartPr>
            <p14:xfrm>
              <a:off x="4374795" y="2635001"/>
              <a:ext cx="443880" cy="303840"/>
            </p14:xfrm>
          </p:contentPart>
        </mc:Choice>
        <mc:Fallback xmlns="">
          <p:pic>
            <p:nvPicPr>
              <p:cNvPr id="83" name="Freihand 82">
                <a:extLst>
                  <a:ext uri="{FF2B5EF4-FFF2-40B4-BE49-F238E27FC236}">
                    <a16:creationId xmlns:a16="http://schemas.microsoft.com/office/drawing/2014/main" id="{CB07F472-FA8D-A4C4-816F-306C67DBB96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64004" y="2624201"/>
                <a:ext cx="465103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8" name="Freihand 87">
                <a:extLst>
                  <a:ext uri="{FF2B5EF4-FFF2-40B4-BE49-F238E27FC236}">
                    <a16:creationId xmlns:a16="http://schemas.microsoft.com/office/drawing/2014/main" id="{6F4D4BC2-0F43-7E6E-0C15-F83173344FE6}"/>
                  </a:ext>
                </a:extLst>
              </p14:cNvPr>
              <p14:cNvContentPartPr/>
              <p14:nvPr/>
            </p14:nvContentPartPr>
            <p14:xfrm>
              <a:off x="4981755" y="2546441"/>
              <a:ext cx="107640" cy="60840"/>
            </p14:xfrm>
          </p:contentPart>
        </mc:Choice>
        <mc:Fallback xmlns="">
          <p:pic>
            <p:nvPicPr>
              <p:cNvPr id="88" name="Freihand 87">
                <a:extLst>
                  <a:ext uri="{FF2B5EF4-FFF2-40B4-BE49-F238E27FC236}">
                    <a16:creationId xmlns:a16="http://schemas.microsoft.com/office/drawing/2014/main" id="{6F4D4BC2-0F43-7E6E-0C15-F83173344FE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70955" y="2535705"/>
                <a:ext cx="128880" cy="81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9" name="Freihand 88">
                <a:extLst>
                  <a:ext uri="{FF2B5EF4-FFF2-40B4-BE49-F238E27FC236}">
                    <a16:creationId xmlns:a16="http://schemas.microsoft.com/office/drawing/2014/main" id="{D70F9A97-17E8-9ADA-CFA3-E1BF528C4A1A}"/>
                  </a:ext>
                </a:extLst>
              </p14:cNvPr>
              <p14:cNvContentPartPr/>
              <p14:nvPr/>
            </p14:nvContentPartPr>
            <p14:xfrm>
              <a:off x="4493955" y="2723921"/>
              <a:ext cx="189360" cy="168480"/>
            </p14:xfrm>
          </p:contentPart>
        </mc:Choice>
        <mc:Fallback xmlns="">
          <p:pic>
            <p:nvPicPr>
              <p:cNvPr id="89" name="Freihand 88">
                <a:extLst>
                  <a:ext uri="{FF2B5EF4-FFF2-40B4-BE49-F238E27FC236}">
                    <a16:creationId xmlns:a16="http://schemas.microsoft.com/office/drawing/2014/main" id="{D70F9A97-17E8-9ADA-CFA3-E1BF528C4A1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83134" y="2713121"/>
                <a:ext cx="2106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6" name="Freihand 95">
                <a:extLst>
                  <a:ext uri="{FF2B5EF4-FFF2-40B4-BE49-F238E27FC236}">
                    <a16:creationId xmlns:a16="http://schemas.microsoft.com/office/drawing/2014/main" id="{F8C1EAF6-4AD8-5088-080D-070064885408}"/>
                  </a:ext>
                </a:extLst>
              </p14:cNvPr>
              <p14:cNvContentPartPr/>
              <p14:nvPr/>
            </p14:nvContentPartPr>
            <p14:xfrm>
              <a:off x="5201355" y="2275721"/>
              <a:ext cx="514080" cy="546480"/>
            </p14:xfrm>
          </p:contentPart>
        </mc:Choice>
        <mc:Fallback xmlns="">
          <p:pic>
            <p:nvPicPr>
              <p:cNvPr id="96" name="Freihand 95">
                <a:extLst>
                  <a:ext uri="{FF2B5EF4-FFF2-40B4-BE49-F238E27FC236}">
                    <a16:creationId xmlns:a16="http://schemas.microsoft.com/office/drawing/2014/main" id="{F8C1EAF6-4AD8-5088-080D-07006488540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90555" y="2264921"/>
                <a:ext cx="53532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9" name="Freihand 98">
                <a:extLst>
                  <a:ext uri="{FF2B5EF4-FFF2-40B4-BE49-F238E27FC236}">
                    <a16:creationId xmlns:a16="http://schemas.microsoft.com/office/drawing/2014/main" id="{6C63518D-E583-D5EC-5A3C-3F65CE60FCAD}"/>
                  </a:ext>
                </a:extLst>
              </p14:cNvPr>
              <p14:cNvContentPartPr/>
              <p14:nvPr/>
            </p14:nvContentPartPr>
            <p14:xfrm>
              <a:off x="2997435" y="3438161"/>
              <a:ext cx="140400" cy="47160"/>
            </p14:xfrm>
          </p:contentPart>
        </mc:Choice>
        <mc:Fallback xmlns="">
          <p:pic>
            <p:nvPicPr>
              <p:cNvPr id="99" name="Freihand 98">
                <a:extLst>
                  <a:ext uri="{FF2B5EF4-FFF2-40B4-BE49-F238E27FC236}">
                    <a16:creationId xmlns:a16="http://schemas.microsoft.com/office/drawing/2014/main" id="{6C63518D-E583-D5EC-5A3C-3F65CE60FC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986635" y="3427361"/>
                <a:ext cx="1616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" name="Freihand 103">
                <a:extLst>
                  <a:ext uri="{FF2B5EF4-FFF2-40B4-BE49-F238E27FC236}">
                    <a16:creationId xmlns:a16="http://schemas.microsoft.com/office/drawing/2014/main" id="{D7A74337-33A9-2BEF-AD55-0DF33F5B09D6}"/>
                  </a:ext>
                </a:extLst>
              </p14:cNvPr>
              <p14:cNvContentPartPr/>
              <p14:nvPr/>
            </p14:nvContentPartPr>
            <p14:xfrm>
              <a:off x="3370755" y="3288761"/>
              <a:ext cx="537480" cy="257040"/>
            </p14:xfrm>
          </p:contentPart>
        </mc:Choice>
        <mc:Fallback xmlns="">
          <p:pic>
            <p:nvPicPr>
              <p:cNvPr id="104" name="Freihand 103">
                <a:extLst>
                  <a:ext uri="{FF2B5EF4-FFF2-40B4-BE49-F238E27FC236}">
                    <a16:creationId xmlns:a16="http://schemas.microsoft.com/office/drawing/2014/main" id="{D7A74337-33A9-2BEF-AD55-0DF33F5B09D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59948" y="3277976"/>
                <a:ext cx="558734" cy="278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5" name="Freihand 124">
                <a:extLst>
                  <a:ext uri="{FF2B5EF4-FFF2-40B4-BE49-F238E27FC236}">
                    <a16:creationId xmlns:a16="http://schemas.microsoft.com/office/drawing/2014/main" id="{160B35CE-2BF2-1D8A-2B57-7D79F1827FE3}"/>
                  </a:ext>
                </a:extLst>
              </p14:cNvPr>
              <p14:cNvContentPartPr/>
              <p14:nvPr/>
            </p14:nvContentPartPr>
            <p14:xfrm>
              <a:off x="4024515" y="3111281"/>
              <a:ext cx="2755080" cy="383400"/>
            </p14:xfrm>
          </p:contentPart>
        </mc:Choice>
        <mc:Fallback xmlns="">
          <p:pic>
            <p:nvPicPr>
              <p:cNvPr id="125" name="Freihand 124">
                <a:extLst>
                  <a:ext uri="{FF2B5EF4-FFF2-40B4-BE49-F238E27FC236}">
                    <a16:creationId xmlns:a16="http://schemas.microsoft.com/office/drawing/2014/main" id="{160B35CE-2BF2-1D8A-2B57-7D79F1827FE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013715" y="3100471"/>
                <a:ext cx="2776320" cy="404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9" name="Freihand 128">
                <a:extLst>
                  <a:ext uri="{FF2B5EF4-FFF2-40B4-BE49-F238E27FC236}">
                    <a16:creationId xmlns:a16="http://schemas.microsoft.com/office/drawing/2014/main" id="{FB70A42C-C87C-608D-5A5A-9741C8E7D2AE}"/>
                  </a:ext>
                </a:extLst>
              </p14:cNvPr>
              <p14:cNvContentPartPr/>
              <p14:nvPr/>
            </p14:nvContentPartPr>
            <p14:xfrm>
              <a:off x="6947355" y="3069161"/>
              <a:ext cx="434880" cy="289800"/>
            </p14:xfrm>
          </p:contentPart>
        </mc:Choice>
        <mc:Fallback xmlns="">
          <p:pic>
            <p:nvPicPr>
              <p:cNvPr id="129" name="Freihand 128">
                <a:extLst>
                  <a:ext uri="{FF2B5EF4-FFF2-40B4-BE49-F238E27FC236}">
                    <a16:creationId xmlns:a16="http://schemas.microsoft.com/office/drawing/2014/main" id="{FB70A42C-C87C-608D-5A5A-9741C8E7D2A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936546" y="3058361"/>
                <a:ext cx="456138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7" name="Freihand 136">
                <a:extLst>
                  <a:ext uri="{FF2B5EF4-FFF2-40B4-BE49-F238E27FC236}">
                    <a16:creationId xmlns:a16="http://schemas.microsoft.com/office/drawing/2014/main" id="{3CEB6E54-7F77-AD1E-B2E4-9B36D7F0FC96}"/>
                  </a:ext>
                </a:extLst>
              </p14:cNvPr>
              <p14:cNvContentPartPr/>
              <p14:nvPr/>
            </p14:nvContentPartPr>
            <p14:xfrm>
              <a:off x="7414275" y="3027401"/>
              <a:ext cx="724320" cy="369360"/>
            </p14:xfrm>
          </p:contentPart>
        </mc:Choice>
        <mc:Fallback xmlns="">
          <p:pic>
            <p:nvPicPr>
              <p:cNvPr id="137" name="Freihand 136">
                <a:extLst>
                  <a:ext uri="{FF2B5EF4-FFF2-40B4-BE49-F238E27FC236}">
                    <a16:creationId xmlns:a16="http://schemas.microsoft.com/office/drawing/2014/main" id="{3CEB6E54-7F77-AD1E-B2E4-9B36D7F0FC9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403470" y="3016601"/>
                <a:ext cx="745571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38" name="Freihand 137">
                <a:extLst>
                  <a:ext uri="{FF2B5EF4-FFF2-40B4-BE49-F238E27FC236}">
                    <a16:creationId xmlns:a16="http://schemas.microsoft.com/office/drawing/2014/main" id="{DE0D9736-4AD4-A011-2FB4-6D98BF29AFFD}"/>
                  </a:ext>
                </a:extLst>
              </p14:cNvPr>
              <p14:cNvContentPartPr/>
              <p14:nvPr/>
            </p14:nvContentPartPr>
            <p14:xfrm>
              <a:off x="901515" y="3834881"/>
              <a:ext cx="167760" cy="9720"/>
            </p14:xfrm>
          </p:contentPart>
        </mc:Choice>
        <mc:Fallback xmlns="">
          <p:pic>
            <p:nvPicPr>
              <p:cNvPr id="138" name="Freihand 137">
                <a:extLst>
                  <a:ext uri="{FF2B5EF4-FFF2-40B4-BE49-F238E27FC236}">
                    <a16:creationId xmlns:a16="http://schemas.microsoft.com/office/drawing/2014/main" id="{DE0D9736-4AD4-A011-2FB4-6D98BF29AFF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90738" y="3824081"/>
                <a:ext cx="188955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9" name="Freihand 138">
                <a:extLst>
                  <a:ext uri="{FF2B5EF4-FFF2-40B4-BE49-F238E27FC236}">
                    <a16:creationId xmlns:a16="http://schemas.microsoft.com/office/drawing/2014/main" id="{11894BA6-A86B-2532-6A6A-BDE67B8C5813}"/>
                  </a:ext>
                </a:extLst>
              </p14:cNvPr>
              <p14:cNvContentPartPr/>
              <p14:nvPr/>
            </p14:nvContentPartPr>
            <p14:xfrm>
              <a:off x="924195" y="3928481"/>
              <a:ext cx="149760" cy="2520"/>
            </p14:xfrm>
          </p:contentPart>
        </mc:Choice>
        <mc:Fallback xmlns="">
          <p:pic>
            <p:nvPicPr>
              <p:cNvPr id="139" name="Freihand 138">
                <a:extLst>
                  <a:ext uri="{FF2B5EF4-FFF2-40B4-BE49-F238E27FC236}">
                    <a16:creationId xmlns:a16="http://schemas.microsoft.com/office/drawing/2014/main" id="{11894BA6-A86B-2532-6A6A-BDE67B8C581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3395" y="3917681"/>
                <a:ext cx="171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9" name="Freihand 148">
                <a:extLst>
                  <a:ext uri="{FF2B5EF4-FFF2-40B4-BE49-F238E27FC236}">
                    <a16:creationId xmlns:a16="http://schemas.microsoft.com/office/drawing/2014/main" id="{8744F344-61C4-5ADE-D3F3-9F8445D1B288}"/>
                  </a:ext>
                </a:extLst>
              </p14:cNvPr>
              <p14:cNvContentPartPr/>
              <p14:nvPr/>
            </p14:nvContentPartPr>
            <p14:xfrm>
              <a:off x="1251795" y="3671441"/>
              <a:ext cx="1091880" cy="313560"/>
            </p14:xfrm>
          </p:contentPart>
        </mc:Choice>
        <mc:Fallback xmlns="">
          <p:pic>
            <p:nvPicPr>
              <p:cNvPr id="149" name="Freihand 148">
                <a:extLst>
                  <a:ext uri="{FF2B5EF4-FFF2-40B4-BE49-F238E27FC236}">
                    <a16:creationId xmlns:a16="http://schemas.microsoft.com/office/drawing/2014/main" id="{8744F344-61C4-5ADE-D3F3-9F8445D1B28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240995" y="3660629"/>
                <a:ext cx="1113120" cy="334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0" name="Freihand 149">
                <a:extLst>
                  <a:ext uri="{FF2B5EF4-FFF2-40B4-BE49-F238E27FC236}">
                    <a16:creationId xmlns:a16="http://schemas.microsoft.com/office/drawing/2014/main" id="{8B65A600-5D94-DB77-AE97-F5106D448FD8}"/>
                  </a:ext>
                </a:extLst>
              </p14:cNvPr>
              <p14:cNvContentPartPr/>
              <p14:nvPr/>
            </p14:nvContentPartPr>
            <p14:xfrm>
              <a:off x="2427915" y="3848921"/>
              <a:ext cx="196560" cy="9720"/>
            </p14:xfrm>
          </p:contentPart>
        </mc:Choice>
        <mc:Fallback xmlns="">
          <p:pic>
            <p:nvPicPr>
              <p:cNvPr id="150" name="Freihand 149">
                <a:extLst>
                  <a:ext uri="{FF2B5EF4-FFF2-40B4-BE49-F238E27FC236}">
                    <a16:creationId xmlns:a16="http://schemas.microsoft.com/office/drawing/2014/main" id="{8B65A600-5D94-DB77-AE97-F5106D448FD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17115" y="3838121"/>
                <a:ext cx="2178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59" name="Freihand 158">
                <a:extLst>
                  <a:ext uri="{FF2B5EF4-FFF2-40B4-BE49-F238E27FC236}">
                    <a16:creationId xmlns:a16="http://schemas.microsoft.com/office/drawing/2014/main" id="{0FC60E59-0D18-70F7-7A62-E01B40B0C413}"/>
                  </a:ext>
                </a:extLst>
              </p14:cNvPr>
              <p14:cNvContentPartPr/>
              <p14:nvPr/>
            </p14:nvContentPartPr>
            <p14:xfrm>
              <a:off x="2717715" y="3653081"/>
              <a:ext cx="896400" cy="420480"/>
            </p14:xfrm>
          </p:contentPart>
        </mc:Choice>
        <mc:Fallback xmlns="">
          <p:pic>
            <p:nvPicPr>
              <p:cNvPr id="159" name="Freihand 158">
                <a:extLst>
                  <a:ext uri="{FF2B5EF4-FFF2-40B4-BE49-F238E27FC236}">
                    <a16:creationId xmlns:a16="http://schemas.microsoft.com/office/drawing/2014/main" id="{0FC60E59-0D18-70F7-7A62-E01B40B0C41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06911" y="3642281"/>
                <a:ext cx="917649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64" name="Freihand 163">
                <a:extLst>
                  <a:ext uri="{FF2B5EF4-FFF2-40B4-BE49-F238E27FC236}">
                    <a16:creationId xmlns:a16="http://schemas.microsoft.com/office/drawing/2014/main" id="{749287A0-FFB6-F49B-A34B-D83E7CF2671D}"/>
                  </a:ext>
                </a:extLst>
              </p14:cNvPr>
              <p14:cNvContentPartPr/>
              <p14:nvPr/>
            </p14:nvContentPartPr>
            <p14:xfrm>
              <a:off x="3688275" y="3643721"/>
              <a:ext cx="425160" cy="476640"/>
            </p14:xfrm>
          </p:contentPart>
        </mc:Choice>
        <mc:Fallback xmlns="">
          <p:pic>
            <p:nvPicPr>
              <p:cNvPr id="164" name="Freihand 163">
                <a:extLst>
                  <a:ext uri="{FF2B5EF4-FFF2-40B4-BE49-F238E27FC236}">
                    <a16:creationId xmlns:a16="http://schemas.microsoft.com/office/drawing/2014/main" id="{749287A0-FFB6-F49B-A34B-D83E7CF2671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77475" y="3632921"/>
                <a:ext cx="44640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8" name="Freihand 177">
                <a:extLst>
                  <a:ext uri="{FF2B5EF4-FFF2-40B4-BE49-F238E27FC236}">
                    <a16:creationId xmlns:a16="http://schemas.microsoft.com/office/drawing/2014/main" id="{9E81C7CF-3BEA-B794-B442-6D391A543914}"/>
                  </a:ext>
                </a:extLst>
              </p14:cNvPr>
              <p14:cNvContentPartPr/>
              <p14:nvPr/>
            </p14:nvContentPartPr>
            <p14:xfrm>
              <a:off x="4211715" y="3592241"/>
              <a:ext cx="1666800" cy="374040"/>
            </p14:xfrm>
          </p:contentPart>
        </mc:Choice>
        <mc:Fallback xmlns="">
          <p:pic>
            <p:nvPicPr>
              <p:cNvPr id="178" name="Freihand 177">
                <a:extLst>
                  <a:ext uri="{FF2B5EF4-FFF2-40B4-BE49-F238E27FC236}">
                    <a16:creationId xmlns:a16="http://schemas.microsoft.com/office/drawing/2014/main" id="{9E81C7CF-3BEA-B794-B442-6D391A54391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200915" y="3581441"/>
                <a:ext cx="168804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85" name="Freihand 184">
                <a:extLst>
                  <a:ext uri="{FF2B5EF4-FFF2-40B4-BE49-F238E27FC236}">
                    <a16:creationId xmlns:a16="http://schemas.microsoft.com/office/drawing/2014/main" id="{232523A2-4BE2-AE17-61C8-E21FDF476769}"/>
                  </a:ext>
                </a:extLst>
              </p14:cNvPr>
              <p14:cNvContentPartPr/>
              <p14:nvPr/>
            </p14:nvContentPartPr>
            <p14:xfrm>
              <a:off x="5986155" y="3568841"/>
              <a:ext cx="826200" cy="294840"/>
            </p14:xfrm>
          </p:contentPart>
        </mc:Choice>
        <mc:Fallback xmlns="">
          <p:pic>
            <p:nvPicPr>
              <p:cNvPr id="185" name="Freihand 184">
                <a:extLst>
                  <a:ext uri="{FF2B5EF4-FFF2-40B4-BE49-F238E27FC236}">
                    <a16:creationId xmlns:a16="http://schemas.microsoft.com/office/drawing/2014/main" id="{232523A2-4BE2-AE17-61C8-E21FDF47676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975360" y="3558028"/>
                <a:ext cx="847431" cy="316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92" name="Freihand 191">
                <a:extLst>
                  <a:ext uri="{FF2B5EF4-FFF2-40B4-BE49-F238E27FC236}">
                    <a16:creationId xmlns:a16="http://schemas.microsoft.com/office/drawing/2014/main" id="{AD589499-2597-5F72-D5DB-41ED255150E6}"/>
                  </a:ext>
                </a:extLst>
              </p14:cNvPr>
              <p14:cNvContentPartPr/>
              <p14:nvPr/>
            </p14:nvContentPartPr>
            <p14:xfrm>
              <a:off x="1456635" y="4203881"/>
              <a:ext cx="504720" cy="518760"/>
            </p14:xfrm>
          </p:contentPart>
        </mc:Choice>
        <mc:Fallback xmlns="">
          <p:pic>
            <p:nvPicPr>
              <p:cNvPr id="192" name="Freihand 191">
                <a:extLst>
                  <a:ext uri="{FF2B5EF4-FFF2-40B4-BE49-F238E27FC236}">
                    <a16:creationId xmlns:a16="http://schemas.microsoft.com/office/drawing/2014/main" id="{AD589499-2597-5F72-D5DB-41ED255150E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445835" y="4193073"/>
                <a:ext cx="525960" cy="5400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96" name="Freihand 195">
                <a:extLst>
                  <a:ext uri="{FF2B5EF4-FFF2-40B4-BE49-F238E27FC236}">
                    <a16:creationId xmlns:a16="http://schemas.microsoft.com/office/drawing/2014/main" id="{78EFF4C0-A0F4-57A6-5321-D6B63F75735A}"/>
                  </a:ext>
                </a:extLst>
              </p14:cNvPr>
              <p14:cNvContentPartPr/>
              <p14:nvPr/>
            </p14:nvContentPartPr>
            <p14:xfrm>
              <a:off x="2068275" y="4400081"/>
              <a:ext cx="378000" cy="161640"/>
            </p14:xfrm>
          </p:contentPart>
        </mc:Choice>
        <mc:Fallback xmlns="">
          <p:pic>
            <p:nvPicPr>
              <p:cNvPr id="196" name="Freihand 195">
                <a:extLst>
                  <a:ext uri="{FF2B5EF4-FFF2-40B4-BE49-F238E27FC236}">
                    <a16:creationId xmlns:a16="http://schemas.microsoft.com/office/drawing/2014/main" id="{78EFF4C0-A0F4-57A6-5321-D6B63F75735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57485" y="4389281"/>
                <a:ext cx="3992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07" name="Freihand 206">
                <a:extLst>
                  <a:ext uri="{FF2B5EF4-FFF2-40B4-BE49-F238E27FC236}">
                    <a16:creationId xmlns:a16="http://schemas.microsoft.com/office/drawing/2014/main" id="{A26F503B-9A38-18BF-B27B-CEE37A2CEF98}"/>
                  </a:ext>
                </a:extLst>
              </p14:cNvPr>
              <p14:cNvContentPartPr/>
              <p14:nvPr/>
            </p14:nvContentPartPr>
            <p14:xfrm>
              <a:off x="2553915" y="4203881"/>
              <a:ext cx="1036800" cy="429840"/>
            </p14:xfrm>
          </p:contentPart>
        </mc:Choice>
        <mc:Fallback xmlns="">
          <p:pic>
            <p:nvPicPr>
              <p:cNvPr id="207" name="Freihand 206">
                <a:extLst>
                  <a:ext uri="{FF2B5EF4-FFF2-40B4-BE49-F238E27FC236}">
                    <a16:creationId xmlns:a16="http://schemas.microsoft.com/office/drawing/2014/main" id="{A26F503B-9A38-18BF-B27B-CEE37A2CEF9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43119" y="4193081"/>
                <a:ext cx="1058033" cy="45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9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Reihe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6DAAEBB9-0775-F179-FD47-149C1E4F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1"/>
          <a:stretch>
            <a:fillRect/>
          </a:stretch>
        </p:blipFill>
        <p:spPr>
          <a:xfrm>
            <a:off x="6155172" y="2571750"/>
            <a:ext cx="3230438" cy="26232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5D9C172-051E-885E-4EC4-D156B4AA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/>
              <a:t>Graphical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16E004-31C4-2070-4E27-7D31B7208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sz="1600" err="1"/>
                  <a:t>Each</a:t>
                </a:r>
                <a:r>
                  <a:rPr lang="de-CH" sz="1600"/>
                  <a:t> </a:t>
                </a:r>
                <a:r>
                  <a:rPr lang="de-CH" sz="1600" err="1"/>
                  <a:t>term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is</a:t>
                </a:r>
                <a:r>
                  <a:rPr lang="de-CH" sz="1600"/>
                  <a:t> a </a:t>
                </a:r>
                <a:r>
                  <a:rPr lang="de-CH" sz="1600" err="1"/>
                  <a:t>complex</a:t>
                </a:r>
                <a:r>
                  <a:rPr lang="de-CH" sz="1600"/>
                  <a:t> </a:t>
                </a:r>
                <a:r>
                  <a:rPr lang="de-CH" sz="1600" err="1"/>
                  <a:t>vector</a:t>
                </a:r>
                <a:r>
                  <a:rPr lang="de-CH" sz="1600"/>
                  <a:t> </a:t>
                </a:r>
                <a:r>
                  <a:rPr lang="de-CH" sz="1600" err="1"/>
                  <a:t>from</a:t>
                </a:r>
                <a:r>
                  <a:rPr lang="de-CH" sz="1600"/>
                  <a:t> </a:t>
                </a:r>
                <a:r>
                  <a:rPr lang="de-CH" sz="1600" err="1"/>
                  <a:t>zeros</a:t>
                </a:r>
                <a:r>
                  <a:rPr lang="de-CH" sz="1600"/>
                  <a:t> and </a:t>
                </a:r>
                <a:r>
                  <a:rPr lang="de-CH" sz="1600" err="1"/>
                  <a:t>poles</a:t>
                </a:r>
                <a:r>
                  <a:rPr lang="de-CH" sz="1600"/>
                  <a:t> </a:t>
                </a:r>
                <a:r>
                  <a:rPr lang="de-CH" sz="1600" err="1"/>
                  <a:t>to</a:t>
                </a:r>
                <a:r>
                  <a:rPr lang="de-CH" sz="1600"/>
                  <a:t> s; </a:t>
                </a:r>
                <a:r>
                  <a:rPr lang="de-CH" sz="1600" err="1"/>
                  <a:t>using</a:t>
                </a:r>
                <a:r>
                  <a:rPr lang="de-CH" sz="1600"/>
                  <a:t> </a:t>
                </a:r>
                <a:r>
                  <a:rPr lang="de-CH" sz="1600" err="1"/>
                  <a:t>the</a:t>
                </a:r>
                <a:r>
                  <a:rPr lang="de-CH" sz="1600"/>
                  <a:t> </a:t>
                </a:r>
                <a:r>
                  <a:rPr lang="de-CH" sz="1600" b="1" err="1"/>
                  <a:t>magnitude</a:t>
                </a:r>
                <a:r>
                  <a:rPr lang="de-CH" sz="1600" b="1"/>
                  <a:t> and </a:t>
                </a:r>
                <a:r>
                  <a:rPr lang="de-CH" sz="1600" b="1" err="1"/>
                  <a:t>phase</a:t>
                </a:r>
                <a:r>
                  <a:rPr lang="de-CH" sz="1600" b="1"/>
                  <a:t> </a:t>
                </a:r>
                <a:r>
                  <a:rPr lang="de-CH" sz="1600" b="1" err="1"/>
                  <a:t>rules</a:t>
                </a:r>
                <a:r>
                  <a:rPr lang="de-CH" sz="1600"/>
                  <a:t>, </a:t>
                </a:r>
                <a:r>
                  <a:rPr lang="de-CH" sz="1600" err="1"/>
                  <a:t>the</a:t>
                </a:r>
                <a:r>
                  <a:rPr lang="de-CH" sz="1600"/>
                  <a:t> total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de-CH" sz="1600"/>
                  <a:t> and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result</a:t>
                </a:r>
                <a:r>
                  <a:rPr lang="de-CH" sz="1600"/>
                  <a:t> </a:t>
                </a:r>
                <a:r>
                  <a:rPr lang="de-CH" sz="1600" err="1"/>
                  <a:t>from</a:t>
                </a:r>
                <a:r>
                  <a:rPr lang="de-CH" sz="1600"/>
                  <a:t> </a:t>
                </a:r>
                <a:r>
                  <a:rPr lang="de-CH" sz="1600" err="1"/>
                  <a:t>the</a:t>
                </a:r>
                <a:r>
                  <a:rPr lang="de-CH" sz="1600"/>
                  <a:t> </a:t>
                </a:r>
                <a:r>
                  <a:rPr lang="de-CH" sz="1600" err="1"/>
                  <a:t>product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:r>
                  <a:rPr lang="de-CH" sz="1600" err="1"/>
                  <a:t>lengths</a:t>
                </a:r>
                <a:r>
                  <a:rPr lang="de-CH" sz="1600"/>
                  <a:t> and </a:t>
                </a:r>
                <a:r>
                  <a:rPr lang="de-CH" sz="1600" err="1"/>
                  <a:t>sum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:r>
                  <a:rPr lang="de-CH" sz="1600" err="1"/>
                  <a:t>angles</a:t>
                </a:r>
                <a:r>
                  <a:rPr lang="de-CH" sz="1600"/>
                  <a:t>.</a:t>
                </a:r>
                <a:endParaRPr lang="en-US" noProof="0"/>
              </a:p>
              <a:p>
                <a:pPr marL="0" indent="0">
                  <a:buNone/>
                </a:pPr>
                <a:r>
                  <a:rPr lang="en-US" noProof="0"/>
                  <a:t>Magnitude: </a:t>
                </a:r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endParaRPr lang="en-US" noProof="0"/>
              </a:p>
              <a:p>
                <a:pPr marL="0" indent="0">
                  <a:buNone/>
                </a:pPr>
                <a:r>
                  <a:rPr lang="en-US" noProof="0"/>
                  <a:t>Argument: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16E004-31C4-2070-4E27-7D31B7208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8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5818AF-247B-A055-563D-881B2B94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360E7-6314-5076-8DB2-2E23625F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00EC41E-CE51-19DE-06F1-EDEF6A79C008}"/>
                  </a:ext>
                </a:extLst>
              </p:cNvPr>
              <p:cNvSpPr txBox="1"/>
              <p:nvPr/>
            </p:nvSpPr>
            <p:spPr>
              <a:xfrm>
                <a:off x="628650" y="3932663"/>
                <a:ext cx="748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00EC41E-CE51-19DE-06F1-EDEF6A79C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32663"/>
                <a:ext cx="748859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0FDA690-7009-0561-90A7-6A484BD9A671}"/>
              </a:ext>
            </a:extLst>
          </p:cNvPr>
          <p:cNvGrpSpPr/>
          <p:nvPr/>
        </p:nvGrpSpPr>
        <p:grpSpPr>
          <a:xfrm>
            <a:off x="5314260" y="172641"/>
            <a:ext cx="3709237" cy="792671"/>
            <a:chOff x="3375102" y="2567562"/>
            <a:chExt cx="3709237" cy="792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5D53E22-4DD6-E7B9-6F29-B5E6CC4BD1BF}"/>
                    </a:ext>
                  </a:extLst>
                </p:cNvPr>
                <p:cNvSpPr txBox="1"/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5D53E22-4DD6-E7B9-6F29-B5E6CC4BD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5AAA27CC-44DF-F08D-D38D-1E75E50EEC69}"/>
                </a:ext>
              </a:extLst>
            </p:cNvPr>
            <p:cNvSpPr/>
            <p:nvPr/>
          </p:nvSpPr>
          <p:spPr>
            <a:xfrm>
              <a:off x="3375102" y="2567562"/>
              <a:ext cx="3709237" cy="792671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B512D181-CAF8-7411-CB89-6A95B8B1E2C8}"/>
                  </a:ext>
                </a:extLst>
              </p14:cNvPr>
              <p14:cNvContentPartPr/>
              <p14:nvPr/>
            </p14:nvContentPartPr>
            <p14:xfrm>
              <a:off x="1979355" y="2154041"/>
              <a:ext cx="850320" cy="33192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B512D181-CAF8-7411-CB89-6A95B8B1E2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8550" y="2143241"/>
                <a:ext cx="871569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EFA7A773-B3C4-6E70-97C0-555B2F509B6F}"/>
                  </a:ext>
                </a:extLst>
              </p14:cNvPr>
              <p14:cNvContentPartPr/>
              <p14:nvPr/>
            </p14:nvContentPartPr>
            <p14:xfrm>
              <a:off x="2997435" y="2000681"/>
              <a:ext cx="724680" cy="31716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EFA7A773-B3C4-6E70-97C0-555B2F509B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6635" y="1989893"/>
                <a:ext cx="745920" cy="338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Freihand 33">
                <a:extLst>
                  <a:ext uri="{FF2B5EF4-FFF2-40B4-BE49-F238E27FC236}">
                    <a16:creationId xmlns:a16="http://schemas.microsoft.com/office/drawing/2014/main" id="{DBE5528F-DA9C-8FF8-E01D-C51FCE1CC716}"/>
                  </a:ext>
                </a:extLst>
              </p14:cNvPr>
              <p14:cNvContentPartPr/>
              <p14:nvPr/>
            </p14:nvContentPartPr>
            <p14:xfrm>
              <a:off x="3835155" y="2275721"/>
              <a:ext cx="35640" cy="5040"/>
            </p14:xfrm>
          </p:contentPart>
        </mc:Choice>
        <mc:Fallback xmlns="">
          <p:pic>
            <p:nvPicPr>
              <p:cNvPr id="34" name="Freihand 33">
                <a:extLst>
                  <a:ext uri="{FF2B5EF4-FFF2-40B4-BE49-F238E27FC236}">
                    <a16:creationId xmlns:a16="http://schemas.microsoft.com/office/drawing/2014/main" id="{DBE5528F-DA9C-8FF8-E01D-C51FCE1CC7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24355" y="2264921"/>
                <a:ext cx="568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71A87A76-1451-5E91-CF14-9684EE31D0A3}"/>
                  </a:ext>
                </a:extLst>
              </p14:cNvPr>
              <p14:cNvContentPartPr/>
              <p14:nvPr/>
            </p14:nvContentPartPr>
            <p14:xfrm>
              <a:off x="2890155" y="2401721"/>
              <a:ext cx="854640" cy="261720"/>
            </p14:xfrm>
          </p:contentPart>
        </mc:Choice>
        <mc:Fallback xmlns=""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71A87A76-1451-5E91-CF14-9684EE31D0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9360" y="2390936"/>
                <a:ext cx="875871" cy="282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Freihand 35">
                <a:extLst>
                  <a:ext uri="{FF2B5EF4-FFF2-40B4-BE49-F238E27FC236}">
                    <a16:creationId xmlns:a16="http://schemas.microsoft.com/office/drawing/2014/main" id="{B957DA55-6AC5-D479-132F-76262FC7888F}"/>
                  </a:ext>
                </a:extLst>
              </p14:cNvPr>
              <p14:cNvContentPartPr/>
              <p14:nvPr/>
            </p14:nvContentPartPr>
            <p14:xfrm>
              <a:off x="3991755" y="2135321"/>
              <a:ext cx="182520" cy="219960"/>
            </p14:xfrm>
          </p:contentPart>
        </mc:Choice>
        <mc:Fallback xmlns="">
          <p:pic>
            <p:nvPicPr>
              <p:cNvPr id="36" name="Freihand 35">
                <a:extLst>
                  <a:ext uri="{FF2B5EF4-FFF2-40B4-BE49-F238E27FC236}">
                    <a16:creationId xmlns:a16="http://schemas.microsoft.com/office/drawing/2014/main" id="{B957DA55-6AC5-D479-132F-76262FC7888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80955" y="2124521"/>
                <a:ext cx="2037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7B7AB318-4D43-5F1D-1964-F2882EBB3FA9}"/>
                  </a:ext>
                </a:extLst>
              </p14:cNvPr>
              <p14:cNvContentPartPr/>
              <p14:nvPr/>
            </p14:nvContentPartPr>
            <p14:xfrm>
              <a:off x="3921915" y="1822481"/>
              <a:ext cx="1265760" cy="63576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7B7AB318-4D43-5F1D-1964-F2882EBB3F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11115" y="1811675"/>
                <a:ext cx="1287000" cy="657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A56C683F-4AC2-9D15-4268-80D07FACC97F}"/>
                  </a:ext>
                </a:extLst>
              </p14:cNvPr>
              <p14:cNvContentPartPr/>
              <p14:nvPr/>
            </p14:nvContentPartPr>
            <p14:xfrm>
              <a:off x="4365435" y="2074841"/>
              <a:ext cx="635400" cy="50004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A56C683F-4AC2-9D15-4268-80D07FACC9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54629" y="2064041"/>
                <a:ext cx="656652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4D344625-47B2-7DA6-F846-871D1761C260}"/>
                  </a:ext>
                </a:extLst>
              </p14:cNvPr>
              <p14:cNvContentPartPr/>
              <p14:nvPr/>
            </p14:nvContentPartPr>
            <p14:xfrm>
              <a:off x="1918875" y="3130001"/>
              <a:ext cx="420480" cy="29952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4D344625-47B2-7DA6-F846-871D1761C26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08084" y="3119201"/>
                <a:ext cx="441702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9F54748F-4752-1920-33EB-28E5D114D44A}"/>
                  </a:ext>
                </a:extLst>
              </p14:cNvPr>
              <p14:cNvContentPartPr/>
              <p14:nvPr/>
            </p14:nvContentPartPr>
            <p14:xfrm>
              <a:off x="2931915" y="3209201"/>
              <a:ext cx="135720" cy="6588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9F54748F-4752-1920-33EB-28E5D114D4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21115" y="3198401"/>
                <a:ext cx="1569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Freihand 75">
                <a:extLst>
                  <a:ext uri="{FF2B5EF4-FFF2-40B4-BE49-F238E27FC236}">
                    <a16:creationId xmlns:a16="http://schemas.microsoft.com/office/drawing/2014/main" id="{A20BCEEC-A13B-0585-2718-A147A9C31254}"/>
                  </a:ext>
                </a:extLst>
              </p14:cNvPr>
              <p14:cNvContentPartPr/>
              <p14:nvPr/>
            </p14:nvContentPartPr>
            <p14:xfrm>
              <a:off x="2241075" y="3120641"/>
              <a:ext cx="556200" cy="327240"/>
            </p14:xfrm>
          </p:contentPart>
        </mc:Choice>
        <mc:Fallback xmlns="">
          <p:pic>
            <p:nvPicPr>
              <p:cNvPr id="76" name="Freihand 75">
                <a:extLst>
                  <a:ext uri="{FF2B5EF4-FFF2-40B4-BE49-F238E27FC236}">
                    <a16:creationId xmlns:a16="http://schemas.microsoft.com/office/drawing/2014/main" id="{A20BCEEC-A13B-0585-2718-A147A9C312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30275" y="3109829"/>
                <a:ext cx="577440" cy="348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2" name="Freihand 81">
                <a:extLst>
                  <a:ext uri="{FF2B5EF4-FFF2-40B4-BE49-F238E27FC236}">
                    <a16:creationId xmlns:a16="http://schemas.microsoft.com/office/drawing/2014/main" id="{6C284580-0164-1825-D65D-3435B97F1876}"/>
                  </a:ext>
                </a:extLst>
              </p14:cNvPr>
              <p14:cNvContentPartPr/>
              <p14:nvPr/>
            </p14:nvContentPartPr>
            <p14:xfrm>
              <a:off x="3287235" y="3046121"/>
              <a:ext cx="495000" cy="275760"/>
            </p14:xfrm>
          </p:contentPart>
        </mc:Choice>
        <mc:Fallback xmlns="">
          <p:pic>
            <p:nvPicPr>
              <p:cNvPr id="82" name="Freihand 81">
                <a:extLst>
                  <a:ext uri="{FF2B5EF4-FFF2-40B4-BE49-F238E27FC236}">
                    <a16:creationId xmlns:a16="http://schemas.microsoft.com/office/drawing/2014/main" id="{6C284580-0164-1825-D65D-3435B97F18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76427" y="3035321"/>
                <a:ext cx="516255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3" name="Freihand 82">
                <a:extLst>
                  <a:ext uri="{FF2B5EF4-FFF2-40B4-BE49-F238E27FC236}">
                    <a16:creationId xmlns:a16="http://schemas.microsoft.com/office/drawing/2014/main" id="{EC01089E-5415-6F9A-7FE8-945D2CBE793B}"/>
                  </a:ext>
                </a:extLst>
              </p14:cNvPr>
              <p14:cNvContentPartPr/>
              <p14:nvPr/>
            </p14:nvContentPartPr>
            <p14:xfrm>
              <a:off x="3843075" y="3204881"/>
              <a:ext cx="163440" cy="14400"/>
            </p14:xfrm>
          </p:contentPart>
        </mc:Choice>
        <mc:Fallback xmlns="">
          <p:pic>
            <p:nvPicPr>
              <p:cNvPr id="83" name="Freihand 82">
                <a:extLst>
                  <a:ext uri="{FF2B5EF4-FFF2-40B4-BE49-F238E27FC236}">
                    <a16:creationId xmlns:a16="http://schemas.microsoft.com/office/drawing/2014/main" id="{EC01089E-5415-6F9A-7FE8-945D2CBE79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32275" y="3194081"/>
                <a:ext cx="1846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Freihand 86">
                <a:extLst>
                  <a:ext uri="{FF2B5EF4-FFF2-40B4-BE49-F238E27FC236}">
                    <a16:creationId xmlns:a16="http://schemas.microsoft.com/office/drawing/2014/main" id="{43C60572-9789-363D-16C2-9E56B7315267}"/>
                  </a:ext>
                </a:extLst>
              </p14:cNvPr>
              <p14:cNvContentPartPr/>
              <p14:nvPr/>
            </p14:nvContentPartPr>
            <p14:xfrm>
              <a:off x="4127475" y="3036761"/>
              <a:ext cx="415440" cy="247680"/>
            </p14:xfrm>
          </p:contentPart>
        </mc:Choice>
        <mc:Fallback xmlns="">
          <p:pic>
            <p:nvPicPr>
              <p:cNvPr id="87" name="Freihand 86">
                <a:extLst>
                  <a:ext uri="{FF2B5EF4-FFF2-40B4-BE49-F238E27FC236}">
                    <a16:creationId xmlns:a16="http://schemas.microsoft.com/office/drawing/2014/main" id="{43C60572-9789-363D-16C2-9E56B73152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16684" y="3025961"/>
                <a:ext cx="436662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1A5674FB-795A-AF5A-A282-7FB746D619AC}"/>
                  </a:ext>
                </a:extLst>
              </p14:cNvPr>
              <p14:cNvContentPartPr/>
              <p14:nvPr/>
            </p14:nvContentPartPr>
            <p14:xfrm>
              <a:off x="7096755" y="4441841"/>
              <a:ext cx="570240" cy="5652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1A5674FB-795A-AF5A-A282-7FB746D619A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85948" y="4431041"/>
                <a:ext cx="591493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Freihand 94">
                <a:extLst>
                  <a:ext uri="{FF2B5EF4-FFF2-40B4-BE49-F238E27FC236}">
                    <a16:creationId xmlns:a16="http://schemas.microsoft.com/office/drawing/2014/main" id="{29A71D76-D1C6-8568-C596-C916C7C2FE1E}"/>
                  </a:ext>
                </a:extLst>
              </p14:cNvPr>
              <p14:cNvContentPartPr/>
              <p14:nvPr/>
            </p14:nvContentPartPr>
            <p14:xfrm>
              <a:off x="7204395" y="4231961"/>
              <a:ext cx="112320" cy="239040"/>
            </p14:xfrm>
          </p:contentPart>
        </mc:Choice>
        <mc:Fallback xmlns="">
          <p:pic>
            <p:nvPicPr>
              <p:cNvPr id="95" name="Freihand 94">
                <a:extLst>
                  <a:ext uri="{FF2B5EF4-FFF2-40B4-BE49-F238E27FC236}">
                    <a16:creationId xmlns:a16="http://schemas.microsoft.com/office/drawing/2014/main" id="{29A71D76-D1C6-8568-C596-C916C7C2FE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93595" y="4221161"/>
                <a:ext cx="1335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6" name="Freihand 95">
                <a:extLst>
                  <a:ext uri="{FF2B5EF4-FFF2-40B4-BE49-F238E27FC236}">
                    <a16:creationId xmlns:a16="http://schemas.microsoft.com/office/drawing/2014/main" id="{4DB48753-5C3A-2BA0-BF3E-820E27FD3C66}"/>
                  </a:ext>
                </a:extLst>
              </p14:cNvPr>
              <p14:cNvContentPartPr/>
              <p14:nvPr/>
            </p14:nvContentPartPr>
            <p14:xfrm>
              <a:off x="6769875" y="3676121"/>
              <a:ext cx="84240" cy="219960"/>
            </p14:xfrm>
          </p:contentPart>
        </mc:Choice>
        <mc:Fallback xmlns="">
          <p:pic>
            <p:nvPicPr>
              <p:cNvPr id="96" name="Freihand 95">
                <a:extLst>
                  <a:ext uri="{FF2B5EF4-FFF2-40B4-BE49-F238E27FC236}">
                    <a16:creationId xmlns:a16="http://schemas.microsoft.com/office/drawing/2014/main" id="{4DB48753-5C3A-2BA0-BF3E-820E27FD3C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59075" y="3665321"/>
                <a:ext cx="10548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9" name="Freihand 108">
                <a:extLst>
                  <a:ext uri="{FF2B5EF4-FFF2-40B4-BE49-F238E27FC236}">
                    <a16:creationId xmlns:a16="http://schemas.microsoft.com/office/drawing/2014/main" id="{ED53CF81-FEB9-E8D6-E0ED-E0A40941FDCF}"/>
                  </a:ext>
                </a:extLst>
              </p14:cNvPr>
              <p14:cNvContentPartPr/>
              <p14:nvPr/>
            </p14:nvContentPartPr>
            <p14:xfrm>
              <a:off x="4622835" y="2966561"/>
              <a:ext cx="1437480" cy="374040"/>
            </p14:xfrm>
          </p:contentPart>
        </mc:Choice>
        <mc:Fallback xmlns="">
          <p:pic>
            <p:nvPicPr>
              <p:cNvPr id="109" name="Freihand 108">
                <a:extLst>
                  <a:ext uri="{FF2B5EF4-FFF2-40B4-BE49-F238E27FC236}">
                    <a16:creationId xmlns:a16="http://schemas.microsoft.com/office/drawing/2014/main" id="{ED53CF81-FEB9-E8D6-E0ED-E0A40941FDC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12035" y="2955751"/>
                <a:ext cx="1458720" cy="395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1" name="Freihand 120">
                <a:extLst>
                  <a:ext uri="{FF2B5EF4-FFF2-40B4-BE49-F238E27FC236}">
                    <a16:creationId xmlns:a16="http://schemas.microsoft.com/office/drawing/2014/main" id="{4DEA48FA-65D2-2719-C3BA-CB65C265DAE2}"/>
                  </a:ext>
                </a:extLst>
              </p14:cNvPr>
              <p14:cNvContentPartPr/>
              <p14:nvPr/>
            </p14:nvContentPartPr>
            <p14:xfrm>
              <a:off x="2810595" y="3475601"/>
              <a:ext cx="1233000" cy="411120"/>
            </p14:xfrm>
          </p:contentPart>
        </mc:Choice>
        <mc:Fallback xmlns="">
          <p:pic>
            <p:nvPicPr>
              <p:cNvPr id="121" name="Freihand 120">
                <a:extLst>
                  <a:ext uri="{FF2B5EF4-FFF2-40B4-BE49-F238E27FC236}">
                    <a16:creationId xmlns:a16="http://schemas.microsoft.com/office/drawing/2014/main" id="{4DEA48FA-65D2-2719-C3BA-CB65C265DAE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99795" y="3464810"/>
                <a:ext cx="1254240" cy="432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2" name="Freihand 121">
                <a:extLst>
                  <a:ext uri="{FF2B5EF4-FFF2-40B4-BE49-F238E27FC236}">
                    <a16:creationId xmlns:a16="http://schemas.microsoft.com/office/drawing/2014/main" id="{81A4018C-F8B7-A55C-7E28-E99B90AF1543}"/>
                  </a:ext>
                </a:extLst>
              </p14:cNvPr>
              <p14:cNvContentPartPr/>
              <p14:nvPr/>
            </p14:nvContentPartPr>
            <p14:xfrm>
              <a:off x="4173915" y="3634361"/>
              <a:ext cx="112320" cy="14400"/>
            </p14:xfrm>
          </p:contentPart>
        </mc:Choice>
        <mc:Fallback xmlns="">
          <p:pic>
            <p:nvPicPr>
              <p:cNvPr id="122" name="Freihand 121">
                <a:extLst>
                  <a:ext uri="{FF2B5EF4-FFF2-40B4-BE49-F238E27FC236}">
                    <a16:creationId xmlns:a16="http://schemas.microsoft.com/office/drawing/2014/main" id="{81A4018C-F8B7-A55C-7E28-E99B90AF154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63115" y="3623561"/>
                <a:ext cx="1335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3" name="Freihand 122">
                <a:extLst>
                  <a:ext uri="{FF2B5EF4-FFF2-40B4-BE49-F238E27FC236}">
                    <a16:creationId xmlns:a16="http://schemas.microsoft.com/office/drawing/2014/main" id="{6B6111D7-CB2E-2454-DA62-6EDA8BB23FEB}"/>
                  </a:ext>
                </a:extLst>
              </p14:cNvPr>
              <p14:cNvContentPartPr/>
              <p14:nvPr/>
            </p14:nvContentPartPr>
            <p14:xfrm>
              <a:off x="4192635" y="3722921"/>
              <a:ext cx="93600" cy="9720"/>
            </p14:xfrm>
          </p:contentPart>
        </mc:Choice>
        <mc:Fallback xmlns="">
          <p:pic>
            <p:nvPicPr>
              <p:cNvPr id="123" name="Freihand 122">
                <a:extLst>
                  <a:ext uri="{FF2B5EF4-FFF2-40B4-BE49-F238E27FC236}">
                    <a16:creationId xmlns:a16="http://schemas.microsoft.com/office/drawing/2014/main" id="{6B6111D7-CB2E-2454-DA62-6EDA8BB23FE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81835" y="3712121"/>
                <a:ext cx="114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0" name="Freihand 129">
                <a:extLst>
                  <a:ext uri="{FF2B5EF4-FFF2-40B4-BE49-F238E27FC236}">
                    <a16:creationId xmlns:a16="http://schemas.microsoft.com/office/drawing/2014/main" id="{C953C6DF-893C-98AA-002B-A94FD227A61A}"/>
                  </a:ext>
                </a:extLst>
              </p14:cNvPr>
              <p14:cNvContentPartPr/>
              <p14:nvPr/>
            </p14:nvContentPartPr>
            <p14:xfrm>
              <a:off x="4460835" y="3470921"/>
              <a:ext cx="796680" cy="289800"/>
            </p14:xfrm>
          </p:contentPart>
        </mc:Choice>
        <mc:Fallback xmlns="">
          <p:pic>
            <p:nvPicPr>
              <p:cNvPr id="130" name="Freihand 129">
                <a:extLst>
                  <a:ext uri="{FF2B5EF4-FFF2-40B4-BE49-F238E27FC236}">
                    <a16:creationId xmlns:a16="http://schemas.microsoft.com/office/drawing/2014/main" id="{C953C6DF-893C-98AA-002B-A94FD227A61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50035" y="3460121"/>
                <a:ext cx="8179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Freihand 136">
                <a:extLst>
                  <a:ext uri="{FF2B5EF4-FFF2-40B4-BE49-F238E27FC236}">
                    <a16:creationId xmlns:a16="http://schemas.microsoft.com/office/drawing/2014/main" id="{C03037EE-58F7-A7F5-D6AE-4DFEA6BAF3A0}"/>
                  </a:ext>
                </a:extLst>
              </p14:cNvPr>
              <p14:cNvContentPartPr/>
              <p14:nvPr/>
            </p14:nvContentPartPr>
            <p14:xfrm>
              <a:off x="1540515" y="4227281"/>
              <a:ext cx="154440" cy="163800"/>
            </p14:xfrm>
          </p:contentPart>
        </mc:Choice>
        <mc:Fallback xmlns="">
          <p:pic>
            <p:nvPicPr>
              <p:cNvPr id="137" name="Freihand 136">
                <a:extLst>
                  <a:ext uri="{FF2B5EF4-FFF2-40B4-BE49-F238E27FC236}">
                    <a16:creationId xmlns:a16="http://schemas.microsoft.com/office/drawing/2014/main" id="{C03037EE-58F7-A7F5-D6AE-4DFEA6BAF3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29715" y="4216481"/>
                <a:ext cx="1756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8" name="Freihand 137">
                <a:extLst>
                  <a:ext uri="{FF2B5EF4-FFF2-40B4-BE49-F238E27FC236}">
                    <a16:creationId xmlns:a16="http://schemas.microsoft.com/office/drawing/2014/main" id="{86081FC5-035B-4C67-0101-9B35D5F95A35}"/>
                  </a:ext>
                </a:extLst>
              </p14:cNvPr>
              <p14:cNvContentPartPr/>
              <p14:nvPr/>
            </p14:nvContentPartPr>
            <p14:xfrm>
              <a:off x="1354035" y="3886361"/>
              <a:ext cx="443880" cy="262080"/>
            </p14:xfrm>
          </p:contentPart>
        </mc:Choice>
        <mc:Fallback xmlns="">
          <p:pic>
            <p:nvPicPr>
              <p:cNvPr id="138" name="Freihand 137">
                <a:extLst>
                  <a:ext uri="{FF2B5EF4-FFF2-40B4-BE49-F238E27FC236}">
                    <a16:creationId xmlns:a16="http://schemas.microsoft.com/office/drawing/2014/main" id="{86081FC5-035B-4C67-0101-9B35D5F95A3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43235" y="3875546"/>
                <a:ext cx="465120" cy="283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3" name="Freihand 142">
                <a:extLst>
                  <a:ext uri="{FF2B5EF4-FFF2-40B4-BE49-F238E27FC236}">
                    <a16:creationId xmlns:a16="http://schemas.microsoft.com/office/drawing/2014/main" id="{F17CC6CB-B04A-84C8-4F6A-A339374447BC}"/>
                  </a:ext>
                </a:extLst>
              </p14:cNvPr>
              <p14:cNvContentPartPr/>
              <p14:nvPr/>
            </p14:nvContentPartPr>
            <p14:xfrm>
              <a:off x="1877475" y="3909761"/>
              <a:ext cx="475920" cy="434520"/>
            </p14:xfrm>
          </p:contentPart>
        </mc:Choice>
        <mc:Fallback xmlns="">
          <p:pic>
            <p:nvPicPr>
              <p:cNvPr id="143" name="Freihand 142">
                <a:extLst>
                  <a:ext uri="{FF2B5EF4-FFF2-40B4-BE49-F238E27FC236}">
                    <a16:creationId xmlns:a16="http://schemas.microsoft.com/office/drawing/2014/main" id="{F17CC6CB-B04A-84C8-4F6A-A339374447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66683" y="3898970"/>
                <a:ext cx="497144" cy="455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7" name="Freihand 146">
                <a:extLst>
                  <a:ext uri="{FF2B5EF4-FFF2-40B4-BE49-F238E27FC236}">
                    <a16:creationId xmlns:a16="http://schemas.microsoft.com/office/drawing/2014/main" id="{5ACCA4EF-7CB6-BD4F-414D-09A93CC6F2A3}"/>
                  </a:ext>
                </a:extLst>
              </p14:cNvPr>
              <p14:cNvContentPartPr/>
              <p14:nvPr/>
            </p14:nvContentPartPr>
            <p14:xfrm>
              <a:off x="2381475" y="3949001"/>
              <a:ext cx="321840" cy="255240"/>
            </p14:xfrm>
          </p:contentPart>
        </mc:Choice>
        <mc:Fallback xmlns="">
          <p:pic>
            <p:nvPicPr>
              <p:cNvPr id="147" name="Freihand 146">
                <a:extLst>
                  <a:ext uri="{FF2B5EF4-FFF2-40B4-BE49-F238E27FC236}">
                    <a16:creationId xmlns:a16="http://schemas.microsoft.com/office/drawing/2014/main" id="{5ACCA4EF-7CB6-BD4F-414D-09A93CC6F2A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370675" y="3938201"/>
                <a:ext cx="3430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4" name="Freihand 153">
                <a:extLst>
                  <a:ext uri="{FF2B5EF4-FFF2-40B4-BE49-F238E27FC236}">
                    <a16:creationId xmlns:a16="http://schemas.microsoft.com/office/drawing/2014/main" id="{FB26E54D-DBD9-9B64-4CDA-7CE93BDA9BEA}"/>
                  </a:ext>
                </a:extLst>
              </p14:cNvPr>
              <p14:cNvContentPartPr/>
              <p14:nvPr/>
            </p14:nvContentPartPr>
            <p14:xfrm>
              <a:off x="2797275" y="3872321"/>
              <a:ext cx="606240" cy="446400"/>
            </p14:xfrm>
          </p:contentPart>
        </mc:Choice>
        <mc:Fallback xmlns="">
          <p:pic>
            <p:nvPicPr>
              <p:cNvPr id="154" name="Freihand 153">
                <a:extLst>
                  <a:ext uri="{FF2B5EF4-FFF2-40B4-BE49-F238E27FC236}">
                    <a16:creationId xmlns:a16="http://schemas.microsoft.com/office/drawing/2014/main" id="{FB26E54D-DBD9-9B64-4CDA-7CE93BDA9BE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86475" y="3861521"/>
                <a:ext cx="627480" cy="46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450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304AB-2247-B2E5-43BE-17C6A08E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DBDCEC-5443-3DDE-35C4-76A44F39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4B29A-DDE5-AC16-344C-643BAD15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39612BA-0D7B-CF16-FD34-C2CC8FCB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0" y="1077218"/>
            <a:ext cx="3649807" cy="36066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D6B4B38-871F-BFAA-ECF2-31CD0F83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53796" b="63196"/>
          <a:stretch>
            <a:fillRect/>
          </a:stretch>
        </p:blipFill>
        <p:spPr>
          <a:xfrm>
            <a:off x="4366403" y="962572"/>
            <a:ext cx="4578543" cy="449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E34E819-F778-9742-85B5-FB168B15ED47}"/>
                  </a:ext>
                </a:extLst>
              </p:cNvPr>
              <p:cNvSpPr/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E34E819-F778-9742-85B5-FB168B15E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88A375D1-8078-7259-D3F4-763725B20D13}"/>
                  </a:ext>
                </a:extLst>
              </p:cNvPr>
              <p:cNvSpPr/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88A375D1-8078-7259-D3F4-763725B20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0039A27-26FD-7BC0-DF5D-1610D8C62429}"/>
                  </a:ext>
                </a:extLst>
              </p:cNvPr>
              <p:cNvSpPr/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de-CH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0039A27-26FD-7BC0-DF5D-1610D8C62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E29E8C4A-48B6-319D-307D-C0FCE806F610}"/>
                  </a:ext>
                </a:extLst>
              </p:cNvPr>
              <p:cNvSpPr/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E29E8C4A-48B6-319D-307D-C0FCE806F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9DAFBE5F-F70B-6F80-E6B6-DC2BB978CDEA}"/>
                  </a:ext>
                </a:extLst>
              </p14:cNvPr>
              <p14:cNvContentPartPr/>
              <p14:nvPr/>
            </p14:nvContentPartPr>
            <p14:xfrm>
              <a:off x="2153160" y="1304640"/>
              <a:ext cx="6445440" cy="119448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9DAFBE5F-F70B-6F80-E6B6-DC2BB978CD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43800" y="1295280"/>
                <a:ext cx="6464160" cy="12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036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30FB-376C-2DF9-7C0A-2F804E47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39529-B7D2-BCED-71CF-92B89D13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089E2D-2B35-F068-9F56-CDA9A58A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AD1714-3074-408E-AEDD-23CAC65B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A17269-BE51-469E-4B17-61FBA69A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0" y="1077218"/>
            <a:ext cx="3649807" cy="36066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8E54AE9-E9E4-8474-769B-FFEC0384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53796" b="63196"/>
          <a:stretch>
            <a:fillRect/>
          </a:stretch>
        </p:blipFill>
        <p:spPr>
          <a:xfrm>
            <a:off x="4366403" y="962572"/>
            <a:ext cx="4578543" cy="449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57B6521C-F21B-3834-8FE7-7B16C9E58F32}"/>
                  </a:ext>
                </a:extLst>
              </p:cNvPr>
              <p:cNvSpPr/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57B6521C-F21B-3834-8FE7-7B16C9E58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80C3A5B-3C93-7BF6-174F-5BF033C74140}"/>
                  </a:ext>
                </a:extLst>
              </p:cNvPr>
              <p:cNvSpPr/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80C3A5B-3C93-7BF6-174F-5BF033C74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7FC0631-EFFD-4062-767D-FB6919BABB44}"/>
                  </a:ext>
                </a:extLst>
              </p:cNvPr>
              <p:cNvSpPr/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de-CH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7FC0631-EFFD-4062-767D-FB6919BABB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9405C1AE-35ED-8048-F1AB-8E8AF21A8F20}"/>
                  </a:ext>
                </a:extLst>
              </p:cNvPr>
              <p:cNvSpPr/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9405C1AE-35ED-8048-F1AB-8E8AF21A8F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945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2C6F9-2376-91EA-F59C-2DDC8B03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6547"/>
            <a:ext cx="7886700" cy="994172"/>
          </a:xfrm>
        </p:spPr>
        <p:txBody>
          <a:bodyPr/>
          <a:lstStyle/>
          <a:p>
            <a:r>
              <a:rPr lang="en-US" noProof="0"/>
              <a:t>Impulse Response</a:t>
            </a:r>
          </a:p>
        </p:txBody>
      </p:sp>
      <p:pic>
        <p:nvPicPr>
          <p:cNvPr id="7" name="Inhaltsplatzhalter 6" descr="Ein Bild, das Reihe, Diagramm, Screenshot, Rechteck enthält.&#10;&#10;KI-generierte Inhalte können fehlerhaft sein.">
            <a:extLst>
              <a:ext uri="{FF2B5EF4-FFF2-40B4-BE49-F238E27FC236}">
                <a16:creationId xmlns:a16="http://schemas.microsoft.com/office/drawing/2014/main" id="{517C0E6C-F639-B869-A7C5-15D204F09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7521" y="87224"/>
            <a:ext cx="2336479" cy="168300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B7F97E-7DE9-0C01-6B56-A6861BF7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7DF8ED-6547-921A-76BF-AB4C530C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E8495F7-DE52-1EF2-689A-906375C0CD25}"/>
              </a:ext>
            </a:extLst>
          </p:cNvPr>
          <p:cNvGrpSpPr/>
          <p:nvPr/>
        </p:nvGrpSpPr>
        <p:grpSpPr>
          <a:xfrm>
            <a:off x="272082" y="1311782"/>
            <a:ext cx="8812924" cy="4603543"/>
            <a:chOff x="207423" y="1265393"/>
            <a:chExt cx="8812924" cy="46035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4A70AAF6-5D50-A542-470B-A7A22039D771}"/>
                    </a:ext>
                  </a:extLst>
                </p:cNvPr>
                <p:cNvSpPr txBox="1"/>
                <p:nvPr/>
              </p:nvSpPr>
              <p:spPr>
                <a:xfrm>
                  <a:off x="207423" y="1314099"/>
                  <a:ext cx="8812924" cy="45548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/>
                    <a:t>E.g. input: </a:t>
                  </a:r>
                  <a14:m>
                    <m:oMath xmlns:m="http://schemas.openxmlformats.org/officeDocument/2006/math"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b="0" i="1" dirty="0" smtClean="0">
                          <a:latin typeface="Cambria Math" panose="02040503050406030204" pitchFamily="18" charset="0"/>
                        </a:rPr>
                        <m:t> {</m:t>
                      </m:r>
                    </m:oMath>
                  </a14:m>
                  <a:r>
                    <a:rPr lang="de-CH" sz="1800"/>
                    <a:t>		 </a:t>
                  </a:r>
                  <a14:m>
                    <m:oMath xmlns:m="http://schemas.openxmlformats.org/officeDocument/2006/math">
                      <m:r>
                        <a:rPr lang="de-CH" sz="1800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 = 0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(0) = 0</m:t>
                      </m:r>
                    </m:oMath>
                  </a14:m>
                  <a:endParaRPr lang="de-CH" sz="1800"/>
                </a:p>
                <a:p>
                  <a:r>
                    <a:rPr lang="de-CH" sz="1800" err="1"/>
                    <a:t>Forced</a:t>
                  </a:r>
                  <a:r>
                    <a:rPr lang="de-CH" sz="1800"/>
                    <a:t> </a:t>
                  </a:r>
                  <a:r>
                    <a:rPr lang="de-CH" sz="1800" err="1"/>
                    <a:t>response</a:t>
                  </a:r>
                  <a:r>
                    <a:rPr lang="de-CH" sz="180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8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180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sz="1800" i="0" dirty="0" err="1">
                              <a:latin typeface="Cambria Math" panose="02040503050406030204" pitchFamily="18" charset="0"/>
                            </a:rPr>
                            <m:t>imp</m:t>
                          </m:r>
                        </m:sub>
                      </m:sSub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de-CH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8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CH" sz="1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de-CH" sz="1800" i="1" dirty="0" err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endParaRPr lang="en-US" sz="1800"/>
                </a:p>
                <a:p>
                  <a:r>
                    <a:rPr lang="en-US" sz="1800"/>
                    <a:t>This is equivalent to the initial condition response if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endParaRPr lang="en-US" sz="1800"/>
                </a:p>
                <a:p>
                  <a:endParaRPr lang="en-US" sz="1800"/>
                </a:p>
                <a:p>
                  <a:r>
                    <a:rPr lang="en-US" sz="1600"/>
                    <a:t>Another way to compute the forced response is with the Laplace transform:</a:t>
                  </a:r>
                </a:p>
                <a:p>
                  <a14:m>
                    <m:oMath xmlns:m="http://schemas.openxmlformats.org/officeDocument/2006/math">
                      <m:r>
                        <a:rPr lang="el-GR" sz="1600" i="1" dirty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sz="160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⟶</m:t>
                      </m:r>
                    </m:oMath>
                  </a14:m>
                  <a:r>
                    <a:rPr lang="en-US" sz="160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l-G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b="0" i="0" smtClean="0">
                          <a:latin typeface="Cambria Math" panose="02040503050406030204" pitchFamily="18" charset="0"/>
                        </a:rPr>
                        <m:t>⋅1</m:t>
                      </m:r>
                    </m:oMath>
                  </a14:m>
                  <a:endParaRPr lang="de-CH" sz="1600" b="0" i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⟶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mp</m:t>
                            </m:r>
                          </m:sub>
                        </m:sSub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CH" sz="16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de-CH" sz="1600" b="0" i="0">
                    <a:latin typeface="Cambria Math" panose="02040503050406030204" pitchFamily="18" charset="0"/>
                  </a:endParaRPr>
                </a:p>
                <a:p>
                  <a:endParaRPr lang="de-CH" sz="600"/>
                </a:p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partial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fraction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expansion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TF</m:t>
                      </m:r>
                      <m:r>
                        <m:rPr>
                          <m:nor/>
                        </m:rPr>
                        <a:rPr lang="de-CH" sz="1600"/>
                        <m:t>: </m:t>
                      </m:r>
                    </m:oMath>
                  </a14:m>
                  <a:r>
                    <a:rPr lang="de-CH" sz="160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de-CH" sz="160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𝑖𝑚𝑝</m:t>
                            </m:r>
                          </m:sub>
                        </m:sSub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de-CH" sz="1600"/>
                </a:p>
                <a:p>
                  <a:endParaRPr lang="de-CH" sz="1800"/>
                </a:p>
                <a:p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  <a:sym typeface="Wingdings" pitchFamily="2" charset="2"/>
                    </a:rPr>
                    <a:t>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note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each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pole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generates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exponential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time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domain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!</a:t>
                  </a:r>
                </a:p>
                <a:p>
                  <a:endParaRPr lang="de-CH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sz="1800"/>
                </a:p>
                <a:p>
                  <a:endParaRPr lang="en-US" sz="180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4A70AAF6-5D50-A542-470B-A7A22039D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23" y="1314099"/>
                  <a:ext cx="8812924" cy="4554837"/>
                </a:xfrm>
                <a:prstGeom prst="rect">
                  <a:avLst/>
                </a:prstGeom>
                <a:blipFill>
                  <a:blip r:embed="rId4"/>
                  <a:stretch>
                    <a:fillRect l="-623" t="-48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C6D1EE7C-FC22-4807-8845-E0E5056846C2}"/>
                </a:ext>
              </a:extLst>
            </p:cNvPr>
            <p:cNvGrpSpPr/>
            <p:nvPr/>
          </p:nvGrpSpPr>
          <p:grpSpPr>
            <a:xfrm>
              <a:off x="2939474" y="1265393"/>
              <a:ext cx="1251433" cy="724227"/>
              <a:chOff x="2894048" y="1243597"/>
              <a:chExt cx="1251433" cy="7242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03F938B4-FC08-AF3C-0E08-575D4E1641CE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804" y="1243597"/>
                    <a:ext cx="986104" cy="5495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∞  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 = 0 </m:t>
                          </m:r>
                        </m:oMath>
                      </m:oMathPara>
                    </a14:m>
                    <a:endParaRPr/>
                  </a:p>
                  <a:p>
                    <a:endParaRPr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03F938B4-FC08-AF3C-0E08-575D4E1641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804" y="1243597"/>
                    <a:ext cx="986104" cy="5495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352177E-DDC5-8D2D-7B11-DD81C2614E6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4048" y="1418315"/>
                    <a:ext cx="1251433" cy="549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 0  </m:t>
                          </m:r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𝑜𝑡h𝑒𝑟𝑤𝑖𝑠𝑒</m:t>
                          </m:r>
                        </m:oMath>
                      </m:oMathPara>
                    </a14:m>
                    <a:endParaRPr/>
                  </a:p>
                  <a:p>
                    <a:endParaRPr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352177E-DDC5-8D2D-7B11-DD81C2614E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4048" y="1418315"/>
                    <a:ext cx="1251433" cy="54950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75824C3E-2B4D-922C-A325-C0E65B7C5117}"/>
              </a:ext>
            </a:extLst>
          </p:cNvPr>
          <p:cNvSpPr/>
          <p:nvPr/>
        </p:nvSpPr>
        <p:spPr>
          <a:xfrm>
            <a:off x="7219978" y="3637906"/>
            <a:ext cx="164670" cy="542581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DF4BDC-7C47-4E5B-DE06-AC3C08A36CBD}"/>
                  </a:ext>
                </a:extLst>
              </p:cNvPr>
              <p:cNvSpPr txBox="1"/>
              <p:nvPr/>
            </p:nvSpPr>
            <p:spPr>
              <a:xfrm>
                <a:off x="7384648" y="3613554"/>
                <a:ext cx="1363578" cy="497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lit/>
                        </m:rP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DF4BDC-7C47-4E5B-DE06-AC3C08A3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48" y="3613554"/>
                <a:ext cx="1363578" cy="4971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359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04357-395B-9793-804C-9B51D003A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3. Poles &amp; Zeros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AA4A5D-2AFA-1585-555A-E69DCE95F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587AE6-057E-871E-D3F2-62CAB94F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E5B7B9-E099-ECFB-E496-11FB4C4E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41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344E1BD-5B0E-3284-6695-A9AE37DBD8A9}"/>
              </a:ext>
            </a:extLst>
          </p:cNvPr>
          <p:cNvSpPr/>
          <p:nvPr/>
        </p:nvSpPr>
        <p:spPr>
          <a:xfrm>
            <a:off x="4389120" y="3535680"/>
            <a:ext cx="182880" cy="1625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77DB3FB-066A-DF6A-02AB-ABA6E03F42BA}"/>
              </a:ext>
            </a:extLst>
          </p:cNvPr>
          <p:cNvSpPr/>
          <p:nvPr/>
        </p:nvSpPr>
        <p:spPr>
          <a:xfrm>
            <a:off x="5511630" y="3535680"/>
            <a:ext cx="182880" cy="1625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AFC925-0B6E-AC9A-0E01-BA9F21E5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Effects of Poles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8BD5D8-5A63-D703-EE88-BC1AF370BB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5427"/>
                <a:ext cx="8586470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/>
                  <a:t>The </a:t>
                </a:r>
                <a:r>
                  <a:rPr lang="en-US"/>
                  <a:t>poles of a TF are calculated by setting the </a:t>
                </a:r>
                <a:r>
                  <a:rPr lang="en-US" b="1"/>
                  <a:t>denominator</a:t>
                </a:r>
                <a:r>
                  <a:rPr lang="en-US"/>
                  <a:t> to zero</a:t>
                </a:r>
              </a:p>
              <a:p>
                <a:r>
                  <a:rPr lang="en-US" noProof="0" err="1"/>
                  <a:t>Wh</a:t>
                </a:r>
                <a:r>
                  <a:rPr lang="en-US"/>
                  <a:t>y are we interested in poles of a TF?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de-CH">
                    <a:sym typeface="Wingdings" pitchFamily="2" charset="2"/>
                  </a:rPr>
                  <a:t> </a:t>
                </a:r>
                <a:r>
                  <a:rPr lang="de-CH" err="1">
                    <a:sym typeface="Wingdings" pitchFamily="2" charset="2"/>
                  </a:rPr>
                  <a:t>the</a:t>
                </a:r>
                <a:r>
                  <a:rPr lang="de-CH">
                    <a:sym typeface="Wingdings" pitchFamily="2" charset="2"/>
                  </a:rPr>
                  <a:t> </a:t>
                </a:r>
                <a:r>
                  <a:rPr lang="de-CH" err="1">
                    <a:sym typeface="Wingdings" pitchFamily="2" charset="2"/>
                  </a:rPr>
                  <a:t>denominator</a:t>
                </a:r>
                <a:r>
                  <a:rPr lang="de-CH">
                    <a:sym typeface="Wingdings" pitchFamily="2" charset="2"/>
                  </a:rPr>
                  <a:t> </a:t>
                </a:r>
                <a:r>
                  <a:rPr lang="de-CH" err="1">
                    <a:sym typeface="Wingdings" pitchFamily="2" charset="2"/>
                  </a:rPr>
                  <a:t>of</a:t>
                </a:r>
                <a:r>
                  <a:rPr lang="de-CH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𝐺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de-CH">
                    <a:sym typeface="Wingdings" pitchFamily="2" charset="2"/>
                  </a:rPr>
                  <a:t> </a:t>
                </a:r>
                <a:r>
                  <a:rPr lang="de-CH" err="1">
                    <a:sym typeface="Wingdings" pitchFamily="2" charset="2"/>
                  </a:rPr>
                  <a:t>is</a:t>
                </a:r>
                <a:r>
                  <a:rPr lang="de-CH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𝑑𝑒𝑡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lang="de-CH"/>
              </a:p>
              <a:p>
                <a:pPr>
                  <a:buFont typeface="Wingdings" pitchFamily="2" charset="2"/>
                  <a:buChar char="à"/>
                </a:pPr>
                <a:r>
                  <a:rPr lang="de-CH"/>
                  <a:t> </a:t>
                </a:r>
                <a:r>
                  <a:rPr lang="de-CH" err="1"/>
                  <a:t>to</a:t>
                </a:r>
                <a:r>
                  <a:rPr lang="de-CH"/>
                  <a:t> </a:t>
                </a:r>
                <a:r>
                  <a:rPr lang="de-CH" err="1"/>
                  <a:t>get</a:t>
                </a:r>
                <a:r>
                  <a:rPr lang="de-CH"/>
                  <a:t> </a:t>
                </a:r>
                <a:r>
                  <a:rPr lang="de-CH" err="1"/>
                  <a:t>the</a:t>
                </a:r>
                <a:r>
                  <a:rPr lang="de-CH"/>
                  <a:t> </a:t>
                </a:r>
                <a:r>
                  <a:rPr lang="de-CH" err="1"/>
                  <a:t>poles</a:t>
                </a:r>
                <a:r>
                  <a:rPr lang="de-CH"/>
                  <a:t> </a:t>
                </a:r>
                <a:r>
                  <a:rPr lang="de-CH" err="1"/>
                  <a:t>we</a:t>
                </a:r>
                <a:r>
                  <a:rPr lang="de-CH"/>
                  <a:t> </a:t>
                </a:r>
                <a:r>
                  <a:rPr lang="de-CH" err="1"/>
                  <a:t>solve</a:t>
                </a:r>
                <a:r>
                  <a:rPr lang="de-CH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𝑑𝑒𝑡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lang="de-CH"/>
                  <a:t> = 0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de-CH"/>
                  <a:t> </a:t>
                </a:r>
                <a:r>
                  <a:rPr lang="de-CH" err="1"/>
                  <a:t>this</a:t>
                </a:r>
                <a:r>
                  <a:rPr lang="de-CH"/>
                  <a:t> </a:t>
                </a:r>
                <a:r>
                  <a:rPr lang="de-CH" err="1"/>
                  <a:t>look</a:t>
                </a:r>
                <a:r>
                  <a:rPr lang="de-CH"/>
                  <a:t> like an EV </a:t>
                </a:r>
                <a:r>
                  <a:rPr lang="de-CH" err="1"/>
                  <a:t>problem</a:t>
                </a:r>
                <a:r>
                  <a:rPr lang="de-CH"/>
                  <a:t>? </a:t>
                </a:r>
                <a:r>
                  <a:rPr lang="de-CH" i="1"/>
                  <a:t>Poles = Eigenvalues </a:t>
                </a:r>
                <a:r>
                  <a:rPr lang="de-CH" i="1" err="1"/>
                  <a:t>of</a:t>
                </a:r>
                <a:r>
                  <a:rPr lang="de-CH" i="1"/>
                  <a:t> A!</a:t>
                </a:r>
              </a:p>
              <a:p>
                <a:pPr marL="0" indent="0">
                  <a:buNone/>
                </a:pPr>
                <a:endParaRPr lang="de-CH" i="1"/>
              </a:p>
              <a:p>
                <a:r>
                  <a:rPr lang="de-CH" i="1"/>
                  <a:t>Time </a:t>
                </a:r>
                <a:r>
                  <a:rPr lang="de-CH" i="1" err="1"/>
                  <a:t>response</a:t>
                </a:r>
                <a:r>
                  <a:rPr lang="de-CH"/>
                  <a:t>: </a:t>
                </a:r>
                <a:r>
                  <a:rPr lang="de-CH" err="1"/>
                  <a:t>solution</a:t>
                </a:r>
                <a:r>
                  <a:rPr lang="de-CH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/>
                  <a:t> </a:t>
                </a:r>
                <a:r>
                  <a:rPr lang="de-CH" err="1"/>
                  <a:t>describing</a:t>
                </a:r>
                <a:r>
                  <a:rPr lang="de-CH"/>
                  <a:t> </a:t>
                </a:r>
                <a:r>
                  <a:rPr lang="de-CH" err="1"/>
                  <a:t>how</a:t>
                </a:r>
                <a:r>
                  <a:rPr lang="de-CH"/>
                  <a:t> </a:t>
                </a:r>
                <a:r>
                  <a:rPr lang="de-CH" err="1"/>
                  <a:t>the</a:t>
                </a:r>
                <a:r>
                  <a:rPr lang="de-CH"/>
                  <a:t> </a:t>
                </a:r>
                <a:r>
                  <a:rPr lang="de-CH" err="1"/>
                  <a:t>state</a:t>
                </a:r>
                <a:r>
                  <a:rPr lang="de-CH"/>
                  <a:t> </a:t>
                </a:r>
                <a:r>
                  <a:rPr lang="de-CH" err="1"/>
                  <a:t>evolves</a:t>
                </a:r>
                <a:r>
                  <a:rPr lang="de-CH"/>
                  <a:t> </a:t>
                </a:r>
                <a:r>
                  <a:rPr lang="de-CH" err="1"/>
                  <a:t>over</a:t>
                </a:r>
                <a:r>
                  <a:rPr lang="de-CH"/>
                  <a:t>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i="1" dirty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de-CH"/>
              </a:p>
              <a:p>
                <a:r>
                  <a:rPr lang="de-CH"/>
                  <a:t>Poles </a:t>
                </a:r>
                <a:r>
                  <a:rPr lang="de-CH" err="1"/>
                  <a:t>are</a:t>
                </a:r>
                <a:r>
                  <a:rPr lang="de-CH"/>
                  <a:t> </a:t>
                </a:r>
                <a:r>
                  <a:rPr lang="de-CH" err="1"/>
                  <a:t>directly</a:t>
                </a:r>
                <a:r>
                  <a:rPr lang="de-CH"/>
                  <a:t> </a:t>
                </a:r>
                <a:r>
                  <a:rPr lang="de-CH" err="1"/>
                  <a:t>connected</a:t>
                </a:r>
                <a:r>
                  <a:rPr lang="de-CH"/>
                  <a:t> </a:t>
                </a:r>
                <a:r>
                  <a:rPr lang="de-CH" err="1"/>
                  <a:t>how</a:t>
                </a:r>
                <a:r>
                  <a:rPr lang="de-CH"/>
                  <a:t> a </a:t>
                </a:r>
                <a:r>
                  <a:rPr lang="de-CH" err="1"/>
                  <a:t>system</a:t>
                </a:r>
                <a:r>
                  <a:rPr lang="de-CH"/>
                  <a:t> </a:t>
                </a:r>
                <a:r>
                  <a:rPr lang="de-CH" err="1"/>
                  <a:t>behaves</a:t>
                </a:r>
                <a:r>
                  <a:rPr lang="de-CH"/>
                  <a:t>!</a:t>
                </a:r>
              </a:p>
              <a:p>
                <a:pPr>
                  <a:buFont typeface="Wingdings" pitchFamily="2" charset="2"/>
                  <a:buChar char="à"/>
                </a:pPr>
                <a:endParaRPr lang="de-CH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8BD5D8-5A63-D703-EE88-BC1AF370B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5427"/>
                <a:ext cx="8586470" cy="3263504"/>
              </a:xfrm>
              <a:blipFill>
                <a:blip r:embed="rId3"/>
                <a:stretch>
                  <a:fillRect l="-568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E93A53-80B8-B083-4970-B31B54C6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39E59A-F9E9-6C9A-6636-930CA9A9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DBE876A-1923-CB63-78A5-2DEEE7C24702}"/>
              </a:ext>
            </a:extLst>
          </p:cNvPr>
          <p:cNvGrpSpPr/>
          <p:nvPr/>
        </p:nvGrpSpPr>
        <p:grpSpPr>
          <a:xfrm>
            <a:off x="5694510" y="250590"/>
            <a:ext cx="3139779" cy="700906"/>
            <a:chOff x="3200400" y="4094956"/>
            <a:chExt cx="3139779" cy="700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2C48BA-80FA-087F-8455-4C6DC8C62587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3003002" cy="6690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800" i="0" noProof="0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800" noProof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2C48BA-80FA-087F-8455-4C6DC8C62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3003002" cy="6690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C1C10F7C-88D8-854D-3538-81B218A56A73}"/>
                </a:ext>
              </a:extLst>
            </p:cNvPr>
            <p:cNvSpPr/>
            <p:nvPr/>
          </p:nvSpPr>
          <p:spPr>
            <a:xfrm>
              <a:off x="3200400" y="4094956"/>
              <a:ext cx="3139779" cy="70090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062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Diagramm, Reihe, Schrift, Zeichnung enthält.&#10;&#10;KI-generierte Inhalte können fehlerhaft sein.">
            <a:extLst>
              <a:ext uri="{FF2B5EF4-FFF2-40B4-BE49-F238E27FC236}">
                <a16:creationId xmlns:a16="http://schemas.microsoft.com/office/drawing/2014/main" id="{E42BF7B4-7BB7-5D9F-AB97-1EB207AF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888" y="0"/>
            <a:ext cx="4164376" cy="17618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0E3B5F3-27B8-D30D-2833-02678B6C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Poles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0C2F9C-0EFA-DAC8-6805-7D5E5191D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61852"/>
                <a:ext cx="7886700" cy="35004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Can be complex </a:t>
                </a:r>
                <a:r>
                  <a:rPr lang="en-US" dirty="0">
                    <a:sym typeface="Wingdings" pitchFamily="2" charset="2"/>
                  </a:rPr>
                  <a:t> appear in conjugate pairs and have an oscillatory effect</a:t>
                </a:r>
              </a:p>
              <a:p>
                <a:r>
                  <a:rPr lang="en-US" dirty="0"/>
                  <a:t>Recall stability discussion from Week 4:</a:t>
                </a:r>
              </a:p>
              <a:p>
                <a:pPr marL="0" indent="0">
                  <a:buNone/>
                </a:pPr>
                <a:r>
                  <a:rPr lang="en-US" dirty="0"/>
                  <a:t>A linearized, diagonalized system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 is called</a:t>
                </a:r>
              </a:p>
              <a:p>
                <a:r>
                  <a:rPr lang="en-US" b="1" dirty="0"/>
                  <a:t>Lyapunov stable</a:t>
                </a:r>
                <a:r>
                  <a:rPr lang="en-US" dirty="0"/>
                  <a:t> if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Asymptotically</a:t>
                </a:r>
                <a:r>
                  <a:rPr lang="en-US" dirty="0"/>
                  <a:t> stable if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Unstable</a:t>
                </a:r>
                <a:r>
                  <a:rPr lang="en-US" dirty="0"/>
                  <a:t> if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linearized system with non-</a:t>
                </a:r>
                <a:r>
                  <a:rPr lang="en-US" dirty="0" err="1"/>
                  <a:t>diagonizable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matrix is called</a:t>
                </a:r>
              </a:p>
              <a:p>
                <a:r>
                  <a:rPr lang="en-US" b="1" dirty="0"/>
                  <a:t>Lyapunov stable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there are no repeated eigenvalues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0C2F9C-0EFA-DAC8-6805-7D5E5191D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61852"/>
                <a:ext cx="7886700" cy="3500437"/>
              </a:xfrm>
              <a:blipFill>
                <a:blip r:embed="rId3"/>
                <a:stretch>
                  <a:fillRect l="-618" t="-1568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451420-5D92-8270-E636-4E0B0AD3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BE751B-4553-BB08-1066-A3A42B77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271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8E188-CAB1-5880-AABA-9F898DDF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44" y="190560"/>
            <a:ext cx="7886700" cy="994172"/>
          </a:xfrm>
        </p:spPr>
        <p:txBody>
          <a:bodyPr/>
          <a:lstStyle/>
          <a:p>
            <a:r>
              <a:rPr lang="en-US" noProof="0"/>
              <a:t>Effects of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FAF975-574C-81FA-FD19-2860A69B90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724" y="973107"/>
                <a:ext cx="7886700" cy="3263504"/>
              </a:xfrm>
            </p:spPr>
            <p:txBody>
              <a:bodyPr>
                <a:normAutofit/>
              </a:bodyPr>
              <a:lstStyle/>
              <a:p>
                <a:r>
                  <a:rPr lang="en-US" sz="1600" noProof="0"/>
                  <a:t>The zeros of a TF are calculated by setting the </a:t>
                </a:r>
                <a:r>
                  <a:rPr lang="en-US" sz="1600" b="1" noProof="0"/>
                  <a:t>nominator</a:t>
                </a:r>
                <a:r>
                  <a:rPr lang="en-US" sz="1600" noProof="0"/>
                  <a:t> to zero</a:t>
                </a:r>
              </a:p>
              <a:p>
                <a:r>
                  <a:rPr lang="en-US" sz="1600"/>
                  <a:t>To look at the effects of zeros consider the Transfer Function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/>
                  <a:t> containing a zero:</a:t>
                </a:r>
              </a:p>
              <a:p>
                <a:pPr marL="0" indent="0">
                  <a:buNone/>
                </a:pPr>
                <a:r>
                  <a:rPr lang="en-US" sz="1600"/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6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FAF975-574C-81FA-FD19-2860A69B9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724" y="973107"/>
                <a:ext cx="7886700" cy="3263504"/>
              </a:xfrm>
              <a:blipFill>
                <a:blip r:embed="rId3"/>
                <a:stretch>
                  <a:fillRect l="-309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9450FC-D108-43EF-7C71-E1186886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9024" y="4767263"/>
            <a:ext cx="3086100" cy="273844"/>
          </a:xfrm>
        </p:spPr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B3D4D8-D4FB-B8FD-67F4-DBD129EA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8024" y="4767263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6292D3F-F027-BAA1-5F09-0BC1995DEBAF}"/>
                  </a:ext>
                </a:extLst>
              </p:cNvPr>
              <p:cNvSpPr txBox="1"/>
              <p:nvPr/>
            </p:nvSpPr>
            <p:spPr>
              <a:xfrm>
                <a:off x="332344" y="2133707"/>
                <a:ext cx="7675499" cy="2629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Let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Then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⟶</m:t>
                      </m:r>
                      <m:r>
                        <a:rPr lang="de-CH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𝑌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𝐺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𝑧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de-CH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acc>
                        <m:accPr>
                          <m:chr m:val="̂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𝑠</m:t>
                      </m:r>
                      <m:acc>
                        <m:accPr>
                          <m:chr m:val="̂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zeros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 derivative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term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to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output</a:t>
                </a:r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closer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zero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origin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stronger</a:t>
                </a:r>
                <a:r>
                  <a:rPr lang="de-CH" sz="1600" i="1" u="sng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its</a:t>
                </a:r>
                <a:r>
                  <a:rPr lang="de-CH" sz="1600" i="1" u="sng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effect</a:t>
                </a:r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this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means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we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usually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have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an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anticipatory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effect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but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we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will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discuss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two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cases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…</a:t>
                </a:r>
              </a:p>
              <a:p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6292D3F-F027-BAA1-5F09-0BC1995DE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44" y="2133707"/>
                <a:ext cx="7675499" cy="2629566"/>
              </a:xfrm>
              <a:prstGeom prst="rect">
                <a:avLst/>
              </a:prstGeom>
              <a:blipFill>
                <a:blip r:embed="rId4"/>
                <a:stretch>
                  <a:fillRect l="-496" t="-4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F748C47-EF25-C2BE-04A1-8F61693537B0}"/>
              </a:ext>
            </a:extLst>
          </p:cNvPr>
          <p:cNvGrpSpPr/>
          <p:nvPr/>
        </p:nvGrpSpPr>
        <p:grpSpPr>
          <a:xfrm>
            <a:off x="5316081" y="1819487"/>
            <a:ext cx="1880643" cy="387878"/>
            <a:chOff x="5670127" y="2791890"/>
            <a:chExt cx="1880643" cy="387878"/>
          </a:xfrm>
        </p:grpSpPr>
        <p:sp>
          <p:nvSpPr>
            <p:cNvPr id="13" name="Geschweifte Klammer links 12">
              <a:extLst>
                <a:ext uri="{FF2B5EF4-FFF2-40B4-BE49-F238E27FC236}">
                  <a16:creationId xmlns:a16="http://schemas.microsoft.com/office/drawing/2014/main" id="{DA629824-ED4F-BE44-FD9A-9827AF0CA237}"/>
                </a:ext>
              </a:extLst>
            </p:cNvPr>
            <p:cNvSpPr/>
            <p:nvPr/>
          </p:nvSpPr>
          <p:spPr>
            <a:xfrm rot="5400000">
              <a:off x="6453390" y="2877179"/>
              <a:ext cx="143875" cy="461303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1B84042-8315-68FC-80D0-7848A97B86C3}"/>
                </a:ext>
              </a:extLst>
            </p:cNvPr>
            <p:cNvSpPr txBox="1"/>
            <p:nvPr/>
          </p:nvSpPr>
          <p:spPr>
            <a:xfrm>
              <a:off x="5670127" y="2791890"/>
              <a:ext cx="1880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derivative in Laplace: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6298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46178-4CA8-2370-A8A5-1DCE4876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8206"/>
            <a:ext cx="7886700" cy="994172"/>
          </a:xfrm>
        </p:spPr>
        <p:txBody>
          <a:bodyPr/>
          <a:lstStyle/>
          <a:p>
            <a:r>
              <a:rPr lang="en-US"/>
              <a:t>Zeros as Derivative 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A15483-1C33-9A87-821D-6F81A8F3D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376569"/>
                <a:ext cx="7886700" cy="2074736"/>
              </a:xfrm>
            </p:spPr>
            <p:txBody>
              <a:bodyPr>
                <a:normAutofit/>
              </a:bodyPr>
              <a:lstStyle/>
              <a:p>
                <a:endParaRPr lang="de-CH" sz="1600" i="1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b="1" i="1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Minimum-Phase Zero</a:t>
                </a:r>
                <a:r>
                  <a:rPr lang="de-CH" sz="1600" b="1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</a:t>
                </a:r>
                <a:r>
                  <a:rPr lang="de-CH" sz="1600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𝑅𝑒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Wingdings" pitchFamily="2" charset="2"/>
                          </a:rPr>
                          <m:t>𝑧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an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anticipatory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effect</a:t>
                </a:r>
                <a:endParaRPr lang="de-CH" sz="160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b="1" i="1">
                    <a:solidFill>
                      <a:schemeClr val="accent4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Non-Minimum-Phase Zero: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𝑅𝑒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(</m:t>
                    </m:r>
                    <m:r>
                      <a:rPr lang="de-CH" sz="16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𝑧</m:t>
                    </m:r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)&gt;0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"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negeative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" derivative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action</a:t>
                </a:r>
                <a:endParaRPr lang="de-CH" sz="160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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zeros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affect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output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but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u="sng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can't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influence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stability</a:t>
                </a:r>
                <a:endParaRPr lang="de-CH" sz="160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A15483-1C33-9A87-821D-6F81A8F3D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376569"/>
                <a:ext cx="7886700" cy="2074736"/>
              </a:xfrm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BB979A-60D1-4A5B-E294-AB9EC50C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C66DC3-18A0-21C5-25C8-8FF79367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E0B63DD-42BD-7B1F-5B16-D2AF124033C1}"/>
              </a:ext>
            </a:extLst>
          </p:cNvPr>
          <p:cNvSpPr txBox="1"/>
          <p:nvPr/>
        </p:nvSpPr>
        <p:spPr>
          <a:xfrm>
            <a:off x="1214247" y="1853538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/>
              <a:t>Minimum Phase Zero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D94312-38B9-31CB-4E00-11EE34016B63}"/>
              </a:ext>
            </a:extLst>
          </p:cNvPr>
          <p:cNvSpPr txBox="1"/>
          <p:nvPr/>
        </p:nvSpPr>
        <p:spPr>
          <a:xfrm>
            <a:off x="5777262" y="1853538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/>
              <a:t>Non Minimum Phase Zero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EE9A4BA-DC9E-AC97-0FD7-794933B3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6" y="2326908"/>
            <a:ext cx="4027018" cy="122057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F059D69-32C5-6E34-9F9B-CA43492C7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59" y="2292039"/>
            <a:ext cx="4072682" cy="1220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6DE2B15-A726-6F94-1847-3E912C2EC9E6}"/>
                  </a:ext>
                </a:extLst>
              </p:cNvPr>
              <p:cNvSpPr txBox="1"/>
              <p:nvPr/>
            </p:nvSpPr>
            <p:spPr>
              <a:xfrm>
                <a:off x="2286000" y="1088923"/>
                <a:ext cx="4572000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CH" sz="160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6DE2B15-A726-6F94-1847-3E912C2EC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88923"/>
                <a:ext cx="4572000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7">
            <a:extLst>
              <a:ext uri="{FF2B5EF4-FFF2-40B4-BE49-F238E27FC236}">
                <a16:creationId xmlns:a16="http://schemas.microsoft.com/office/drawing/2014/main" id="{F2AAC199-F5D7-A135-0B55-C2D872232AFC}"/>
              </a:ext>
            </a:extLst>
          </p:cNvPr>
          <p:cNvSpPr/>
          <p:nvPr/>
        </p:nvSpPr>
        <p:spPr>
          <a:xfrm>
            <a:off x="3481149" y="1088923"/>
            <a:ext cx="2141984" cy="678008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6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87581-3427-0C10-FB80-1EB01EB7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8206"/>
            <a:ext cx="7886700" cy="994172"/>
          </a:xfrm>
        </p:spPr>
        <p:txBody>
          <a:bodyPr/>
          <a:lstStyle/>
          <a:p>
            <a:r>
              <a:rPr lang="en-US" dirty="0"/>
              <a:t>Pole-Zero Cancellation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F6305A-1F7C-AA5D-9C69-98518797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94" y="939998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would</a:t>
            </a:r>
            <a:r>
              <a:rPr lang="de-CH" sz="1600" dirty="0"/>
              <a:t> like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analyse</a:t>
            </a:r>
            <a:r>
              <a:rPr lang="de-CH" sz="1600" dirty="0"/>
              <a:t> </a:t>
            </a:r>
            <a:r>
              <a:rPr lang="de-CH" sz="1600" dirty="0" err="1"/>
              <a:t>what</a:t>
            </a:r>
            <a:r>
              <a:rPr lang="de-CH" sz="1600" dirty="0"/>
              <a:t> </a:t>
            </a:r>
            <a:r>
              <a:rPr lang="de-CH" sz="1600" dirty="0" err="1"/>
              <a:t>happens</a:t>
            </a:r>
            <a:r>
              <a:rPr lang="de-CH" sz="1600" dirty="0"/>
              <a:t> </a:t>
            </a:r>
            <a:r>
              <a:rPr lang="de-CH" sz="1600" dirty="0" err="1"/>
              <a:t>when</a:t>
            </a:r>
            <a:r>
              <a:rPr lang="de-CH" sz="1600" dirty="0"/>
              <a:t> a pole and a </a:t>
            </a:r>
            <a:r>
              <a:rPr lang="de-CH" sz="1600" dirty="0" err="1"/>
              <a:t>zero</a:t>
            </a:r>
            <a:r>
              <a:rPr lang="de-CH" sz="1600" dirty="0"/>
              <a:t> </a:t>
            </a:r>
            <a:r>
              <a:rPr lang="de-CH" sz="1600" dirty="0" err="1"/>
              <a:t>are</a:t>
            </a:r>
            <a:r>
              <a:rPr lang="de-CH" sz="1600" dirty="0"/>
              <a:t> </a:t>
            </a:r>
            <a:r>
              <a:rPr lang="de-CH" sz="1600" dirty="0" err="1"/>
              <a:t>close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each</a:t>
            </a:r>
            <a:r>
              <a:rPr lang="de-CH" sz="1600" dirty="0"/>
              <a:t> </a:t>
            </a:r>
            <a:r>
              <a:rPr lang="de-CH" sz="1600" dirty="0" err="1"/>
              <a:t>other</a:t>
            </a:r>
            <a:r>
              <a:rPr lang="de-CH" sz="1600" dirty="0"/>
              <a:t>, and </a:t>
            </a:r>
            <a:r>
              <a:rPr lang="de-CH" sz="1600" dirty="0" err="1"/>
              <a:t>or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would</a:t>
            </a:r>
            <a:r>
              <a:rPr lang="de-CH" sz="1600" dirty="0"/>
              <a:t> </a:t>
            </a:r>
            <a:r>
              <a:rPr lang="de-CH" sz="1600" dirty="0" err="1"/>
              <a:t>cancel</a:t>
            </a:r>
            <a:r>
              <a:rPr lang="de-CH" sz="1600" dirty="0"/>
              <a:t> </a:t>
            </a:r>
            <a:r>
              <a:rPr lang="de-CH" sz="1600" dirty="0" err="1"/>
              <a:t>them</a:t>
            </a:r>
            <a:r>
              <a:rPr lang="de-CH" sz="1600" dirty="0"/>
              <a:t> in </a:t>
            </a:r>
            <a:r>
              <a:rPr lang="de-CH" sz="1600" dirty="0" err="1"/>
              <a:t>the</a:t>
            </a:r>
            <a:r>
              <a:rPr lang="de-CH" sz="1600" dirty="0"/>
              <a:t> TF. </a:t>
            </a:r>
            <a:r>
              <a:rPr lang="de-CH" sz="1600" dirty="0" err="1"/>
              <a:t>Consider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following</a:t>
            </a:r>
            <a:r>
              <a:rPr lang="de-CH" sz="1600" dirty="0"/>
              <a:t> TF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sz="1600" dirty="0" err="1"/>
              <a:t>Remember</a:t>
            </a:r>
            <a:r>
              <a:rPr lang="de-CH" sz="1600" dirty="0"/>
              <a:t>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looking</a:t>
            </a:r>
            <a:r>
              <a:rPr lang="de-CH" sz="1600" dirty="0"/>
              <a:t> at </a:t>
            </a:r>
            <a:r>
              <a:rPr lang="de-CH" sz="1600" dirty="0" err="1"/>
              <a:t>the</a:t>
            </a:r>
            <a:r>
              <a:rPr lang="de-CH" sz="1600" dirty="0"/>
              <a:t> partial </a:t>
            </a:r>
            <a:r>
              <a:rPr lang="de-CH" sz="1600" dirty="0" err="1"/>
              <a:t>fraction</a:t>
            </a:r>
            <a:r>
              <a:rPr lang="de-CH" sz="1600" dirty="0"/>
              <a:t> </a:t>
            </a:r>
            <a:r>
              <a:rPr lang="de-CH" sz="1600" dirty="0" err="1"/>
              <a:t>expansion</a:t>
            </a:r>
            <a:r>
              <a:rPr lang="de-CH" sz="1600" dirty="0"/>
              <a:t>,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actually</a:t>
            </a:r>
            <a:r>
              <a:rPr lang="de-CH" sz="1600" dirty="0"/>
              <a:t> </a:t>
            </a:r>
            <a:r>
              <a:rPr lang="de-CH" sz="1600" dirty="0" err="1"/>
              <a:t>see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</a:t>
            </a:r>
            <a:r>
              <a:rPr lang="de-CH" sz="1600" dirty="0" err="1"/>
              <a:t>much</a:t>
            </a:r>
            <a:r>
              <a:rPr lang="de-CH" sz="1600" dirty="0"/>
              <a:t> a pole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present</a:t>
            </a:r>
            <a:r>
              <a:rPr lang="de-CH" sz="1600" dirty="0"/>
              <a:t> in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response</a:t>
            </a:r>
            <a:r>
              <a:rPr lang="de-CH" sz="1600" dirty="0"/>
              <a:t>. So </a:t>
            </a:r>
            <a:r>
              <a:rPr lang="de-CH" sz="1600" dirty="0" err="1"/>
              <a:t>let’s</a:t>
            </a:r>
            <a:r>
              <a:rPr lang="de-CH" sz="1600" dirty="0"/>
              <a:t> </a:t>
            </a:r>
            <a:r>
              <a:rPr lang="de-CH" sz="1600" dirty="0" err="1"/>
              <a:t>compute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residues</a:t>
            </a:r>
            <a:r>
              <a:rPr lang="de-CH" sz="1600" dirty="0"/>
              <a:t>: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B577E5-01AC-D92E-8917-6CE319C4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E6898F-D6B4-5602-060F-48E06CC3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D5096D7-7572-348A-7504-9623DC8A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91" y="1855790"/>
            <a:ext cx="2870828" cy="55064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4418359-366E-EB79-4CC3-B6EF4909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040" y="1431913"/>
            <a:ext cx="1323844" cy="116552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AD55A72-0E3A-72F6-375A-633250CF6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94" y="3228806"/>
            <a:ext cx="3589634" cy="1438000"/>
          </a:xfrm>
          <a:prstGeom prst="rect">
            <a:avLst/>
          </a:prstGeom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A0FB5E4-87C0-0DFF-9F02-3BF9EE1EC332}"/>
              </a:ext>
            </a:extLst>
          </p:cNvPr>
          <p:cNvCxnSpPr>
            <a:stCxn id="16" idx="3"/>
          </p:cNvCxnSpPr>
          <p:nvPr/>
        </p:nvCxnSpPr>
        <p:spPr>
          <a:xfrm>
            <a:off x="4280428" y="3947806"/>
            <a:ext cx="9840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A6F8B05-DF80-1F25-38B4-07172F433B17}"/>
              </a:ext>
            </a:extLst>
          </p:cNvPr>
          <p:cNvGrpSpPr/>
          <p:nvPr/>
        </p:nvGrpSpPr>
        <p:grpSpPr>
          <a:xfrm>
            <a:off x="5430619" y="3586579"/>
            <a:ext cx="3589633" cy="780003"/>
            <a:chOff x="5430619" y="3586579"/>
            <a:chExt cx="3589633" cy="780003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1A9832B-3649-6152-0694-16D76F193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30620" y="3662658"/>
              <a:ext cx="3530271" cy="641301"/>
            </a:xfrm>
            <a:prstGeom prst="rect">
              <a:avLst/>
            </a:prstGeom>
          </p:spPr>
        </p:pic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B6D353BE-A259-4DDC-01EE-2BC0CB86EBEE}"/>
                </a:ext>
              </a:extLst>
            </p:cNvPr>
            <p:cNvSpPr/>
            <p:nvPr/>
          </p:nvSpPr>
          <p:spPr>
            <a:xfrm>
              <a:off x="5430619" y="3586579"/>
              <a:ext cx="3589633" cy="78000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982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7715A-8F88-50F6-2383-80E196D4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Pole-Zero Cancellation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5F29B2-0055-43A8-C412-22080C9CC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99029"/>
            <a:ext cx="7886700" cy="3263504"/>
          </a:xfrm>
        </p:spPr>
        <p:txBody>
          <a:bodyPr/>
          <a:lstStyle/>
          <a:p>
            <a:r>
              <a:rPr lang="en-US" dirty="0"/>
              <a:t>Remember that we chose the zero being arbitrarily close to the pole. We can see now that when </a:t>
            </a:r>
            <a:r>
              <a:rPr lang="en-US" b="1" dirty="0"/>
              <a:t>we move the zero closer to the pole</a:t>
            </a:r>
            <a:r>
              <a:rPr lang="en-US" dirty="0"/>
              <a:t>, the residue of this pole, </a:t>
            </a:r>
            <a:r>
              <a:rPr lang="en-US" b="1" dirty="0"/>
              <a:t>it’s effect on the response, gets smaller</a:t>
            </a:r>
            <a:r>
              <a:rPr lang="en-US" dirty="0"/>
              <a:t>, until it gets 0 eventually. </a:t>
            </a:r>
          </a:p>
          <a:p>
            <a:pPr marL="0" indent="0">
              <a:buNone/>
            </a:pPr>
            <a:endParaRPr lang="en-US" dirty="0"/>
          </a:p>
          <a:p>
            <a:r>
              <a:rPr lang="de-CH" dirty="0"/>
              <a:t>This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fine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long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do not </a:t>
            </a:r>
            <a:r>
              <a:rPr lang="de-CH" dirty="0" err="1"/>
              <a:t>cancel</a:t>
            </a:r>
            <a:r>
              <a:rPr lang="de-CH" dirty="0"/>
              <a:t> </a:t>
            </a:r>
            <a:r>
              <a:rPr lang="de-CH" dirty="0" err="1"/>
              <a:t>any</a:t>
            </a:r>
            <a:r>
              <a:rPr lang="de-CH" dirty="0"/>
              <a:t> </a:t>
            </a:r>
            <a:r>
              <a:rPr lang="de-CH" dirty="0" err="1"/>
              <a:t>unstable</a:t>
            </a:r>
            <a:r>
              <a:rPr lang="de-CH" dirty="0"/>
              <a:t> </a:t>
            </a:r>
            <a:r>
              <a:rPr lang="de-CH" dirty="0" err="1"/>
              <a:t>poles</a:t>
            </a:r>
            <a:r>
              <a:rPr lang="de-CH" dirty="0"/>
              <a:t>.</a:t>
            </a:r>
            <a:endParaRPr lang="de-CH"/>
          </a:p>
          <a:p>
            <a:r>
              <a:rPr lang="de-CH" b="1" dirty="0"/>
              <a:t>DO NOT CANCEL UNSTABLE POLES! </a:t>
            </a:r>
            <a:r>
              <a:rPr lang="de-CH" dirty="0"/>
              <a:t>(System </a:t>
            </a:r>
            <a:r>
              <a:rPr lang="de-CH" dirty="0" err="1"/>
              <a:t>blows</a:t>
            </a:r>
            <a:r>
              <a:rPr lang="de-CH" dirty="0"/>
              <a:t> </a:t>
            </a:r>
            <a:r>
              <a:rPr lang="de-CH" dirty="0" err="1"/>
              <a:t>up</a:t>
            </a:r>
            <a:r>
              <a:rPr lang="de-CH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8B6C10-0BD4-D990-FE56-95FB659B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330BBD-08C3-9355-7508-AAE2486D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7F2C298-8D4D-E75B-A902-48F47D4D59BA}"/>
              </a:ext>
            </a:extLst>
          </p:cNvPr>
          <p:cNvGrpSpPr/>
          <p:nvPr/>
        </p:nvGrpSpPr>
        <p:grpSpPr>
          <a:xfrm>
            <a:off x="2777183" y="1387601"/>
            <a:ext cx="3589633" cy="780003"/>
            <a:chOff x="5430619" y="3586579"/>
            <a:chExt cx="3589633" cy="780003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A7DE2C48-856F-B886-46BF-FA473805A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0620" y="3662658"/>
              <a:ext cx="3530271" cy="641301"/>
            </a:xfrm>
            <a:prstGeom prst="rect">
              <a:avLst/>
            </a:prstGeom>
          </p:spPr>
        </p:pic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DA7FF7B9-5E95-6C5B-D204-EFECA57542B7}"/>
                </a:ext>
              </a:extLst>
            </p:cNvPr>
            <p:cNvSpPr/>
            <p:nvPr/>
          </p:nvSpPr>
          <p:spPr>
            <a:xfrm>
              <a:off x="5430619" y="3586579"/>
              <a:ext cx="3589633" cy="78000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0" name="Grafik 9" descr="Ein Bild, das Berg, Vulkan, Wärme, Feuer enthält.&#10;&#10;KI-generierte Inhalte können fehlerhaft sein.">
            <a:extLst>
              <a:ext uri="{FF2B5EF4-FFF2-40B4-BE49-F238E27FC236}">
                <a16:creationId xmlns:a16="http://schemas.microsoft.com/office/drawing/2014/main" id="{A45D2ADA-A23A-5D94-B601-5256C4DC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555" y="3625162"/>
            <a:ext cx="2030402" cy="11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58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C1016-B956-3E3F-5B88-37CC9159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Initial &amp; Final Value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A1B810-20FB-B51F-96CF-94074AF8A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886700" cy="474449"/>
              </a:xfrm>
            </p:spPr>
            <p:txBody>
              <a:bodyPr/>
              <a:lstStyle/>
              <a:p>
                <a:r>
                  <a:rPr lang="en-US" noProof="0"/>
                  <a:t>We can use the following trick to compute the initial/final value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/>
              </a:p>
              <a:p>
                <a:endParaRPr lang="en-US" noProof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A1B810-20FB-B51F-96CF-94074AF8A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886700" cy="474449"/>
              </a:xfrm>
              <a:blipFill>
                <a:blip r:embed="rId2"/>
                <a:stretch>
                  <a:fillRect l="-464" t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948B1A-79F3-6C09-17C5-7690CD7C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D9EA44-DBCA-4D19-EA49-AABE7C9D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0ECB50B-9734-0E39-4EC2-08C867C6F10C}"/>
              </a:ext>
            </a:extLst>
          </p:cNvPr>
          <p:cNvGrpSpPr/>
          <p:nvPr/>
        </p:nvGrpSpPr>
        <p:grpSpPr>
          <a:xfrm>
            <a:off x="471600" y="1895706"/>
            <a:ext cx="8200800" cy="666782"/>
            <a:chOff x="471600" y="1836234"/>
            <a:chExt cx="8200800" cy="666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0450FD3-54C9-B22B-AC6B-70D8346B6111}"/>
                    </a:ext>
                  </a:extLst>
                </p:cNvPr>
                <p:cNvSpPr txBox="1"/>
                <p:nvPr/>
              </p:nvSpPr>
              <p:spPr>
                <a:xfrm>
                  <a:off x="471600" y="1843668"/>
                  <a:ext cx="4021875" cy="659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Initial Value Theorem: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600" b="1" i="1" noProof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0450FD3-54C9-B22B-AC6B-70D8346B6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0" y="1843668"/>
                  <a:ext cx="4021875" cy="659348"/>
                </a:xfrm>
                <a:prstGeom prst="rect">
                  <a:avLst/>
                </a:prstGeom>
                <a:blipFill>
                  <a:blip r:embed="rId3"/>
                  <a:stretch>
                    <a:fillRect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E6DD0C7-3BFA-4B83-2A41-4F1DFA6AB907}"/>
                    </a:ext>
                  </a:extLst>
                </p:cNvPr>
                <p:cNvSpPr txBox="1"/>
                <p:nvPr/>
              </p:nvSpPr>
              <p:spPr>
                <a:xfrm>
                  <a:off x="4650525" y="1836234"/>
                  <a:ext cx="4021875" cy="659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Final Value Theorem: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0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b="0" i="0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0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b="0" i="0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600" b="1" i="1" noProof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E6DD0C7-3BFA-4B83-2A41-4F1DFA6AB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525" y="1836234"/>
                  <a:ext cx="4021875" cy="659348"/>
                </a:xfrm>
                <a:prstGeom prst="rect">
                  <a:avLst/>
                </a:prstGeom>
                <a:blipFill>
                  <a:blip r:embed="rId4"/>
                  <a:stretch>
                    <a:fillRect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83B8BD1-6CBB-F4AB-7711-18789AB98124}"/>
                  </a:ext>
                </a:extLst>
              </p:cNvPr>
              <p:cNvSpPr txBox="1"/>
              <p:nvPr/>
            </p:nvSpPr>
            <p:spPr>
              <a:xfrm>
                <a:off x="628650" y="3078668"/>
                <a:ext cx="5532925" cy="676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/>
                  <a:t>We can apply this to derivatives: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̇"/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func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1600" noProof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83B8BD1-6CBB-F4AB-7711-18789AB98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78668"/>
                <a:ext cx="5532925" cy="676980"/>
              </a:xfrm>
              <a:prstGeom prst="rect">
                <a:avLst/>
              </a:prstGeom>
              <a:blipFill>
                <a:blip r:embed="rId5"/>
                <a:stretch>
                  <a:fillRect l="-551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556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D6E1972-A42C-D26F-9208-74B0EEC6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0" y="519771"/>
            <a:ext cx="3745987" cy="2847896"/>
          </a:xfrm>
          <a:prstGeom prst="rect">
            <a:avLst/>
          </a:prstGeom>
        </p:spPr>
      </p:pic>
      <p:pic>
        <p:nvPicPr>
          <p:cNvPr id="11" name="Grafik 10" descr="Ein Bild, das Diagramm, Text, Reihe enthält.&#10;&#10;KI-generierte Inhalte können fehlerhaft sein.">
            <a:extLst>
              <a:ext uri="{FF2B5EF4-FFF2-40B4-BE49-F238E27FC236}">
                <a16:creationId xmlns:a16="http://schemas.microsoft.com/office/drawing/2014/main" id="{3E7E8C25-9DFC-F8C3-D691-B40DB23A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79" y="644401"/>
            <a:ext cx="3973158" cy="4314495"/>
          </a:xfrm>
          <a:prstGeom prst="rect">
            <a:avLst/>
          </a:prstGeom>
        </p:spPr>
      </p:pic>
      <p:pic>
        <p:nvPicPr>
          <p:cNvPr id="9" name="Grafik 8" descr="Ein Bild, das Text, Quittung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3E7D3915-96EA-D5C9-F993-F35DADCD3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7" y="3293327"/>
            <a:ext cx="4140712" cy="155966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C15134-EA94-553A-1905-2C306D15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60C5D-E8E1-C5FB-200E-3E26A5B3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34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991B457-1537-E7C8-291E-4958B8704018}"/>
              </a:ext>
            </a:extLst>
          </p:cNvPr>
          <p:cNvSpPr txBox="1"/>
          <p:nvPr/>
        </p:nvSpPr>
        <p:spPr>
          <a:xfrm>
            <a:off x="7457320" y="15327"/>
            <a:ext cx="1686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x: pole / o: zero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C99FD-CC82-D841-2E07-534F68F9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66" y="-143271"/>
            <a:ext cx="7886700" cy="994172"/>
          </a:xfrm>
        </p:spPr>
        <p:txBody>
          <a:bodyPr/>
          <a:lstStyle/>
          <a:p>
            <a:r>
              <a:rPr lang="en-US" noProof="0"/>
              <a:t>Old Exam Question</a:t>
            </a:r>
          </a:p>
        </p:txBody>
      </p:sp>
    </p:spTree>
    <p:extLst>
      <p:ext uri="{BB962C8B-B14F-4D97-AF65-F5344CB8AC3E}">
        <p14:creationId xmlns:p14="http://schemas.microsoft.com/office/powerpoint/2010/main" val="1179184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909D-3941-78E3-BC6C-9A23EAAD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6C599B4-7E5D-2AF0-5F99-15597DBD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0" y="519771"/>
            <a:ext cx="3745987" cy="2847896"/>
          </a:xfrm>
          <a:prstGeom prst="rect">
            <a:avLst/>
          </a:prstGeom>
        </p:spPr>
      </p:pic>
      <p:pic>
        <p:nvPicPr>
          <p:cNvPr id="11" name="Grafik 10" descr="Ein Bild, das Diagramm, Text, Reihe enthält.&#10;&#10;KI-generierte Inhalte können fehlerhaft sein.">
            <a:extLst>
              <a:ext uri="{FF2B5EF4-FFF2-40B4-BE49-F238E27FC236}">
                <a16:creationId xmlns:a16="http://schemas.microsoft.com/office/drawing/2014/main" id="{503CD161-4D90-C1B4-90C5-FC3415B0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79" y="644401"/>
            <a:ext cx="3973158" cy="4314495"/>
          </a:xfrm>
          <a:prstGeom prst="rect">
            <a:avLst/>
          </a:prstGeom>
        </p:spPr>
      </p:pic>
      <p:pic>
        <p:nvPicPr>
          <p:cNvPr id="9" name="Grafik 8" descr="Ein Bild, das Text, Quittung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1C3B96EE-6934-51F1-8790-5397B116E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7" y="3293327"/>
            <a:ext cx="4140712" cy="155966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5B9491-6D6C-509F-132D-5199F7F5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8D9C62-73DC-3A36-1325-D8128070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EEBDD2F-5F2C-0999-5897-CA4E32F5875F}"/>
              </a:ext>
            </a:extLst>
          </p:cNvPr>
          <p:cNvSpPr txBox="1"/>
          <p:nvPr/>
        </p:nvSpPr>
        <p:spPr>
          <a:xfrm>
            <a:off x="7457320" y="15327"/>
            <a:ext cx="1686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x: pole / o: zero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B9EF6-C6B1-0133-73B9-EB3CBF4A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66" y="-143271"/>
            <a:ext cx="7886700" cy="994172"/>
          </a:xfrm>
        </p:spPr>
        <p:txBody>
          <a:bodyPr/>
          <a:lstStyle/>
          <a:p>
            <a:r>
              <a:rPr lang="en-US" noProof="0"/>
              <a:t>Old Exam Question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16B2A64-5ED1-C3F9-CEAC-B30506946A6E}"/>
              </a:ext>
            </a:extLst>
          </p:cNvPr>
          <p:cNvSpPr txBox="1"/>
          <p:nvPr/>
        </p:nvSpPr>
        <p:spPr>
          <a:xfrm>
            <a:off x="3237438" y="387640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CB4DB-9CB6-FF5B-A3EB-F3FB43843840}"/>
              </a:ext>
            </a:extLst>
          </p:cNvPr>
          <p:cNvSpPr txBox="1"/>
          <p:nvPr/>
        </p:nvSpPr>
        <p:spPr>
          <a:xfrm>
            <a:off x="2133208" y="408901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EFC1E87-8E65-CCC6-0FC7-89F2C257C551}"/>
              </a:ext>
            </a:extLst>
          </p:cNvPr>
          <p:cNvSpPr txBox="1"/>
          <p:nvPr/>
        </p:nvSpPr>
        <p:spPr>
          <a:xfrm>
            <a:off x="2543297" y="43159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5DBD52E-ACA7-588C-87AC-BEBD00BB6769}"/>
              </a:ext>
            </a:extLst>
          </p:cNvPr>
          <p:cNvSpPr txBox="1"/>
          <p:nvPr/>
        </p:nvSpPr>
        <p:spPr>
          <a:xfrm>
            <a:off x="2886924" y="453382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34630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686BD-3580-DA3F-5093-541A8AC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9954"/>
            <a:ext cx="7886700" cy="994172"/>
          </a:xfrm>
        </p:spPr>
        <p:txBody>
          <a:bodyPr/>
          <a:lstStyle/>
          <a:p>
            <a:r>
              <a:rPr lang="en-US" noProof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3D69F-2246-C01F-4340-98A2F81D0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2993"/>
            <a:ext cx="8087179" cy="4138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Today we learnt:</a:t>
            </a:r>
          </a:p>
          <a:p>
            <a:r>
              <a:rPr lang="en-US" noProof="0" dirty="0"/>
              <a:t>Different representation of </a:t>
            </a:r>
            <a:r>
              <a:rPr lang="en-US" dirty="0"/>
              <a:t>transfer functions: partial fraction expansion, Root-Locus Form, Bode Form</a:t>
            </a:r>
          </a:p>
          <a:p>
            <a:r>
              <a:rPr lang="en-US" noProof="0" dirty="0"/>
              <a:t>How to compute the </a:t>
            </a:r>
            <a:r>
              <a:rPr lang="en-US" dirty="0"/>
              <a:t>transfer function graphically</a:t>
            </a:r>
          </a:p>
          <a:p>
            <a:r>
              <a:rPr lang="en-US" dirty="0"/>
              <a:t>How poles correspond to exponentials in the time response and determine the system behavior (stability, oscillation, decay rate)</a:t>
            </a:r>
          </a:p>
          <a:p>
            <a:r>
              <a:rPr lang="de-CH" dirty="0"/>
              <a:t>Zeros </a:t>
            </a:r>
            <a:r>
              <a:rPr lang="de-CH" dirty="0" err="1"/>
              <a:t>act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derivative </a:t>
            </a:r>
            <a:r>
              <a:rPr lang="de-CH" dirty="0" err="1"/>
              <a:t>terms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response</a:t>
            </a:r>
            <a:r>
              <a:rPr lang="de-CH" dirty="0"/>
              <a:t>: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modify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output</a:t>
            </a:r>
            <a:r>
              <a:rPr lang="de-CH" dirty="0"/>
              <a:t> </a:t>
            </a:r>
            <a:r>
              <a:rPr lang="de-CH" dirty="0" err="1"/>
              <a:t>dynamics</a:t>
            </a:r>
            <a:r>
              <a:rPr lang="de-CH" dirty="0"/>
              <a:t> </a:t>
            </a:r>
            <a:r>
              <a:rPr lang="de-CH" dirty="0" err="1"/>
              <a:t>without</a:t>
            </a:r>
            <a:r>
              <a:rPr lang="de-CH" dirty="0"/>
              <a:t> </a:t>
            </a:r>
            <a:r>
              <a:rPr lang="de-CH" dirty="0" err="1"/>
              <a:t>changing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stability</a:t>
            </a:r>
            <a:endParaRPr lang="de-CH" dirty="0"/>
          </a:p>
          <a:p>
            <a:r>
              <a:rPr lang="de-CH" dirty="0"/>
              <a:t>Min-phase → </a:t>
            </a:r>
            <a:r>
              <a:rPr lang="de-CH" dirty="0" err="1"/>
              <a:t>anticipatory</a:t>
            </a:r>
            <a:r>
              <a:rPr lang="de-CH" dirty="0"/>
              <a:t> | Non-min-phase → inverse </a:t>
            </a:r>
            <a:r>
              <a:rPr lang="de-CH" dirty="0" err="1"/>
              <a:t>response</a:t>
            </a:r>
            <a:endParaRPr lang="de-CH" dirty="0"/>
          </a:p>
          <a:p>
            <a:r>
              <a:rPr lang="de-CH" dirty="0"/>
              <a:t>Pole-zero </a:t>
            </a:r>
            <a:r>
              <a:rPr lang="de-CH" dirty="0" err="1"/>
              <a:t>cancellation</a:t>
            </a:r>
            <a:r>
              <a:rPr lang="de-CH" dirty="0"/>
              <a:t> </a:t>
            </a:r>
            <a:r>
              <a:rPr lang="de-CH" dirty="0" err="1"/>
              <a:t>reduces</a:t>
            </a:r>
            <a:r>
              <a:rPr lang="de-CH" dirty="0"/>
              <a:t> a </a:t>
            </a:r>
            <a:r>
              <a:rPr lang="de-CH" dirty="0" err="1"/>
              <a:t>pole’s</a:t>
            </a:r>
            <a:r>
              <a:rPr lang="de-CH" dirty="0"/>
              <a:t> </a:t>
            </a:r>
            <a:r>
              <a:rPr lang="de-CH" dirty="0" err="1"/>
              <a:t>effect</a:t>
            </a:r>
            <a:r>
              <a:rPr lang="de-CH" dirty="0"/>
              <a:t>, but </a:t>
            </a:r>
            <a:r>
              <a:rPr lang="de-CH" dirty="0" err="1"/>
              <a:t>canceling</a:t>
            </a:r>
            <a:r>
              <a:rPr lang="de-CH" dirty="0"/>
              <a:t> </a:t>
            </a:r>
            <a:r>
              <a:rPr lang="de-CH" dirty="0" err="1"/>
              <a:t>unstable</a:t>
            </a:r>
            <a:r>
              <a:rPr lang="de-CH" dirty="0"/>
              <a:t> </a:t>
            </a:r>
            <a:r>
              <a:rPr lang="de-CH" dirty="0" err="1"/>
              <a:t>poles</a:t>
            </a:r>
            <a:r>
              <a:rPr lang="de-CH" dirty="0"/>
              <a:t> </a:t>
            </a:r>
            <a:r>
              <a:rPr lang="de-CH" dirty="0" err="1"/>
              <a:t>makes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blow</a:t>
            </a:r>
            <a:r>
              <a:rPr lang="de-CH" dirty="0"/>
              <a:t> </a:t>
            </a:r>
            <a:r>
              <a:rPr lang="de-CH" dirty="0" err="1"/>
              <a:t>up</a:t>
            </a:r>
            <a:endParaRPr lang="de-CH" dirty="0"/>
          </a:p>
          <a:p>
            <a:r>
              <a:rPr lang="de-CH" dirty="0"/>
              <a:t>Theorems </a:t>
            </a:r>
            <a:r>
              <a:rPr lang="de-CH" dirty="0" err="1"/>
              <a:t>to</a:t>
            </a:r>
            <a:r>
              <a:rPr lang="de-CH" dirty="0"/>
              <a:t> find a </a:t>
            </a:r>
            <a:r>
              <a:rPr lang="de-CH" dirty="0" err="1"/>
              <a:t>signal’s</a:t>
            </a:r>
            <a:r>
              <a:rPr lang="de-CH" dirty="0"/>
              <a:t> </a:t>
            </a:r>
            <a:r>
              <a:rPr lang="de-CH" dirty="0" err="1"/>
              <a:t>start</a:t>
            </a:r>
            <a:r>
              <a:rPr lang="de-CH" dirty="0"/>
              <a:t> and </a:t>
            </a:r>
            <a:r>
              <a:rPr lang="de-CH" dirty="0" err="1"/>
              <a:t>steady-state</a:t>
            </a:r>
            <a:r>
              <a:rPr lang="de-CH" dirty="0"/>
              <a:t> </a:t>
            </a:r>
            <a:r>
              <a:rPr lang="de-CH" dirty="0" err="1"/>
              <a:t>value</a:t>
            </a:r>
            <a:r>
              <a:rPr lang="de-CH" dirty="0"/>
              <a:t> </a:t>
            </a:r>
            <a:r>
              <a:rPr lang="de-CH" dirty="0" err="1"/>
              <a:t>directly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its</a:t>
            </a:r>
            <a:r>
              <a:rPr lang="de-CH" dirty="0"/>
              <a:t> Laplace form.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en-US" dirty="0"/>
          </a:p>
          <a:p>
            <a:endParaRPr lang="en-US" dirty="0"/>
          </a:p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A2DB56-64DE-70FE-12A6-311AA208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412C0-E04B-8EFA-1050-5FEF8D2B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36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447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Tips for Problem Set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9390411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𝟏</m:t>
                              </m:r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2000" b="1" i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𝟒</m:t>
                              </m:r>
                            </m:oMath>
                          </a14:m>
                          <a:endParaRPr lang="en-US" sz="2000" b="1" i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de-CH" sz="1800" b="1" i="1" noProof="0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de-CH" sz="1800" b="1" i="1" noProof="0" dirty="0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800" b="1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9390411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2" t="-101220" r="-201392" b="-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1220" r="-100926" b="-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/>
              <p:nvPr/>
            </p:nvSpPr>
            <p:spPr>
              <a:xfrm>
                <a:off x="628650" y="2284333"/>
                <a:ext cx="7796892" cy="2309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1: Use the definitions of poles &amp; zeros, look at the example we did together, look up the cover-up method in the slides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2: Focus on the zeros, look at the problem from the slides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3: think about out pole-zero cancellation in 3b)</a:t>
                </a:r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4: 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look at the discriminant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−4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𝑎𝑐</m:t>
                    </m:r>
                    <m:r>
                      <a:rPr lang="de-CH" sz="1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check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if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complex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or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not</m:t>
                    </m:r>
                  </m:oMath>
                </a14:m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5: look at the example we did for the sinusoidal input</a:t>
                </a:r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6: similar to Nr.5, apply the formula for sinusoidal inputs from the slides</a:t>
                </a:r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284333"/>
                <a:ext cx="7796892" cy="2309287"/>
              </a:xfrm>
              <a:prstGeom prst="rect">
                <a:avLst/>
              </a:prstGeom>
              <a:blipFill>
                <a:blip r:embed="rId3"/>
                <a:stretch>
                  <a:fillRect l="-488" t="-1648" b="-32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/>
              <a:t>Too fast? Too slow? Less theory, more exercises?</a:t>
            </a:r>
          </a:p>
          <a:p>
            <a:r>
              <a:rPr lang="en-US" noProof="0"/>
              <a:t>I would appreciate your feedback. Please let me know.</a:t>
            </a:r>
          </a:p>
          <a:p>
            <a:r>
              <a:rPr lang="en-US" noProof="0">
                <a:hlinkClick r:id="rId2"/>
              </a:rPr>
              <a:t>https://docs.google.com/forms/d/e/1FAIpQLSdHl0kjWo63aNzDkAV0cnmQadCAj5L0D7v7aSh0BK7BBdEgpA/viewform?usp=header</a:t>
            </a:r>
            <a:endParaRPr lang="en-US" noProof="0"/>
          </a:p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2802</Words>
  <Application>Microsoft Macintosh PowerPoint</Application>
  <PresentationFormat>Bildschirmpräsentation (16:9)</PresentationFormat>
  <Paragraphs>442</Paragraphs>
  <Slides>39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9" baseType="lpstr">
      <vt:lpstr>Segoe UI Black</vt:lpstr>
      <vt:lpstr>Calibri</vt:lpstr>
      <vt:lpstr>Segoe UI Semibold</vt:lpstr>
      <vt:lpstr>Cambria Math</vt:lpstr>
      <vt:lpstr>Quattrocento Sans</vt:lpstr>
      <vt:lpstr>Wingdings</vt:lpstr>
      <vt:lpstr>Segoe UI</vt:lpstr>
      <vt:lpstr>Segoe UI Light</vt:lpstr>
      <vt:lpstr>Arial</vt:lpstr>
      <vt:lpstr>Office</vt:lpstr>
      <vt:lpstr>CS1 Week 6</vt:lpstr>
      <vt:lpstr>Attention</vt:lpstr>
      <vt:lpstr>Recap Last week</vt:lpstr>
      <vt:lpstr>Motivation</vt:lpstr>
      <vt:lpstr>Time Response</vt:lpstr>
      <vt:lpstr>Transfer Function</vt:lpstr>
      <vt:lpstr>s-Domain</vt:lpstr>
      <vt:lpstr>Quiz 1</vt:lpstr>
      <vt:lpstr>Quiz 1</vt:lpstr>
      <vt:lpstr>Controllable Canonical Form</vt:lpstr>
      <vt:lpstr>Quiz 2</vt:lpstr>
      <vt:lpstr>Quiz 2</vt:lpstr>
      <vt:lpstr>Course Schedule</vt:lpstr>
      <vt:lpstr>Today</vt:lpstr>
      <vt:lpstr>1. Different TF Notations</vt:lpstr>
      <vt:lpstr>Partial Fraction Expansion</vt:lpstr>
      <vt:lpstr>Root-Locus- &amp; Bode-Form</vt:lpstr>
      <vt:lpstr>Example</vt:lpstr>
      <vt:lpstr>2. System Response</vt:lpstr>
      <vt:lpstr>Recap Complex Numbers</vt:lpstr>
      <vt:lpstr>Sinusoidal Response</vt:lpstr>
      <vt:lpstr>Graphical Approach</vt:lpstr>
      <vt:lpstr>Quiz </vt:lpstr>
      <vt:lpstr>Quiz </vt:lpstr>
      <vt:lpstr>Impulse Response</vt:lpstr>
      <vt:lpstr>3. Poles &amp; Zeros</vt:lpstr>
      <vt:lpstr>Effects of Poles</vt:lpstr>
      <vt:lpstr>Effects of Poles</vt:lpstr>
      <vt:lpstr>Effects of Zeros</vt:lpstr>
      <vt:lpstr>Zeros as Derivative Actions</vt:lpstr>
      <vt:lpstr>Pole-Zero Cancellation</vt:lpstr>
      <vt:lpstr>Pole-Zero Cancellation</vt:lpstr>
      <vt:lpstr>Initial &amp; Final Value Theorem</vt:lpstr>
      <vt:lpstr>Old Exam Question</vt:lpstr>
      <vt:lpstr>Old Exam Question</vt:lpstr>
      <vt:lpstr>Summary</vt:lpstr>
      <vt:lpstr>Tips for Problem Set 5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3</cp:revision>
  <dcterms:created xsi:type="dcterms:W3CDTF">2025-10-18T14:01:04Z</dcterms:created>
  <dcterms:modified xsi:type="dcterms:W3CDTF">2025-10-25T06:32:23Z</dcterms:modified>
</cp:coreProperties>
</file>