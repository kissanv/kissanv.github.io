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34"/>
  </p:notesMasterIdLst>
  <p:handoutMasterIdLst>
    <p:handoutMasterId r:id="rId35"/>
  </p:handoutMasterIdLst>
  <p:sldIdLst>
    <p:sldId id="256" r:id="rId2"/>
    <p:sldId id="1052" r:id="rId3"/>
    <p:sldId id="1189" r:id="rId4"/>
    <p:sldId id="1268" r:id="rId5"/>
    <p:sldId id="1271" r:id="rId6"/>
    <p:sldId id="1270" r:id="rId7"/>
    <p:sldId id="1070" r:id="rId8"/>
    <p:sldId id="257" r:id="rId9"/>
    <p:sldId id="1097" r:id="rId10"/>
    <p:sldId id="1273" r:id="rId11"/>
    <p:sldId id="1276" r:id="rId12"/>
    <p:sldId id="1275" r:id="rId13"/>
    <p:sldId id="1279" r:id="rId14"/>
    <p:sldId id="1255" r:id="rId15"/>
    <p:sldId id="1277" r:id="rId16"/>
    <p:sldId id="1274" r:id="rId17"/>
    <p:sldId id="1280" r:id="rId18"/>
    <p:sldId id="1281" r:id="rId19"/>
    <p:sldId id="1282" r:id="rId20"/>
    <p:sldId id="1283" r:id="rId21"/>
    <p:sldId id="1284" r:id="rId22"/>
    <p:sldId id="1289" r:id="rId23"/>
    <p:sldId id="1285" r:id="rId24"/>
    <p:sldId id="1286" r:id="rId25"/>
    <p:sldId id="1287" r:id="rId26"/>
    <p:sldId id="1288" r:id="rId27"/>
    <p:sldId id="1256" r:id="rId28"/>
    <p:sldId id="1278" r:id="rId29"/>
    <p:sldId id="1291" r:id="rId30"/>
    <p:sldId id="1171" r:id="rId31"/>
    <p:sldId id="1118" r:id="rId32"/>
    <p:sldId id="1067" r:id="rId3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6"/>
    </p:embeddedFont>
    <p:embeddedFont>
      <p:font typeface="Quattrocento Sans" panose="020B0502050000020003" pitchFamily="34" charset="0"/>
      <p:regular r:id="rId37"/>
      <p:bold r:id="rId38"/>
      <p:italic r:id="rId39"/>
      <p:boldItalic r:id="rId40"/>
    </p:embeddedFont>
    <p:embeddedFont>
      <p:font typeface="Segoe UI" panose="020B0502040204020203" pitchFamily="34" charset="0"/>
      <p:regular r:id="rId41"/>
      <p:bold r:id="rId42"/>
      <p:italic r:id="rId43"/>
      <p:boldItalic r:id="rId44"/>
    </p:embeddedFont>
    <p:embeddedFont>
      <p:font typeface="Segoe UI Black" panose="020B0A02040204020203" pitchFamily="34" charset="0"/>
      <p:bold r:id="rId45"/>
      <p:italic r:id="rId46"/>
      <p:boldItalic r:id="rId47"/>
    </p:embeddedFont>
    <p:embeddedFont>
      <p:font typeface="Segoe UI Light" panose="020B0502040204020203" pitchFamily="34" charset="0"/>
      <p:regular r:id="rId48"/>
      <p:italic r:id="rId49"/>
    </p:embeddedFont>
    <p:embeddedFont>
      <p:font typeface="Segoe UI Semibold" panose="020B0702040204020203" pitchFamily="34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tandardabschnitt" id="{C6295B93-5FFC-9442-A817-245B0E7A1F78}">
          <p14:sldIdLst>
            <p14:sldId id="256"/>
            <p14:sldId id="1052"/>
            <p14:sldId id="1189"/>
            <p14:sldId id="1268"/>
            <p14:sldId id="1271"/>
            <p14:sldId id="1270"/>
            <p14:sldId id="1070"/>
            <p14:sldId id="257"/>
          </p14:sldIdLst>
        </p14:section>
        <p14:section name="Frequency Response Plots" id="{1FBDD870-616A-2043-9AB2-93A2A117B0C5}">
          <p14:sldIdLst>
            <p14:sldId id="1097"/>
            <p14:sldId id="1273"/>
            <p14:sldId id="1276"/>
            <p14:sldId id="1275"/>
            <p14:sldId id="1279"/>
          </p14:sldIdLst>
        </p14:section>
        <p14:section name="System Response" id="{99F6F273-773A-6046-92C4-2E3701EFB2E9}">
          <p14:sldIdLst>
            <p14:sldId id="1255"/>
            <p14:sldId id="1277"/>
            <p14:sldId id="1274"/>
            <p14:sldId id="1280"/>
            <p14:sldId id="1281"/>
            <p14:sldId id="1282"/>
            <p14:sldId id="1283"/>
            <p14:sldId id="1284"/>
            <p14:sldId id="1289"/>
            <p14:sldId id="1285"/>
            <p14:sldId id="1286"/>
            <p14:sldId id="1287"/>
            <p14:sldId id="1288"/>
          </p14:sldIdLst>
        </p14:section>
        <p14:section name="PID-Control" id="{AB066B52-7B3D-FD40-BEC1-580AB52DEF13}">
          <p14:sldIdLst>
            <p14:sldId id="1256"/>
            <p14:sldId id="1278"/>
            <p14:sldId id="1291"/>
          </p14:sldIdLst>
        </p14:section>
        <p14:section name="Summary &amp; Problem Sets" id="{BCE4D2BE-C8A5-E54A-85DF-74588FB6A961}">
          <p14:sldIdLst>
            <p14:sldId id="1171"/>
          </p14:sldIdLst>
        </p14:section>
        <p14:section name="Ende" id="{FDF356B0-7B14-AF44-83A9-6B143533D1BA}">
          <p14:sldIdLst>
            <p14:sldId id="1118"/>
            <p14:sldId id="10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8F55"/>
    <a:srgbClr val="E7E7E8"/>
    <a:srgbClr val="0708F5"/>
    <a:srgbClr val="CCCCCC"/>
    <a:srgbClr val="E99460"/>
    <a:srgbClr val="FE7606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90"/>
  </p:normalViewPr>
  <p:slideViewPr>
    <p:cSldViewPr snapToGrid="0">
      <p:cViewPr varScale="1">
        <p:scale>
          <a:sx n="130" d="100"/>
          <a:sy n="130" d="100"/>
        </p:scale>
        <p:origin x="184" y="1072"/>
      </p:cViewPr>
      <p:guideLst>
        <p:guide orient="horz" pos="1620"/>
        <p:guide pos="2880"/>
      </p:guideLst>
    </p:cSldViewPr>
  </p:slideViewPr>
  <p:notesTextViewPr>
    <p:cViewPr>
      <p:scale>
        <a:sx n="60" d="100"/>
        <a:sy n="6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6AB46D-7F9A-1F62-1FF7-AC60624C6E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83487-D0BB-A389-B60D-19960FD2D2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98D86-3ADD-8640-A1CB-F3A8CF3A402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38B08-6768-38E3-58F8-47B150F727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F451-074A-21A5-21F5-9B26F232EA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363B5-5A7D-854B-843E-EB2CC41E3B6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37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16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24575,'4'-41'0,"-1"13"0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42.3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187 39 7967,'0'-7'231,"0"3"462,0 0-470,0-1 0,0-1 615,-3 2-335,2-1-246,-2 4 1,1-2-1,-3 3 283,0 0-261,-5 3 173,0 0-229,-3 10 1,1-3 250,-1 9 1,-3-3-196,3 6-56,-3 1 230,3 0-230,0 2 1,3-2-1,1-1-226,3 3 86,-1-5-1,4 2-524,0-2 310,3-4 171,3 0-935,0-3 489,4-3 191,2-1 147,-2-3-288,5-2 182,-2-1-35,0-3 6,5 0-55,-7-3-1,7-1 6,-5-2 131,3-1 169,-3-2-179,2-1-32,-2 0 27,0-2-225,-1 2 228,-3-3-273,-2 3 287,2-2-9,-6 2 13,3 0 57,-3 1-74,-3 0-52,3 2 7,-6-3 151,0 4-150,-2 2 27,-4 1-46,5 3 197,-5-2 46,2 1-185,-3-2-25,3 3 39,-2 3 42,5 0-445,-2 1 216,2 2 1,1-6 166,2 6-786,2-2 931,2-1 0,34-3 0,8-3 0</inkml:trace>
  <inkml:trace contextRef="#ctx0" brushRef="#br0" timeOffset="357">424 64 7967,'-6'-3'0,"2"0"867,-2 0-267,3 2-215,-4-2-1,1 3 398,0 3-279,-4 1-140,0 5 56,-2 1 398,-1 3-298,0 3-147,3 0 417,-2 3-282,2 3-87,0-2-16,1 5 0,2-5-180,4 2-1,0-3-190,3-2 56,3-1 134,0-4 1,4-2-497,2 0 248,1-4 1,6-2 303,-3-2-888,3-2 390,-1-2 66,-1-2-611,4-2 329,-4-4 233,5 0-520,-6-2 327,3-1 98,-3 0 0,-1 0-78,-2 0-36,0-2 149,-4 1 97,1-2-146,-4 3 126,0 4-171,-3-4-134,-3 3-42,0-2 154,-4 2 0,-2 0-160,-1 4 157,-3 0-55,0 2-286,0-2 250,1 6 0,-1-3 472,0 6 0,-11 12 0,-3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45.3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84 65 8011,'0'-5'0,"-1"2"0,-1 0 581,1-2-177,-2 1 0,3 1 163,0-3-57,0 2-283,3 1 1,1-3 280,5 3-280,-2-1 56,2-2 2,0 6-58,-1-6-1,4 5 1,-5-2-253,2 3 310,-2 0-57,2 0-1,-5 0-155,5 0 0,-9 3 156,6 4-371,-5 0 109,2 5 1,-6-2 151,-1 3-113,-2 2-80,-3-1 246,-1 4-392,-6-1 158,2 5-68,-1-5 213,-1 7-200,2-7 12,-1 3 104,-1 1 44,5-7-171,-4 5-1,8-6 107,-2-1-171,3 1-17,2-3 204,1 2-22,3-5-695,0 0 300,3-1 190,1-3-401,2 4 266,3-4 74,-2 0 0,6 0-1204,-1-2 1499,2 1 0,33-16 0,5-4 0</inkml:trace>
  <inkml:trace contextRef="#ctx0" brushRef="#br0" timeOffset="367">359 65 8011,'-6'0'756,"0"0"-292,-4 0-1,3 0-235,-2 0 587,2 2-293,1 2-91,0 5 407,-1 1-306,1 3-152,-1 3 287,1 0-220,0 6 57,2 1-276,-2 0 271,6 2-271,-3-8 0,3 4-1,3-7-318,-3 1 131,9-2 0,-5-3 187,8-3-738,-2-4 369,3-3 241,0 0-438,0 0 248,0-3 3,-1-1 0,1-2-436,3-4 168,-3 0 173,6-5-392,-6-2 249,3-2 0,-6 0 122,2 2-261,-5-1 181,5 2-49,-7-4 184,0 1-180,-5 3 162,0 0-70,0 0-220,-5 3 248,-2-3 16,-3 6-70,-5 1 59,4 2-80,-5 4 74,4-3-243,-4 5 0,2 1 214,-1 4 239,2 2 0,-9 12 0,-1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43.6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96 45 7985,'7'-6'-294,"-1"-1"294,0 1-209,1 0 174,-1-1 0,-2 4 1482,-1-3-610,-3 5-306,0-2 779,0 3-1085,-3 0 1,-4 3-281,0 1 56,-2 2 224,0 3-212,-1-2 0,0 3 212,-2-1 1,5-2-236,-6 2-72,6 1 273,-2-3-241,3 2 0,-1-3 81,1 1 130,-1-1-298,4 1 0,0-4 192,3 3 34,0-2-216,0-1 18,3 0 137,0 0-166,7-2 161,0 1 19,2-2-42,1 0-248,3 0-4,0 0 265,1 0-38,1 0-685,-4 0 314,4 0 127,-4 0-511,4-2 287,-4 1 187,2-2 2,-4 3-1031,1 0 583,0 0 752,-3-3 0,-6-12 0,-5-6 0</inkml:trace>
  <inkml:trace contextRef="#ctx0" brushRef="#br0" timeOffset="233">192 26 7985,'-6'3'-455,"0"0"190,-1 0 0,1-2 1021,2 5-326,-1-3-162,4 4 25,-5-1 523,5 3-295,-1 1-148,-1 3-193,2 3 45,-2 0 57,3 3-57,0 1-649,0-1 302,0 0 151,0 0 0,0 1-1175,0-4 605,3 3 267,1-3-1152,2 0 604,0-3 822,4-1 0,11-10 0,6 0 0</inkml:trace>
  <inkml:trace contextRef="#ctx0" brushRef="#br0" timeOffset="602">411 45 7983,'-7'-3'0,"4"3"592,-3-3-184,2 3 0,-2 0-127,-1 0 438,-2 0-247,2 3-1,-2 0 194,0 4-163,1 2-57,-1 4-220,3 0 233,-1 6 1,1-3-234,-1 3 56,1 1 231,2 2-144,2-2 0,2 2-340,0-6 0,2 3 253,2-9-56,2 5-690,1-8 345,2 0 172,1-4-692,3-3 376,0 0 183,0 0-13,-1-3-395,4-4 190,-2 0 151,1-5-46,-2 2-23,0-5-13,0 1 0,0-4-140,-3 4 0,-1-2 175,-3 1 71,1 1 46,-4-4-54,0 4-5,-3 1-42,-3 1 8,-3 2 37,-1-3-10,-5 0-220,2 3 212,-3 1 6,0 6-49,0-3-228,0 5-10,1-2 267,-1 3-361,0 3 169,3 1 358,-2 2 0,5 15 0,-3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46.9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193 91 7868,'0'-4'453,"0"-2"-317,0 6 33,0-6 637,0 3-296,0-4-149,0 1 71,0-1 0,0 1-165,0-1 138,0 1-192,0 0 1,0-1-1,-3 1 170,-1 2 53,1-1-222,-6 4-1,5-2-107,-8 3 111,2 0 1,-3 6 21,0 1 38,-2 8-56,-2 2 0,1 5 207,-3 1 2,6 2-153,0 1-316,1 0 263,8-1 1,-5-2-1,8-1-218,-2-2 54,6-4 165,4 0 0,0-4-871,8-4 373,-4-3 211,7-5 63,-2 0-664,4 0 271,-1-5 211,0-3-580,0-4 351,4-4 54,-4 0-247,4-4 187,-7 1 0,0 0 160,-4 0-178,-2-1 151,0 4 76,-4-3-48,-2 6 38,-1-3 1,-3 3-1,-3 3-55,-4 1 55,0 0 1,-5 5-1,5-5 35,-5 8-35,2-2-54,-3 3-88,0 0 142,3 0 217,-2 0 0,-12 12 0,-7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49.5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13 199 8007,'-4'2'346,"0"1"-267,3-1 1,-2-2 1184,3 0-786,0 3-252,3-3 251,0 3 1,3-3-194,4 0-360,0 0 151,3 0 1,2 0 151,-1 0-1265,1 0 617,1 0 261,1 0-1593,2-3 872,0 3 881,0-3 0,6 0 0,2-1 0</inkml:trace>
  <inkml:trace contextRef="#ctx0" brushRef="#br0" timeOffset="367">424 13 8007,'-4'0'-124,"-1"0"0,0 0-125,0 0 463,-2 0-1,1 0-161,2 0-1,-1 0 118,1 3-99,-2 1 0,-1-1 0,4 3 68,-3-2-54,2 5-17,-2-2 171,2 2 0,-1-2-155,4-1 0,-2 0 268,3 1-255,0-1 1,0 4 125,3-6-113,1 4 11,2-4 42,3 0-285,1 1 271,3-4-27,0 2 19,0-3-396,2 0 181,-1 0-23,4 0 129,-1 0-672,-1-3 290,0 2 184,0-4-1145,-3 1 622,6-2 690,-6-1 0,6-8 0,-3-2 0</inkml:trace>
  <inkml:trace contextRef="#ctx0" brushRef="#br0" timeOffset="609">552 1 7973,'-6'0'0,"2"2"0,-1-1 420,1 2 55,-2-3-251,2 3 0,-2-3 239,3 6 0,-4-2-239,4-1 56,-3 6-16,3-5-40,-1 8 0,-2-2 0,6 6-274,-6-3 56,5 6 218,-2-3 0,3 4-358,0-1 179,0-3-1488,0 0 789,3 0 270,1-3 221,5 3 163,-2-3 0,25-9 0,3-2 0</inkml:trace>
  <inkml:trace contextRef="#ctx0" brushRef="#br0" timeOffset="968">751 26 7955,'-9'0'770,"2"0"-547,-3 3-1,4-2 46,0 4-46,-1-1 56,1 2-56,-3 4 334,1 0-168,-1 2 1,6 4-167,-3-2 650,5 4-353,-5-1-148,6 2 69,-3-3 1,6 0-219,0-3-213,4-3-11,-1 2 0,3-5 225,1-1-486,3 0 243,0-5 56,3 2 186,-3-6-474,6-1 128,-6-2 141,3-3-115,0-1-677,-3-3 268,3-3 252,-3 3-185,0-6 185,-3 5 21,-1-1 371,0-1-263,-5 3 25,5-3-41,-8 3 514,1 3-219,-2-2-18,-5 5-160,0-5 33,-7 5-2,2 0-34,-2 1 93,-1 6-260,0-3 72,-3 3 119,6 0-279,-5 0 0,5 0 240,-3 3-1157,0 0 527,0 1 281,3 2 392,1-3 0,14 6 0,3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48.0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33 174 7924,'-9'3'640,"1"-2"368,0 3-423,4-2-183,1 1 53,3-3 1,0 0-183,3 3-54,0-3 135,6 3-135,1-3 0,3 0 0,3 0-347,-3 0 148,6 0-1,-6 0-1019,6 0 569,-5 0 285,4 0 177,-4-3-2151,4 3 2120,-4-3 0,7 3 0,-1 0 0</inkml:trace>
  <inkml:trace contextRef="#ctx0" brushRef="#br0" timeOffset="401">328 7 7925,'-4'-3'1848,"1"3"-815,3-3-407,3 3-221,1 0 55,5 0-241,-2 0 1,5 0-457,-5 3 221,6-3 0,-3 3 271,0 0-550,2-2 218,-5 4 0,2-4-64,-5 5-1,1-3 277,-4 4-144,2 2-14,-3-2-52,0 5 117,0-2 76,-6 3-81,2 3-12,-8 0 4,5 1 171,-5 1 0,2-4-130,-3 4-8,3-4 198,-2 4-195,5-4 24,0 1-330,1-2 154,3 0 15,-1 0 145,1-3-1169,3 2 522,3-5 279,1 2-622,5-2 393,1-4 136,3 3 388,0-5 0,17-13 0,4-5 0</inkml:trace>
  <inkml:trace contextRef="#ctx0" brushRef="#br0" timeOffset="751">597 52 7925,'-6'0'0,"-3"0"0,1 0 638,-1 0-210,3 0 0,-1 0 688,1 0-477,0 3-209,-1 0-1,1 4 350,-1 2-280,4 1-85,-3 3-55,2 3 159,1-3-149,0 6 0,3-6 90,0 6 55,0-6-295,3 3 1,0-3-272,4-3 1,2-1 270,-2-3-511,5 1 228,-2-4 142,0 0 0,2-3-577,-2-3 258,3 0 225,0-4-75,0-2-292,-3 2 134,2-5 0,-5 2-42,2-3 253,-2 0-115,2-2 100,-5 1-249,2-2 230,-3 4-28,-2-1-160,1 3 22,-2-2 149,-2 2-5,-2-3-367,-5 3 165,2 1-63,-5 2 235,4-2-618,-4 5 282,2-5 96,-3 8-663,3-1 349,-2 2 257,2 0 0,0 0-261,1 2 682,0 5 0,5 14 0,-2 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54.6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20 225 7880,'-3'7'868,"2"-4"-721,-5 3 998,6-5-489,-6 2-216,5-1 3,-2-1-193,3 2-24,3-3 56,1 0-56,2 0 157,1 0-156,-1-3-1,0 0 0,4-4-207,-3 1-55,5-4 262,-2 3 0,0-5-490,2 2 235,-2-5 51,3 1-633,0-5 367,0 3 65,-1-3-386,1 2 253,0-1 162,0 2-142,0-1 285,-3 1-96,-4 6 45,0 1-80,-6 6 264,3 0-20,-3 3 349,0 0-206,0 3-108,-3 0 321,3 4-181,-6 2 0,2-2-114,-2 5-186,3-2 159,-3 3-19,5 0 64,-5 2-1054,3-1 465,-1 2 233,1-4-39,3 1-1443,0 0 733,0 0 415,0-3 505,0 2 0,23-13 0,6-1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00.6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238 103 7957,'-7'-3'0,"-2"-1"0,5-2 1036,-8 2-406,11-1-205,-8 1 11,6-2-213,-1 2 54,-2-2-54,3 6-54,-4-3 53,1 3 1,-3 0-1,2 0-225,-5 3-53,2 0 267,-3 7 1,3-1-267,-2 4-1,5 0 283,-6 3-250,6-3-1,-2 3 79,5-3-350,2 0 181,2 0 24,0-3 146,0 2-655,0-5 294,5-1 167,0-3-63,4-3 0,0 0-88,1 0 269,3-3-165,0 0-153,0-7 149,-3 3 63,2-5-24,-2 5 28,0-5-54,-1 5 42,-3-3 296,-2 7-30,2-3-209,-6 3 434,6-1-189,-5 1 0,2 3-154,-3 0 178,-3 3 43,-1 1-243,1 5 64,-3-2 101,2 5 68,-2-2-187,2 3 238,-1 0 1,4 0-143,-2 2-69,3-1 38,-3 2 8,3-4 2,-3 1-217,3 0 192,-3 0 1,2 0 0,-5-1-183,6 1-24,-6 0 192,2 0-31,-2-3-220,-3-1 205,2-2 30,-3-1-131,1 0 107,2-2-41,-5-1 34,5-3-263,-5 0 231,4 0 14,-1 0-456,0-3 213,2-1-1,-2-5 181,5 2-890,-2-5 436,3 2 155,-1 0 1,1-2-645,3 2 342,0-3 212,0 0 443,3 0 0,21-17 0,7-4 0</inkml:trace>
  <inkml:trace contextRef="#ctx0" brushRef="#br0" timeOffset="442">276 128 7957,'-6'0'404,"-1"0"-181,1 3 55,-1-2-44,1 5-12,0-3 0,-1 4 249,1 2 0,-1 4-194,-2 0-54,2 6 221,-2-3 1,2 3-223,1 4 217,2-4-161,-1 1-56,4-2 1,-2-4-334,3 1 167,3-2 0,0-3 221,4 0-753,-1-7 311,1 0 179,-1-3 13,3 0-367,1 0 191,0 0 114,2-6-522,-2 2 289,3-8 36,-3 2 0,2-3-66,-2 0 17,0-2 98,2 1 59,-4-2-2,1 1 22,-6 1-47,3-2 252,-2 1-195,-1 1-5,0-1 25,-3 5 30,0-3-54,-3 6 12,-3-5-95,-1 5 95,-5-2 2,4 5-18,-4-1 104,2 4-77,-2-2-7,-1 3-163,0 0 0,0 0 124,3 3 30,-2-2-301,5 4 1,-2-1 241,5-1 26,1 3-663,3-2 787,0-1 0,23-6 0,5-4 0</inkml:trace>
  <inkml:trace contextRef="#ctx0" brushRef="#br0" timeOffset="782">385 58 7957,'-6'0'0,"-1"0"0,4 0 681,-3 3-257,2-3 0,-2 6 398,0-2-299,2 2-151,-2 3 56,6-2 50,-6 6-256,5-3 1,-2 2-171,3-2 0,0 2 226,0-4-56,0 4-187,3-5 0,1-1 188,2-3-1,1-3-419,2 0 103,-2 0 144,2 0-703,1-3 376,-3-3 104,2-1-437,0-5 262,-2 2 171,3 0-128,-4-2-20,0 2 216,1-3 15,-4 0-68,3 0 285,-5 3-241,2-2 17,-3 2-34,0 0 213,-3 1-186,-1 0 7,-2 1 211,-3 2 0,1 3-141,-4 3-163,2 0 162,-2 0-23,2 0 42,-3 3-414,6 1 178,-2 2-16,3 0 175,-1-2 90,4 2 0,11 0 0,6 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58.9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84 225 8026,'-4'0'181,"2"0"2578,2 0-2539,2 0 0,2 0 55,2 0-283,1 0-1,-1 0 229,1-3-427,-1 2 193,3-4 47,-2 1 150,3-2-489,-4-1 222,0 1 0,1 0 128,-1-1-183,1 1 11,-1-4-1,-2 3 62,-1-2-320,-3 0 138,0 2-4,0-3-62,0 1-1,-3 2 176,-1-2-13,-2 2 36,-1 1-1,1 2-27,-3-1 278,2 4-10,-6-2-219,6 0 5,-5 3 593,5-3-252,-5 6-148,5 0 67,-2 1 129,2 1-95,4 2 2,-3 0 216,5 2-176,-5 0 121,6-1-222,-3 4 21,3-2 61,0 0-87,0 2-194,0-5 22,3 5 167,0-5 9,7 5-221,-3-5-26,5 5 157,-5-4 43,5 1-224,-5-3 1,5 1 166,-5-1-196,6 0 167,-6-2 31,2 2-253,-3-3 234,-2 1-27,-1 2 21,0-3-94,-3 4 83,3-1-18,-3 0 14,-3 1-252,0-1 4,-4 3 209,1-1-175,-3 1-16,-1-3 186,0 1-36,-2-1-145,2 1 148,-3-4 11,0 3-50,3-5 41,-2 1-60,2-2 51,0 0 252,-2 0-250,5 0-8,0-2 6,2-2 146,4-2 16,-5-1-111,5-2-26,-1 2 157,2-5 0,2 4-96,-1-4-32,8 2 18,-5-2-12,5 2-145,0-3 146,-1 6 7,4-2-5,-2 0-616,3 2 289,-1-3 118,1 4-89,-3 0-610,2-1 928,-2 1 0,17 8 0,4 2 0</inkml:trace>
  <inkml:trace contextRef="#ctx0" brushRef="#br0" timeOffset="400">347 180 7957,'-6'0'0,"-1"0"0,1 0 659,-4 0-218,3 0 0,-2 0-218,3 3 537,-1 1-214,1 2-54,-1 3-270,1 1 344,0 3-172,-1 0 0,4 3-116,0 0-182,0 3 126,2-2 1,-2 1-166,3-4 1,3 1 220,4-2-650,0-3 297,2-1 149,0-2-1,1-4-758,3 0 431,0-3 64,3-3 1,-3 0-280,3-4 233,-3-2 15,-1-1-10,1-3-124,0 0 1,-3-2 182,2 1-180,-5-4 207,3 1-13,-4 1-96,0-3 117,-2 6-14,-1-6 11,-3 6 14,0-3-56,-3 3 18,-3 0 15,-2 1-40,-4 2 37,2-2-6,-3 4-34,1 2 304,-1 0-257,0 6 14,0-3-99,0 3 98,1 3-39,2 0 5,-3 4 0,7 0 0,0 1 166,3 0 0,16 3 0,5-1 0</inkml:trace>
  <inkml:trace contextRef="#ctx0" brushRef="#br0" timeOffset="733">571 58 7957,'-6'0'0,"0"0"0,-1 0 867,1 0-322,-1 0-161,1 0 353,0 3-284,-4 1-1,3 5-230,-2 1 300,2 3-150,1 2 55,2-1-204,2 4 229,2-4-230,0-1 1,2-1-1,2-5-102,2 0-55,4-2 157,0-4-377,3 2 189,-1-6 0,1-1-479,0-5 285,0 2 163,0-5-128,-1 2-410,1-3 240,-3 0 88,0 3-5,-1-5-180,-2 7 174,-1-7-106,-3 5 256,-3 1-275,0-4 248,0 3-110,0 0-182,-3-2 217,0 5 38,-6 1-325,1 0 38,-4 5 250,5-1 11,-5 2-730,2 0 340,-3 2 76,0 2 472,1 2 0,-13 18 0,-2 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04.2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116 187 7958,'0'-7'18,"0"3"0,0 0 334,0-1-130,0-1 1,0 2 171,0-1-1,0 1-170,-3 1 55,2-3 110,-5 2-166,6 1 1,-6 0 134,2 3-135,-2 0 56,0 0 132,-1 0 1,1 3-189,-3 3 0,1 1 215,-1 5 55,0 1-270,2 1 1,-3 4 164,4-1-164,2-1-1,-1 3-147,4-3-56,-2 3 203,3 1-700,0-4 338,0 0 178,3-4-21,1 1-923,2-3 448,3 0 272,-2-7 25,6 0-423,-3-3 194,2 0 176,1 0-54,-3-3-101,2-3 55,-2-4 1,0-3-36,2 0 173,-2-3-78,0 3 64,0-3 155,-4 0-151,-2 3-9,1-3 277,-4 3-245,5 1 18,-6-1-13,3 0 1,-6 0-36,3 3 49,-6-2-8,2 2 8,-2 0-7,0 1 4,-1 2-41,-2 1 259,2 0 1,-2 2-199,-1 1 271,3 3-251,-2 0-45,0 0 52,1 3-8,-1-2 24,3 4-18,-1-1-263,1 2-26,2 1 305,2-1 86,2 1 0,11 5 0,3 1 0</inkml:trace>
  <inkml:trace contextRef="#ctx0" brushRef="#br0" timeOffset="359">276 14 7958,'-4'2'0,"-1"-1"0,1 2 0,-2 0 880,-1-3-329,4 6-164,-3-2 363,3 2-208,-1 1-55,-2 2-131,6 1-133,-3 3-1,3-1 0,0-2-168,0 3-55,0-3 223,0 0 0,3-1-225,0-3-1,4-2 282,-1-1-284,0-1-246,4-1 135,0-1 140,0-1-842,2-7 460,-2 4 108,0-8-321,2 4 223,-5-4 155,2 2-148,-2-3 47,-1 3-45,0-2 230,-2 2-89,-1 0-3,-3 1 4,0 0-56,0 2 318,0-2-212,-3 5-14,-1 1 11,-2 0-140,0 3-22,-4-3 166,3 3 147,-2 3 0,-15 9 0,-3 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07.1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13 379 7952,'-6'3'659,"2"-3"-252,2 3-29,2-3-139,0 0-231,2 0 119,2 0 31,5-3-32,4 3-327,1-6 143,1 5 0,1-4 144,0 1-1139,1-2 516,1 2 537,-1-2 0,13 0 0,4-4 0</inkml:trace>
  <inkml:trace contextRef="#ctx0" brushRef="#br0" timeOffset="384">283 430 7952,'0'7'41,"-3"-1"0,-1 0 367,1 1-408,0-1 857,3 1-328,0-4-165,0 0-256,3-3 139,0 0-49,4 0-1,-1 0-170,1 0 1,2-3 143,-2 0 42,2-7-458,1 0 189,0-2 0,-1-4-447,4 0 293,-3-4 167,2 1-282,-2 0 184,3 0 3,-6 2 1,2-1-140,-3 4-10,1-2 157,-1 1 71,1 4 186,-4-1-203,0 6-60,-3 2 25,0 1 732,0 3-392,0 3 164,0 3-164,0 4 3,0 3-68,0 3-115,0-3 59,0 6-40,0-6-114,0 6 145,0-5 21,0 4-33,0-4-702,0 4 330,0-4 143,0 4 10,0-4-1133,3 1 598,0-5 667,4 3 0,8-15 0,2 1 0</inkml:trace>
  <inkml:trace contextRef="#ctx0" brushRef="#br0" timeOffset="934">571 321 7926,'0'7'493,"0"-4"-219,0 3-55,0-5-129,0 4 129,0-4 0,0 5 140,0-6 54,0 3-194,3-3-191,-2 0 191,5 0 0,-3 0 0,4-3-167,-1 0-54,0-4 221,1-2 0,-1-1-406,1-3 194,-1 1 50,1-1-107,2-3-214,-5 2 162,5-4 0,-6 4-16,1-1-44,-1 2 222,-3-3-201,0 6 1,0-5 101,-3 7 52,-1 2-197,-2 0 3,-1 6 133,-2-3 30,2 3-190,-5 0 174,2 3-35,-3 0 30,0 6 75,0-1-79,3 4-8,1-5 709,3 5-324,-1-5-167,1 5 205,2-2-170,2 0 66,2 2-224,0-5 325,0 5-277,2-2 109,2 0-87,2 0-150,1-4 166,2 1 93,-2-1-81,5 0-255,-2-2 1,3 2 199,0-6-303,-3 3 137,2-3-17,-2 0-14,3 0 1,-3 3 113,-1-2 26,-3 4-38,1-1 27,-1 2-32,-2 1 25,2 2-63,-6-2 55,3 5-24,-6-2 20,3 3-31,-9 0 29,5 0 5,-6 0-4,1-1-165,2-2 162,-5 3 7,2-6-177,-3 2 155,3-3 6,-2 1 6,5-4-28,-5 0 13,5-3-23,-3 0-163,7-3-26,-3 0 198,5-4-24,-1-2-878,2-1 388,0-3 221,0 0 25,2 1-1023,2-1 529,2 0 798,1 0 0,31-34 0,7-8 0</inkml:trace>
  <inkml:trace contextRef="#ctx0" brushRef="#br0" timeOffset="1268">815 193 7905,'0'6'-1086,"0"1"931,0-4 1481,0 6-500,0-5-332,0 8-138,0-2 399,0 3-269,-3 0 0,3 3 39,-3-3-55,3 8-252,0-6 326,0 6-164,0-7 1,0 1-110,3-2-68,0 0 15,1-3-1,1-4 0,2-3-381,0-3 246,2 0-55,0 0 190,-1-3-622,1-3 304,0-4 71,-2-3-662,5 0 315,-4-2 222,1 1-205,-3-4 182,1 4-7,-1-5-8,-2 6-128,1-6 1,-4 6 138,2-3 79,-3 3-185,0 1-32,-3-1 142,-1 0 40,-2 3-117,-3 1 106,2 5 0,-5-2-126,2 6 125,-3-3-1,3 3-164,-2 0-1,2 3 142,0 0-34,-2 4 89,4-1-54,-1 0-18,6 1 14,-3-1-678,5 1 269,-2-4 586,6 3 0,18-11 0,7 1 0</inkml:trace>
  <inkml:trace contextRef="#ctx0" brushRef="#br0" timeOffset="1586">1040 58 7889,'0'4'-510,"-3"1"1938,2-1-607,-2 0-302,3 1-152,0-1 285,0 2-245,0 1 0,0 2-192,0-2 144,0 2-1,0 1-88,0-3-55,3 5 269,1-5-268,2 2-1,0-5-301,1 1 205,-1-4-55,1 2-428,2-3 290,-2 0 145,2-3-124,1-3-592,-3-1 297,2-5 218,0 2 13,-2-3-314,0 0 149,-1 0-6,-6 0 44,3 0 178,-3 1-139,0-1 114,0 3 19,0-2-90,-3 5 51,0-3 255,-4 4 5,1 2-243,-3 1 49,1 3-197,-4 0 18,2 0 180,-2 3-23,2 1-586,0 2 275,4 1 94,-1-4 284,1 3 0,8-2 0,2 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05.4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32 308 7937,'-6'0'-152,"-1"0"152,1 0 781,2 0-280,-1 0-85,4 0-56,-2 0 227,3 0-363,6 0 2,-2 0-49,8 0 49,-2 0-1,3 0-550,0 0 256,0 0-1,2 0 304,-1 0-1556,5 0 697,-6 0 348,3 0 277,-3 0 0,16-3 0,6 0 0</inkml:trace>
  <inkml:trace contextRef="#ctx0" brushRef="#br0" timeOffset="550">430 141 7952,'-4'-3'346,"-1"-3"-265,1 3-1,1-1 544,-3-2-208,2 6 50,1-3-551,-3 0-1,2 2 254,-2-2 0,0 3-351,-1 0 182,1 0-30,-3 3 151,1 1-324,-1 2 145,3 3 0,2-1 65,-2 1 66,3 0-1,-1-2-62,2 3-224,2-1 216,0-2 8,0 2-284,0-2 138,2-4 1,2 3 144,2-5-204,4 1 166,-3-2 19,5-2-39,-2-2-89,3-2 70,-3-1 31,2-2-8,-5 2-2,5-5-32,-5 5 25,2-3 175,-2 4-168,-4-1 1,3 1 1,-5 2 206,2 2 0,-3 2-72,0 0-88,-3 2-7,2 2 21,-5 5 111,6 1-108,-6 0-12,5 2 32,-2-2 143,3 6 28,0-2-182,0 1 292,0-2 1,0 0-223,0 0 4,0 0-16,0-1-12,3 1 40,-2 0-263,2 0 33,-3 0 193,3 0 15,-3-1-352,3 1 146,-3 0 0,-3-3 130,3 2-164,-6-5 108,2 3 56,-5-4-110,2 0 87,-2-2-72,-1-1 110,3-3-67,-5 0 13,5 0-14,-5 0-376,5 0 171,-2-3 13,-1-1 188,3-2-805,1 0 372,0-4 123,5 3 29,-1-5 324,2 2 0,11-11 0,3-3 0</inkml:trace>
  <inkml:trace contextRef="#ctx0" brushRef="#br0" timeOffset="916">513 161 7952,'-3'3'0,"3"3"0,-6-2 374,5 2-155,-4 0 0,4 1 1,-5 2 391,6 1-194,-6 3 56,2 0-252,1 2 174,-3 2 0,5-1-173,-4 3-64,4-6 120,-2 6-56,3-6-414,0 0 207,3-1 0,0-5 207,4 3-179,-1-7 25,1 3 0,2-5-58,-2 1-273,5-4 127,-2-2 27,0-2-223,2-1 193,-2-2-109,3-1 276,-3-3-287,2-3-3,-5 3 192,5-6 48,-4 6-258,1-6 0,-6 6 198,3-3-208,-5 3 199,2 0 15,-3 1-44,0 2 30,0-2-29,-6 4 1,2 2-8,-8 0-50,2 3 56,0-1 15,-3 1-136,3 3 104,-2 0 18,-1 0-309,0 0 145,0 3 0,3-2 140,-2 5-426,5-6 203,-2 6 0,5-5 366,1 4 0,23-10 0,5 1 0</inkml:trace>
  <inkml:trace contextRef="#ctx0" brushRef="#br0" timeOffset="1225">674 20 7952,'-7'3'448,"1"6"-226,-1-5 0,1 5 0,2-2 392,-1 2-141,4-2-55,-2 5-196,3-2 146,0 0-1,0 2-145,0-5-136,0 3-55,3-4 191,1 0-220,2-2 0,0-1 220,1-3 55,-1 0-515,4 0 231,-3-3 3,2-3 0,0-2-598,-2-1 374,3 0 43,-4-1-325,-2 0 210,1-2 146,-4 5-142,2-5 61,-3 5-42,0-6 203,0 6-194,0-2 1,-3 3 138,2 2-5,-4-2-130,1 3 1,-2-1 98,-1 1 33,-2 3-438,2 0 163,-5 3 4,5 1 403,-3 2 0,-8 26 0,-2 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18.0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45 379 8007,'-6'3'0,"2"3"0,-5-3 525,5 1-57,-1 2-240,1-3 339,0 1-169,-1 2-1,4-6 195,-2 3-211,3 0 1,0 1-155,0-1 265,0 0 0,0-3-208,3 3-57,1-2-19,2 1 19,3-2 0,-2-2 1,5-2-336,-2-2 140,3-4-1,0 0-650,0-3 356,3 1 221,-3-1 63,0-3-447,2 0 153,-7-1 172,7-1-795,-8 4 427,2-4 74,-2 4 167,-1-4-81,-2 7 0,1-4 40,-4 11 105,2-5 324,-6 8-138,-1-1-15,-2 4 300,0 2-190,-1 5 0,1-2 197,-1 6-178,1-3 70,-1 2-240,4 4 223,-3-2 0,6 1-79,-6 1-88,5-3 63,-2 6-42,0-5 51,3 4 11,-3-2-906,3 1 393,3-1 207,0-4-1624,4 1 1825,2 0 0,12-12 0,6-2 0</inkml:trace>
  <inkml:trace contextRef="#ctx0" brushRef="#br0" timeOffset="384">327 250 8006,'-9'10'0,"2"0"0,-2-1 1064,2 1-418,1 3-153,2-1-57,-1 4 261,4 1-235,-2-1-1,3 2-124,0-1-53,0-1-57,3 0 0,0-3-399,4-3 200,-1-1-1,3-3 257,1-2-720,3 2 332,0-6 166,0 3-467,0-6 277,0-3 39,-1-1-591,1-5 344,0 2 82,0-3 1,-3-3-45,2 3 211,-5-6-80,2 6 78,-5-3-72,2 0 61,-6 3-19,3-3 159,-3 6 30,0-2-162,-3 2 22,0 0 17,-6 1-13,-1 2-27,-3 1 37,0 0-13,0-1 11,-3 4-10,3 0-120,-6 3 100,6 0 23,-3 0-4,3 0 4,0 0-7,3 0-8,4 0-398,0 3 193,6-3 0,-3 3 131,6-3-712,0 0 866,6 0 0,21-11 0,8-4 0</inkml:trace>
  <inkml:trace contextRef="#ctx0" brushRef="#br0" timeOffset="634">449 103 8006,'-6'3'1009,"2"3"-615,-2-5-167,6 2 231,-6-3-231,5 0 57,-2 0-41,3 0-15,3 0-1,1 0-450,2 0 282,4 0-57,-3 0-1058,5 0 594,-2 0 297,3 0 149,-1 0 16,1 0 0,17-9 0,4-2 0</inkml:trace>
  <inkml:trace contextRef="#ctx0" brushRef="#br0" timeOffset="1009">629 161 8006,'-4'6'0,"-2"-2"1093,3 1-376,-1-4-273,1 5-145,3-6-72,0 3 0,0-3 0,3 0-331,1 0 130,2 0 0,1 0-332,2-3 223,-2 0-1,5-4 260,-5 1-420,5 0 175,-4-4 0,4 0 174,-5 0-793,2-2 237,0 2 223,-2-3-169,6 1 166,-6 2-108,2-3 251,-5 4 117,1-1 24,-1-3-216,-1 6 444,0-2-182,-3 3-1,3 2-175,-2 1 600,2 3-110,-3 0-168,0 3 90,0 1-69,0 2-16,0 3 646,0 1-379,0 3-116,0 0 0,0 3 126,3-3-56,-3 6-242,3-3-1234,-3 0 619,0 3 297,3-5 203,-2 1-114,4 1 0,2-5 0,3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15.2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417 7 7899,'-4'-3'-298,"2"0"251,2 3 136,-3 0 393,2 0-153,-2 0-1,3 0-154,-3 0 238,3 0-227,-3 3 1,3 0 30,0 4-23,0-1 1,0 1 49,0 2-428,0 1 178,0 3 0,0-1-96,3 1 1,-3 3 269,3-2-21,0 1-1081,-2-2 499,2 0 188,-3 0 248,2-3 0,2 5 0,2-2 0</inkml:trace>
  <inkml:trace contextRef="#ctx0" brushRef="#br0" timeOffset="742">32 674 7899,'-3'7'-94,"0"-1"0,-2 0-17,1-2 289,3 2 283,-5-3 1,5 1-241,-2 2 153,3-6 55,0 3-206,-2-3 1,1 0 150,-2 0 75,3 0-170,3 0-179,-2 0 123,4 0 0,-1-3 0,2 0-142,1-4 55,2 1 84,-2-3-422,5-1 202,-5-3-72,5-3-331,-4 3 273,4-6 113,-5 6-107,5-6-267,-5 6 185,2-6 0,-2 6 152,-1-6-92,1 6-114,-1-3 238,-2 6-163,-2 3 81,-2 2-44,0 4 76,0-2 225,0 3-37,-2 3 2,1 1-168,-2 2 55,0 0 210,2 1 32,-1-1-256,-1 4 53,2-3 88,-2 5-91,3-2-20,0 3 38,0-1-81,0 1 76,0 3-21,0-3-291,0 3 138,0-3-11,0 3-758,0-3 428,3 3 208,1-6 54,2 2-1123,0-5 1322,1-1 0,8-14 0,2-6 0</inkml:trace>
  <inkml:trace contextRef="#ctx0" brushRef="#br0" timeOffset="1127">289 527 7933,'-4'0'135,"-2"0"85,3 3 0,-4-3 308,4 6-54,-3-2-254,3 2 0,-1 3 236,-2 1 0,6 3-181,-3 0-55,0 3 203,2 0-1,-2 1-202,3 1 0,0-4 70,3 4-70,1-4 0,2-2-382,1 1 190,-1-6 1,0-1-402,4-3 262,-3 0 101,5-2-1,-5 1-244,5-4 189,-5-2 31,5-5-70,-2-1-348,0-3 144,2 0 147,-4 0 0,1-2-46,-3 1-72,1-4 206,-1 4 6,-2-2-13,-1 3-13,-3 1-11,0-1 28,0 0-3,0 3 13,-3-2-208,-4 5 198,0-3-24,-5 1 21,2 2 76,0-2-85,-2 5 6,2 1 265,-3 3-280,3 0 15,-2 0-209,2 0-4,0 0 212,1 3 3,2-2-392,4 5 190,-3-6 0,5 6 155,-1-5-710,4 2 287,2-3 551,2 0 0,21-12 0,4-2 0</inkml:trace>
  <inkml:trace contextRef="#ctx0" brushRef="#br0" timeOffset="1350">443 418 7933,'-3'6'64,"2"-2"-64,-2 2 0,3-6 1080,-3 3-430,3 0-216,-3-2-180,6 2-34,0-1 55,4-1-326,-1 2 0,0-3 261,4 0 1,-3 0-1264,5 0 585,-2-3 262,0 2 142,2-4 64,-2 4 0,11-13 0,3-1 0</inkml:trace>
  <inkml:trace contextRef="#ctx0" brushRef="#br0" timeOffset="1724">641 334 9990,'3'-3'69,"1"-3"-65,2 5 216,4-4-514,-3 4 235,2-5 43,-3 6-33,1-3 0,-1 3 192,1 0 1,-1 0-213,0 0 28,-2 0-175,-1 3 541,-3 3-24,0 1-244,0 5-31,0-5 569,-3 6-261,2-3 0,-4 2-157,1 1 316,-2 0-135,2-3 132,-2 2-219,6-2-31,-6 0-25,5 2 23,-2-5-253,3 3 290,0-4-55,0 3-786,0-2 374,0 0 161,3-1 0,1-6-1803,2 6 925,3-5 344,-1 1 565,1-2 0,11-5 0,5-2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21.1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26 456 8012,'-3'6'0,"3"-2"231,-6 1-105,2-1 0,1 0 0,-3 1 520,5-1-210,-2 2 58,3-2-266,0 1-117,0-1 117,0 0 0,0 1-403,3-4 230,1 2-47,2-3-156,1 0 149,-1-3 1,3-3 150,-2-4-490,6-3 211,-3-3 78,2 0-1,1-4-446,0 1 262,0 0 63,-3 0-2,2-3-112,-5 2-1,5-2 169,-5 2 38,0 4-67,-2 0 72,-1 3 142,0 4-1,-2-1-175,-2 7 24,0 0 450,0 3-204,0 3-208,-2 0 403,1 4-181,-2 2 77,3 1 54,-3 6-105,2-3-1,-1 3-73,2-1-325,0 2 315,0-1-40,0 3-345,0-3 168,0 3 6,0 1 162,0-4-1114,2 3 517,-1-3 194,5 0 334,-3-3 0,12-6 0,2-5 0</inkml:trace>
  <inkml:trace contextRef="#ctx0" brushRef="#br0" timeOffset="366">328 250 8012,'-7'0'680,"1"3"-473,-1 1 0,4-1 460,-3 6-248,2-5 0,1 8-191,-3 1 33,5 1-33,-4 4 57,4-1 118,-2-1-175,3 3 0,0-6-375,0 3 244,3-3-57,1-1 188,2-2-633,0-3 301,1-1 150,-1-6-44,4 3-650,0-3 314,0-3 209,2 0-11,-5-7-219,5 0 118,-2-2 27,0-1 28,2-3 127,-5 3-121,2-3 128,-2 0-81,-4 3 13,3-6 24,-5 6-222,2-3 219,-1 3 21,-1 0-39,2 0-197,-6 1 212,0 2 4,-4 0-3,1 1 150,-1 2-182,1 1-5,-3-3 269,2 8-244,-6-5 6,6 3-2,-2 2 54,3-1-24,-4 2-18,6 0-162,-4 2 1,7 2 191,-5 2-43,5-2 106,-1 2 0,16 3 0,4 4 0</inkml:trace>
  <inkml:trace contextRef="#ctx0" brushRef="#br0" timeOffset="707">501 77 8004,'-4'-3'-315,"-2"0"158,6 0-1,-6 2 158,2-2 1131,1 3-452,-3-2-226,5 1 0,-4-2-68,4 6 56,-2-2-214,0 4 144,3-1 0,-3 5-144,3-2-175,0 3 56,0-1 119,0-2 0,3 5-412,-3-5 206,6 2 57,-2-2 114,2-1-583,0-2 233,1 2 151,-1-6-121,4 3-12,-3-6 40,5 0-1,-5-4-520,2 1 310,-2-3 74,-1-1-7,0-3-155,1 0 251,-4 3 1,2-2 0,-2 1-57,-2-1 58,0 2-23,-4-2 208,2 5-10,-5-2-118,3 2 0,-6 4 0,1 0-142,0 0 129,1 2-182,0-2 1,1 6 220,0 1-31,-1 2 94,4-2 0,3 10 0,3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23.5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33 372 7903,'-7'3'295,"1"1"845,0-1-756,2 0 0,1 0-3,0-2 55,3 1-220,-3-2 26,3 0-25,3 0 0,0 0 0,4-2 113,-1 1-114,3-8 1,-2 5-228,6-8 228,-3 2-1,2-3 56,1 0-551,3-2 248,-5 1 43,6-4 0,-6 1-625,5-2 350,-3-3 102,-1 2-344,-2-2 222,3 5 150,-6-1-26,-1 4 34,0-1 19,-6 8 55,3-2 305,-3 8-152,0-2-28,0 3-115,-3 0 243,3 3-190,-6 4-37,3 0 0,-1 5 206,-2-2 71,3 6-227,-1-3 28,1 6-13,0-3 34,3 0-14,-3 3-346,3-3 159,-3 4-18,2-1-718,-2 0 390,3-3 205,3 3 62,1-5-1260,2 1 600,1-5 341,2-1 525,-2-5 0,28-35 0,3-12 0</inkml:trace>
  <inkml:trace contextRef="#ctx0" brushRef="#br0" timeOffset="341">379 128 7903,'-9'0'175,"5"3"-175,-5 1 1328,6-1-555,-4 3-224,1 1-193,-1 0 318,1 5-229,0 1 1,-1 0-229,1 6 475,2-3-264,-2 6-1,6-2-177,-3 2-34,3-5 1,0 1 55,0-4-284,3 1 0,0-5 229,4-3-792,-1-2 397,3-4 251,1 2-54,0-3-929,2-3 499,-2 0 120,3-7 167,0 0-620,-3-2 348,2-4 33,-2 2 15,3-4 52,-3 4 0,-1-4-18,-2 1 355,-1-2-18,0 3-198,-2 0 176,-1 3-205,-3 0 92,0 1-42,-3-1 179,-1 3 1,-2 0-106,-3 7-70,2-3 184,-5 6-139,2-3 35,0 3-314,-3 0 139,6 0-27,-5 3 153,5-3-326,-2 6 139,2-5-1,4 4-646,0-4 953,3 5 0,14-6 0,4 3 0</inkml:trace>
  <inkml:trace contextRef="#ctx0" brushRef="#br0" timeOffset="675">559 64 7897,'-7'7'1585,"4"-1"-630,-3 1-397,5-1-170,-1 3 325,2-2-249,0 3 1,0-4-195,2-2-444,2 1 195,2-4 0,1 2 9,-1-3 0,1 0 241,2-3-55,-2-1-924,5-2 417,-5-3 209,3 2-807,-1-5 476,-2 2 223,5-3-49,-5 3 86,2-2-24,-2 5 100,-1-6-150,1 6 1007,-1-2-418,1 3-211,-1 2 819,-2 1-474,-2 3-185,1 0 194,-2 0-200,2 3 30,-3 1 0,0 5-569,0 1 258,0 3 87,0 0 106,0-1-2392,0 1 1125,0 3 1050,0-3 0,0-3 0,0-4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26.1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436 0 8117,'-1'10'0,"0"0"-118,-1-1 178,0-2 0,-1 2-29,2-2 207,-2 2 1,3-2-1,0 2-818,0-2 353,0 2 206,0-2-30,0 2-598,0-2 341,3-1 169,-2 1 1,2-1 138,0-2 0,-6 1 0,3-1 0</inkml:trace>
  <inkml:trace contextRef="#ctx0" brushRef="#br0" timeOffset="616">19 706 8045,'-3'6'122,"2"1"231,-3-1-122,2 1 0,-3-4-108,4 3 166,-2-5-58,3 1 0,0 1-188,0-2 0,3 2 188,0-6 58,4 2-281,-1-4 223,1-2 1,2 0-1,-2-5-420,2 2 244,1-3-50,0-3-358,2 3 180,1-6 146,-3 3-296,2-3 227,-2-1-120,3 1 285,-3 3-568,2 0 252,-5 0 63,3 6-3,-7-5-12,3 8 144,-5-3-105,1 7 284,-2 0-31,0 3-204,0 3 371,0 0-155,0 4 18,0 2-169,-2 1 314,1 3-245,-2 3-21,0-3 69,2 6-245,-1-6 233,2 3-35,0 0-663,0-3 315,0 6 136,0-6 0,0 3-787,0-3 410,2-1 565,-1 1 0,19-14 0,2-4 0</inkml:trace>
  <inkml:trace contextRef="#ctx0" brushRef="#br0" timeOffset="982">334 481 8014,'-4'0'-7,"-2"3"235,3-2 0,-1 5 0,-2-3-9,3 4 66,-4 2-57,4 1 138,-3 3-138,3 2 0,-1 2 0,1 2-37,3 0 37,0 1 0,0-1 0,0 0-290,3-3 1,1 0 327,2-3-561,3 0 234,-2-6-1,3 1 163,-1-7-561,1 5 274,0-5 126,5 1-200,-7-4 154,7-5-108,-5 0 239,0-5-291,2-1 7,-2 0 130,0-6 84,-1 5-63,-3-4 1,-1 4-1,-2-1 25,0-1-3,-1 5 8,-2-4-4,0 5 177,-3 0-78,0 1 0,-6 1 0,0 1-90,-1 1 34,-1 4-7,-1-1-137,-1 3 137,3-2 13,-2 1-10,2-2-280,0 3 0,-2 3 243,4-2-297,-1 1 130,6 1-1,-3-2 94,5 2-295,-2-3 449,3 0 0,3 0 0,15-9 0,6-1 0</inkml:trace>
  <inkml:trace contextRef="#ctx0" brushRef="#br0" timeOffset="1368">520 321 8004,'-7'3'0,"1"-2"619,2 4-221,1-4-1,0 5-177,3-6 122,-3 6-141,3-5 0,3 5 0,0-6-373,4 3 198,-1-3-38,3 3-49,-1-2 0,1 2 183,0-3 0,-2 0-566,2 0 247,-2 0 0,-1 0-187,1 0 204,-1 0-1,1 0 75,-1 0-81,-2-3 145,1 2-81,-4-2 63,2 3 431,-3 0-266,-3 3 428,2-2-255,-7 7 0,3-3-204,-4 4 268,3 0-86,-1 1-1,1 3 323,-1 0-222,1 0-39,2-1 41,-1 1-403,4 0 227,-2 0 73,3 0-58,0-3-866,3 2 448,1-5 142,5 2-1296,-2-2 656,5-4 367,-2 0 73,3-3-1537,0 0 1816,2-6 0,10-35 0,5-15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30.731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20 1 11324,'-4'4'2195,"2"-2"-1463,2 1-1443,-3-2-63,2 5 887,-2-3 402,3 1-324,-3 1 753,3-1-1046,-3 2 153,3 4 42,0-3 301,0 5-703,0-5-53,0 5 421,0-2-301,0 0 126,0 2 1,14 7-1,4 4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31.322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20 225 10174,'-4'7'1813,"0"-1"-1109,1 1-302,-2-4-438,5 3 227,-3-5-177,3 1-53,0-2 343,3 0-515,0 0-460,4-2 151,-1-2 657,1-5-289,-1 2 290,0-5 146,4 2-150,-3-3 481,5 0-115,-5 0-79,5 0-463,-2-2 145,3 1-36,-3-4 14,2 4-243,-2-5-2,3 6 165,-3-3-19,2 3-316,-8 1 52,5 2 266,-6 3-362,1 1 402,-1 6-477,-3-3 433,0 3-538,0 3 722,-3 0-352,-1 7 224,1-3-121,-3 5 182,2-2 224,-2 3-298,0 2 772,-1 2-704,1-1 10,-1 3-156,1-6 86,0 6-43,-1 0 18,4-2-43,-3 4-390,5-4-79,-2 2 402,3-3-824,0 3 344,6-5 442,-2 1 1,28-8 0,3-1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31.741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116 20 9551,'-10'-3'-367,"-2"2"373,4-2 137,-1 0 98,3 3-221,-1-3-16,1 3 350,0 0-670,2 3 530,-2 0-94,3 7 522,-4-3-247,1 8 143,2-5 55,-1 9-107,1-3-30,-2 3-157,2 1 37,1-1-502,3 0 48,0 0 20,0-2 134,0 1-287,3-4-7,1-1 166,2-1 5,3-5-549,-2 2 317,6-5-179,-3-1 45,2-3 18,1 0 284,0-3-96,0-4 277,0 0 94,2-5-11,-1 2 152,4-3-50,-1-2-53,-1 1-4,0-4 11,-6 4-78,2-4 19,-5 4-21,2-5-14,-5 6 22,-1-3-51,-3 3-198,-3 3 20,-1-2-19,-5 2-268,-1 0 77,-3 1-59,0 3-51,1-1-17,-4 4 134,2 0 61,-4 3 79,4 0-126,-1 0 13,2 0 280,0 0-248,3 3 78,1-3 146,5 3 167,1 0 106,3-2-205,0 2 1,29-12 0,7-2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34.509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1 1 9697,'3'0'1243,"0"3"-712,-3-3 498,3 3-760,-3-3-47,6 0 21,-2 0-175,2 0 40,3 0 188,-1 0-676,4 0 23,-2 0 257,2 0 351,1-3-753,0 3 315,0-3 95,-3 3 253,2 0-669,-5 0 278,2 0 11,-5 0-3,2 0-179,-6 0 60,3 0 117,-3 0-65,-5 3 278,0 0 74,-7 4 78,5-1-67,-5-2-109,2 1 66,-3-1 242,3 2 74,-2-2-457,5 1 44,-5-1 408,8 0-166,-5 1 134,5-1-255,1-1 313,-3 3-78,5-2-2,-1-1 45,2 3-110,2-2-281,5-1-162,3 0 54,3 0 29,-1-2 27,4 1-279,1-2 262,-1 3-20,2-2 185,-1 2-1,-1-3 93,0 3-69,-3-3 2,0 6-50,-1-2-22,-2 2 39,0 0-10,-7 1 370,0-1-23,-3 1-96,0 2 313,-3 1-218,-3 0 7,-4 2-195,-3-5 50,0 2-68,-2 1-42,-2-3-388,1 2 285,0-3-83,0-2 18,3 2-513,-3-6 249,0 3 6,6-3-1515,-5 0 860,11-3 974,-5 0 1,20-32-1,0-7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cbe504443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" name="Google Shape;62;g2ccbe504443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135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ccbe504443_1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2ccbe504443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6297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54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908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33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754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 b="0" i="0">
                <a:latin typeface="Segoe UI Light" panose="020B0402040204020203" pitchFamily="34" charset="0"/>
                <a:cs typeface="Segoe UI Light" panose="020B04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790DAB1-6132-8E49-950C-7A4598C8BD5E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1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B0CD05D9-D09D-3D4F-ABB6-B8CE6E32BC22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65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6185C12D-6E52-F241-A7F7-3B7AD5C9557C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16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EF7524D-3A07-A34A-9723-8DF210E9AD9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47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980C7E59-597D-B54B-A9E3-7D29B1447A10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41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AE2E1015-23F4-4B40-A11E-C001C2B9BC0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57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D306621-6DD1-614E-A652-AE9A8EB2D1AB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51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7C8DF265-596D-3D4F-8B95-AA2651B4D46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14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EBA4EB2-964C-114D-A560-441B6A376279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33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2EF2A13-8ED6-3345-A350-8DA17845BB65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58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3B36267-238A-A141-939E-43BF76AEAD2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32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C2C286-74A8-CF18-6D5D-5483E3A588C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6836" y="4733926"/>
            <a:ext cx="1287391" cy="47010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25D8FA1-CEF5-7E41-FFD1-9BC94CF7453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09092" y="4828074"/>
            <a:ext cx="275076" cy="2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9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5.jpe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image" Target="../media/image4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3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3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8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61.png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image" Target="../media/image64.png"/><Relationship Id="rId16" Type="http://schemas.openxmlformats.org/officeDocument/2006/relationships/image" Target="../media/image5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15" Type="http://schemas.openxmlformats.org/officeDocument/2006/relationships/image" Target="../media/image5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100.png"/><Relationship Id="rId21" Type="http://schemas.openxmlformats.org/officeDocument/2006/relationships/image" Target="../media/image91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60.png"/><Relationship Id="rId16" Type="http://schemas.openxmlformats.org/officeDocument/2006/relationships/customXml" Target="../ink/ink7.xml"/><Relationship Id="rId29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8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99.png"/><Relationship Id="rId40" Type="http://schemas.openxmlformats.org/officeDocument/2006/relationships/customXml" Target="../ink/ink19.xml"/><Relationship Id="rId45" Type="http://schemas.openxmlformats.org/officeDocument/2006/relationships/image" Target="../media/image78.png"/><Relationship Id="rId5" Type="http://schemas.openxmlformats.org/officeDocument/2006/relationships/image" Target="../media/image83.png"/><Relationship Id="rId15" Type="http://schemas.openxmlformats.org/officeDocument/2006/relationships/image" Target="../media/image88.png"/><Relationship Id="rId23" Type="http://schemas.openxmlformats.org/officeDocument/2006/relationships/image" Target="../media/image92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90.png"/><Relationship Id="rId31" Type="http://schemas.openxmlformats.org/officeDocument/2006/relationships/image" Target="../media/image96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85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94.png"/><Relationship Id="rId30" Type="http://schemas.openxmlformats.org/officeDocument/2006/relationships/customXml" Target="../ink/ink14.xml"/><Relationship Id="rId35" Type="http://schemas.openxmlformats.org/officeDocument/2006/relationships/image" Target="../media/image98.png"/><Relationship Id="rId43" Type="http://schemas.openxmlformats.org/officeDocument/2006/relationships/image" Target="../media/image77.png"/><Relationship Id="rId8" Type="http://schemas.openxmlformats.org/officeDocument/2006/relationships/customXml" Target="../ink/ink3.xml"/><Relationship Id="rId3" Type="http://schemas.openxmlformats.org/officeDocument/2006/relationships/image" Target="../media/image59.png"/><Relationship Id="rId12" Type="http://schemas.openxmlformats.org/officeDocument/2006/relationships/customXml" Target="../ink/ink5.xml"/><Relationship Id="rId17" Type="http://schemas.openxmlformats.org/officeDocument/2006/relationships/image" Target="../media/image89.png"/><Relationship Id="rId25" Type="http://schemas.openxmlformats.org/officeDocument/2006/relationships/image" Target="../media/image93.png"/><Relationship Id="rId33" Type="http://schemas.openxmlformats.org/officeDocument/2006/relationships/image" Target="../media/image97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0" Type="http://schemas.openxmlformats.org/officeDocument/2006/relationships/customXml" Target="../ink/ink9.xml"/><Relationship Id="rId41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image" Target="../media/image9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bodetooltest.streamlit.app/" TargetMode="External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dHl0kjWo63aNzDkAV0cnmQadCAj5L0D7v7aSh0BK7BBdEgpA/viewform?usp=heade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</a:pPr>
            <a:r>
              <a:rPr lang="en-US" noProof="0" dirty="0"/>
              <a:t>CS1 Week 9</a:t>
            </a:r>
            <a:br>
              <a:rPr lang="en-US" noProof="0" dirty="0"/>
            </a:br>
            <a:r>
              <a:rPr lang="en-US" noProof="0" dirty="0"/>
              <a:t>Empty</a:t>
            </a:r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noProof="0" dirty="0"/>
              <a:t>Frequency Response, Bode Plots</a:t>
            </a:r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</a:t>
            </a:fld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D308ED-A674-3D91-8DF4-ACE21838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DF04DF-8383-902C-FBB4-F0102DCAA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6" b="576"/>
          <a:stretch/>
        </p:blipFill>
        <p:spPr>
          <a:xfrm>
            <a:off x="4016750" y="3669563"/>
            <a:ext cx="1110499" cy="109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1110B-6CB5-5994-04AE-824730E5F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Recap Last Week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AD3CD8-E8F2-3C33-7DB9-8804A5B9AB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010242-2D10-B3FC-938D-3ADDCFE1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E08D1C-18D4-1751-941C-81AF9A2B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219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780CC6-E1DB-3F98-83C4-1DEEB9E7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EA1775-A4F8-EB01-E052-BF7EEAECD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354" y="1369219"/>
            <a:ext cx="8679942" cy="326350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What influences the steady state error?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1165A5-333E-12B4-B27B-9CF0428A7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0BEDA5-655A-7FD9-BCF1-35297F5D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id="{4274F1B5-1457-AC76-495C-13031067C193}"/>
              </a:ext>
            </a:extLst>
          </p:cNvPr>
          <p:cNvSpPr/>
          <p:nvPr/>
        </p:nvSpPr>
        <p:spPr>
          <a:xfrm>
            <a:off x="628649" y="3425393"/>
            <a:ext cx="3060757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 Bode gain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1788C5D7-3A42-C654-C0D8-6812CAFBC84A}"/>
              </a:ext>
            </a:extLst>
          </p:cNvPr>
          <p:cNvSpPr/>
          <p:nvPr/>
        </p:nvSpPr>
        <p:spPr>
          <a:xfrm>
            <a:off x="628650" y="2751793"/>
            <a:ext cx="3060757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 number of integrators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id="{9FE528F3-7E15-BC77-44C2-A655B842AC95}"/>
              </a:ext>
            </a:extLst>
          </p:cNvPr>
          <p:cNvSpPr/>
          <p:nvPr/>
        </p:nvSpPr>
        <p:spPr>
          <a:xfrm>
            <a:off x="628650" y="2073395"/>
            <a:ext cx="3060757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 number of poles &amp; zeros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26586EC5-AEF4-DB33-1719-F2533F0D5653}"/>
              </a:ext>
            </a:extLst>
          </p:cNvPr>
          <p:cNvSpPr/>
          <p:nvPr/>
        </p:nvSpPr>
        <p:spPr>
          <a:xfrm>
            <a:off x="628648" y="4098993"/>
            <a:ext cx="3060757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 reference value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939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86D12-B433-8358-5711-185EF4860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0EE506-1C55-4B7F-8993-4C7F0A1F0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What time-domain specifications did we introduce for 2</a:t>
            </a:r>
            <a:r>
              <a:rPr lang="en-US" baseline="30000" noProof="0" dirty="0"/>
              <a:t>nd</a:t>
            </a:r>
            <a:r>
              <a:rPr lang="en-US" noProof="0" dirty="0"/>
              <a:t> order systems?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CE3899-93BC-4663-4153-A1F74D2B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976FBB-1561-E644-210C-452090B3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4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id="{E08CACF8-EB6F-29C8-6D31-3BB1B6165BC2}"/>
              </a:ext>
            </a:extLst>
          </p:cNvPr>
          <p:cNvSpPr/>
          <p:nvPr/>
        </p:nvSpPr>
        <p:spPr>
          <a:xfrm>
            <a:off x="1423416" y="1901945"/>
            <a:ext cx="288264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Settling time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892C4A6D-BA0E-0824-E79A-434FFD987CE7}"/>
              </a:ext>
            </a:extLst>
          </p:cNvPr>
          <p:cNvSpPr/>
          <p:nvPr/>
        </p:nvSpPr>
        <p:spPr>
          <a:xfrm>
            <a:off x="1423415" y="2580343"/>
            <a:ext cx="288264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Peak time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id="{ACDF60D0-9C5D-99E8-8FFB-14F121EA71A3}"/>
              </a:ext>
            </a:extLst>
          </p:cNvPr>
          <p:cNvSpPr/>
          <p:nvPr/>
        </p:nvSpPr>
        <p:spPr>
          <a:xfrm>
            <a:off x="1423414" y="3258741"/>
            <a:ext cx="288264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Tea time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748939FB-B8A3-4BCA-A0A2-CCF287C58914}"/>
              </a:ext>
            </a:extLst>
          </p:cNvPr>
          <p:cNvSpPr/>
          <p:nvPr/>
        </p:nvSpPr>
        <p:spPr>
          <a:xfrm>
            <a:off x="1414176" y="3932147"/>
            <a:ext cx="288264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  </a:t>
            </a:r>
            <a:r>
              <a:rPr lang="en-US" b="1" noProof="0" dirty="0" err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Stabilty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transformation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4" name="Rectangle: Rounded Corners 18">
            <a:extLst>
              <a:ext uri="{FF2B5EF4-FFF2-40B4-BE49-F238E27FC236}">
                <a16:creationId xmlns:a16="http://schemas.microsoft.com/office/drawing/2014/main" id="{42872B46-F3DB-9312-C80A-884210DF6D4C}"/>
              </a:ext>
            </a:extLst>
          </p:cNvPr>
          <p:cNvSpPr/>
          <p:nvPr/>
        </p:nvSpPr>
        <p:spPr>
          <a:xfrm>
            <a:off x="4818888" y="1901183"/>
            <a:ext cx="288264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Critical time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Rectangle: Rounded Corners 18">
            <a:extLst>
              <a:ext uri="{FF2B5EF4-FFF2-40B4-BE49-F238E27FC236}">
                <a16:creationId xmlns:a16="http://schemas.microsoft.com/office/drawing/2014/main" id="{81E48648-DD75-1C68-DC47-ADE4D5FFDA4F}"/>
              </a:ext>
            </a:extLst>
          </p:cNvPr>
          <p:cNvSpPr/>
          <p:nvPr/>
        </p:nvSpPr>
        <p:spPr>
          <a:xfrm>
            <a:off x="4818887" y="2579581"/>
            <a:ext cx="288264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P</a:t>
            </a:r>
            <a:r>
              <a:rPr lang="en-US" b="1" dirty="0" err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eak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Overshoot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" name="Rectangle: Rounded Corners 18">
            <a:extLst>
              <a:ext uri="{FF2B5EF4-FFF2-40B4-BE49-F238E27FC236}">
                <a16:creationId xmlns:a16="http://schemas.microsoft.com/office/drawing/2014/main" id="{1D3591C2-4A5F-B1ED-509F-DB5187FE2E4F}"/>
              </a:ext>
            </a:extLst>
          </p:cNvPr>
          <p:cNvSpPr/>
          <p:nvPr/>
        </p:nvSpPr>
        <p:spPr>
          <a:xfrm>
            <a:off x="4818886" y="3257979"/>
            <a:ext cx="288264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Rise time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Rectangle: Rounded Corners 18">
            <a:extLst>
              <a:ext uri="{FF2B5EF4-FFF2-40B4-BE49-F238E27FC236}">
                <a16:creationId xmlns:a16="http://schemas.microsoft.com/office/drawing/2014/main" id="{406A0B07-CC5F-5E76-7638-0BE03FE861BE}"/>
              </a:ext>
            </a:extLst>
          </p:cNvPr>
          <p:cNvSpPr/>
          <p:nvPr/>
        </p:nvSpPr>
        <p:spPr>
          <a:xfrm>
            <a:off x="4809648" y="3931385"/>
            <a:ext cx="288264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Peak </a:t>
            </a:r>
            <a:r>
              <a:rPr lang="en-US" b="1" noProof="0" dirty="0" err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Overshhot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ratio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637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3C3E0407-E7C9-948F-09C5-2FC40BFFF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873" y="845871"/>
            <a:ext cx="1985177" cy="186538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954B91E-A877-4386-5F45-9E853818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57739"/>
            <a:ext cx="7886700" cy="994172"/>
          </a:xfrm>
        </p:spPr>
        <p:txBody>
          <a:bodyPr/>
          <a:lstStyle/>
          <a:p>
            <a:r>
              <a:rPr lang="en-US" noProof="0"/>
              <a:t>Step Response of a 2</a:t>
            </a:r>
            <a:r>
              <a:rPr lang="en-US" baseline="30000" noProof="0"/>
              <a:t>nd</a:t>
            </a:r>
            <a:r>
              <a:rPr lang="en-US" noProof="0"/>
              <a:t> Order System</a:t>
            </a:r>
          </a:p>
        </p:txBody>
      </p:sp>
      <p:pic>
        <p:nvPicPr>
          <p:cNvPr id="7" name="Inhaltsplatzhalter 6" descr="Ein Bild, das Text, Schrift, Reihe, Handschrift enthält.&#10;&#10;KI-generierte Inhalte können fehlerhaft sein.">
            <a:extLst>
              <a:ext uri="{FF2B5EF4-FFF2-40B4-BE49-F238E27FC236}">
                <a16:creationId xmlns:a16="http://schemas.microsoft.com/office/drawing/2014/main" id="{C6619698-513C-54D6-456D-95EC20DB9C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2059" y="1258591"/>
            <a:ext cx="4255506" cy="902682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38C0C1-9198-83B7-78B8-D44A4F74A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E167FA-E094-58EF-8FF2-58421ED3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5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fik 10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D0DAC7C8-DE9E-A906-A33C-1E14FEB90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697" y="1041796"/>
            <a:ext cx="2941163" cy="1214172"/>
          </a:xfrm>
          <a:prstGeom prst="rect">
            <a:avLst/>
          </a:prstGeom>
        </p:spPr>
      </p:pic>
      <p:pic>
        <p:nvPicPr>
          <p:cNvPr id="13" name="Grafik 12" descr="Ein Bild, das Reihe, Diagramm, weiß enthält.&#10;&#10;KI-generierte Inhalte können fehlerhaft sein.">
            <a:extLst>
              <a:ext uri="{FF2B5EF4-FFF2-40B4-BE49-F238E27FC236}">
                <a16:creationId xmlns:a16="http://schemas.microsoft.com/office/drawing/2014/main" id="{9F015A48-56A1-ABD2-34C2-5B4B37331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1660" y="2765322"/>
            <a:ext cx="4649298" cy="19478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F958CAF-87DC-7777-964B-C0F3454D6DB5}"/>
                  </a:ext>
                </a:extLst>
              </p:cNvPr>
              <p:cNvSpPr txBox="1"/>
              <p:nvPr/>
            </p:nvSpPr>
            <p:spPr>
              <a:xfrm>
                <a:off x="53074" y="2354962"/>
                <a:ext cx="352857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For an underdamped system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𝜁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&lt;1</m:t>
                        </m:r>
                      </m:e>
                    </m:d>
                  </m:oMath>
                </a14:m>
                <a:r>
                  <a:rPr lang="en-US" sz="1600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F958CAF-87DC-7777-964B-C0F3454D6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4" y="2354962"/>
                <a:ext cx="3528571" cy="338554"/>
              </a:xfrm>
              <a:prstGeom prst="rect">
                <a:avLst/>
              </a:prstGeom>
              <a:blipFill>
                <a:blip r:embed="rId6"/>
                <a:stretch>
                  <a:fillRect l="-1075" t="-7143" b="-21429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EA98937-240A-3D0C-5CB8-11D0E1BD6B78}"/>
                  </a:ext>
                </a:extLst>
              </p:cNvPr>
              <p:cNvSpPr txBox="1"/>
              <p:nvPr/>
            </p:nvSpPr>
            <p:spPr>
              <a:xfrm>
                <a:off x="4703234" y="2628776"/>
                <a:ext cx="5223933" cy="2401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Specifications: </a:t>
                </a:r>
              </a:p>
              <a:p>
                <a:r>
                  <a:rPr lang="en-US" sz="1600" b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Settling Time:</a:t>
                </a:r>
                <a:r>
                  <a:rPr lang="en-US" sz="16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US" sz="1600" i="1" noProof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endParaRPr lang="en-US" sz="1600" noProof="0" dirty="0"/>
              </a:p>
              <a:p>
                <a:r>
                  <a:rPr lang="en-US" sz="1600" b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Peak Time:</a:t>
                </a:r>
                <a:r>
                  <a:rPr lang="en-US" sz="16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endParaRPr lang="en-US" sz="1600" noProof="0" dirty="0"/>
              </a:p>
              <a:p>
                <a:r>
                  <a:rPr lang="en-US" sz="1600" b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Peak Overshoot:</a:t>
                </a:r>
                <a:r>
                  <a:rPr lang="en-US" sz="16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𝜎𝜋</m:t>
                            </m:r>
                          </m:num>
                          <m:den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1600" noProof="0" dirty="0"/>
                  <a:t>	</a:t>
                </a:r>
              </a:p>
              <a:p>
                <a:r>
                  <a:rPr lang="en-US" sz="1600" b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Peak Overshoot Ratio: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p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unc>
                              <m:func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  <m: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unc>
                              <m:func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  <m: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1600" noProof="0" dirty="0"/>
              </a:p>
              <a:p>
                <a:r>
                  <a:rPr lang="en-US" sz="1600" b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Rise Time:</a:t>
                </a:r>
                <a:r>
                  <a:rPr lang="en-US" sz="16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100%</m:t>
                        </m:r>
                      </m:sub>
                    </m:sSub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𝜑</m:t>
                        </m:r>
                      </m:num>
                      <m:den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endParaRPr lang="en-US" sz="1600" noProof="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EA98937-240A-3D0C-5CB8-11D0E1BD6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234" y="2628776"/>
                <a:ext cx="5223933" cy="2401748"/>
              </a:xfrm>
              <a:prstGeom prst="rect">
                <a:avLst/>
              </a:prstGeom>
              <a:blipFill>
                <a:blip r:embed="rId7"/>
                <a:stretch>
                  <a:fillRect l="-728" t="-526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732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759A30-50BD-ACFC-D91E-657ADF198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167BDF0-74E6-5052-0F40-54C1757A75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Approximate the system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+10</m:t>
                            </m:r>
                          </m:e>
                        </m:d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+1+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+1−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to 2</a:t>
                </a:r>
                <a:r>
                  <a:rPr lang="en-US" baseline="30000" dirty="0"/>
                  <a:t>nd</a:t>
                </a:r>
                <a:r>
                  <a:rPr lang="en-US" dirty="0"/>
                  <a:t> order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167BDF0-74E6-5052-0F40-54C1757A75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3" t="-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F95698B-737C-9CE7-FCA4-33E143D9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8B4E42-100F-1AA6-A7DE-99EB7514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6403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CC64-0DBE-B30D-A730-8FA4D19E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AA2AB-8549-DFCF-746A-7B77B385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32" y="-74781"/>
            <a:ext cx="7886700" cy="994172"/>
          </a:xfrm>
        </p:spPr>
        <p:txBody>
          <a:bodyPr>
            <a:normAutofit/>
          </a:bodyPr>
          <a:lstStyle/>
          <a:p>
            <a:r>
              <a:rPr lang="en-US" sz="2200" noProof="0" dirty="0"/>
              <a:t>Course Schedule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2A225B6-0519-8214-8DAA-A58A56D11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6013788"/>
              </p:ext>
            </p:extLst>
          </p:nvPr>
        </p:nvGraphicFramePr>
        <p:xfrm>
          <a:off x="1515762" y="601877"/>
          <a:ext cx="6977657" cy="4114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75768">
                  <a:extLst>
                    <a:ext uri="{9D8B030D-6E8A-4147-A177-3AD203B41FA5}">
                      <a16:colId xmlns:a16="http://schemas.microsoft.com/office/drawing/2014/main" val="1380074924"/>
                    </a:ext>
                  </a:extLst>
                </a:gridCol>
                <a:gridCol w="1201889">
                  <a:extLst>
                    <a:ext uri="{9D8B030D-6E8A-4147-A177-3AD203B41FA5}">
                      <a16:colId xmlns:a16="http://schemas.microsoft.com/office/drawing/2014/main" val="1379686130"/>
                    </a:ext>
                  </a:extLst>
                </a:gridCol>
              </a:tblGrid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726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Introduction, Control Architectures, Motivation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87864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Modeling, Model examples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highlight>
                            <a:srgbClr val="C0C0C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83332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System properties, Linearization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9423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Analysis: Time response, Stability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880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1: Definition and properties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18655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2: Poles and Zeros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1499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Proportional feedback control, Root Locus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1532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Time-Domain specifications, PID control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9954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 response, Bode plots 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241698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The Nyquist condition, Time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443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Frequency-domain Specifications, Dynamic Compensation, Loop Shaping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862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 delays, Successive loop closure, Nonlinearities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7518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Describing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3837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 to Uncertainty and 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74576"/>
                  </a:ext>
                </a:extLst>
              </a:tr>
            </a:tbl>
          </a:graphicData>
        </a:graphic>
      </p:graphicFrame>
      <p:sp>
        <p:nvSpPr>
          <p:cNvPr id="20" name="Textfeld 19">
            <a:extLst>
              <a:ext uri="{FF2B5EF4-FFF2-40B4-BE49-F238E27FC236}">
                <a16:creationId xmlns:a16="http://schemas.microsoft.com/office/drawing/2014/main" id="{F4099E1C-F5C1-8EB0-C32A-9FABF9E13B5C}"/>
              </a:ext>
            </a:extLst>
          </p:cNvPr>
          <p:cNvSpPr txBox="1"/>
          <p:nvPr/>
        </p:nvSpPr>
        <p:spPr>
          <a:xfrm>
            <a:off x="387695" y="1188631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Modeling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54D5136-D84F-27EE-492C-52DB88CD3DA3}"/>
              </a:ext>
            </a:extLst>
          </p:cNvPr>
          <p:cNvSpPr txBox="1"/>
          <p:nvPr/>
        </p:nvSpPr>
        <p:spPr>
          <a:xfrm>
            <a:off x="483876" y="2528472"/>
            <a:ext cx="7248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Analysis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0CF889FA-8E46-8663-A0F5-184385FA3DD1}"/>
              </a:ext>
            </a:extLst>
          </p:cNvPr>
          <p:cNvSpPr txBox="1"/>
          <p:nvPr/>
        </p:nvSpPr>
        <p:spPr>
          <a:xfrm>
            <a:off x="403725" y="4071829"/>
            <a:ext cx="8050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Synthesis</a:t>
            </a:r>
          </a:p>
        </p:txBody>
      </p:sp>
      <p:sp>
        <p:nvSpPr>
          <p:cNvPr id="37" name="Geschweifte Klammer links 36">
            <a:extLst>
              <a:ext uri="{FF2B5EF4-FFF2-40B4-BE49-F238E27FC236}">
                <a16:creationId xmlns:a16="http://schemas.microsoft.com/office/drawing/2014/main" id="{0B0A67E7-7C57-C73E-4879-C13FFF882B68}"/>
              </a:ext>
            </a:extLst>
          </p:cNvPr>
          <p:cNvSpPr/>
          <p:nvPr/>
        </p:nvSpPr>
        <p:spPr>
          <a:xfrm>
            <a:off x="1208754" y="1820468"/>
            <a:ext cx="257337" cy="171052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Geschweifte Klammer links 37">
            <a:extLst>
              <a:ext uri="{FF2B5EF4-FFF2-40B4-BE49-F238E27FC236}">
                <a16:creationId xmlns:a16="http://schemas.microsoft.com/office/drawing/2014/main" id="{2D72810E-ED2B-7956-66CA-4602D2A82388}"/>
              </a:ext>
            </a:extLst>
          </p:cNvPr>
          <p:cNvSpPr/>
          <p:nvPr/>
        </p:nvSpPr>
        <p:spPr>
          <a:xfrm>
            <a:off x="1208754" y="994180"/>
            <a:ext cx="196599" cy="6505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Geschweifte Klammer links 38">
            <a:extLst>
              <a:ext uri="{FF2B5EF4-FFF2-40B4-BE49-F238E27FC236}">
                <a16:creationId xmlns:a16="http://schemas.microsoft.com/office/drawing/2014/main" id="{CBA056D0-42DA-D2CE-1EC0-9CCE338DF6B3}"/>
              </a:ext>
            </a:extLst>
          </p:cNvPr>
          <p:cNvSpPr/>
          <p:nvPr/>
        </p:nvSpPr>
        <p:spPr>
          <a:xfrm>
            <a:off x="1170298" y="3735078"/>
            <a:ext cx="257337" cy="9351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56553A-9A4C-1E19-B27B-2D993B33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1A8A2D-3E36-17EC-3693-31A5FD6C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7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527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</a:pPr>
            <a:r>
              <a:rPr lang="en-US" noProof="0" dirty="0"/>
              <a:t>Today</a:t>
            </a:r>
          </a:p>
        </p:txBody>
      </p:sp>
      <p:sp>
        <p:nvSpPr>
          <p:cNvPr id="72" name="Google Shape;72;p16"/>
          <p:cNvSpPr txBox="1">
            <a:spLocks noGrp="1"/>
          </p:cNvSpPr>
          <p:nvPr>
            <p:ph idx="1"/>
          </p:nvPr>
        </p:nvSpPr>
        <p:spPr>
          <a:xfrm>
            <a:off x="628650" y="1230934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endParaRPr lang="en-US" u="sng" noProof="0" dirty="0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 dirty="0"/>
              <a:t>Frequency Response Plots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 dirty="0"/>
              <a:t>Bode Plots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 dirty="0"/>
              <a:t>Polar Plots</a:t>
            </a: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endParaRPr lang="en-US" u="sng" noProof="0" dirty="0"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Kissan Varatharajan - </a:t>
            </a:r>
            <a:r>
              <a:rPr lang="en-US" noProof="0" dirty="0" err="1"/>
              <a:t>kissanv.github.io</a:t>
            </a:r>
            <a:endParaRPr lang="en-US" noProof="0"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5152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F4AE5C-3E2F-B68C-A037-64DF367CE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959851" cy="1790700"/>
          </a:xfrm>
        </p:spPr>
        <p:txBody>
          <a:bodyPr/>
          <a:lstStyle/>
          <a:p>
            <a:r>
              <a:rPr lang="en-US" noProof="0" dirty="0"/>
              <a:t>1. Frequency Response Plots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EC819A-74B0-7EC8-4337-41DC3E86B6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33F9BA-5972-1172-A390-8A7AA1A2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2D4EBF-656E-D2D2-0159-2EA0943B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9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0333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1CA189-F172-C2C2-7A81-062C78AA8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BC2E1AC-1B7C-75D1-FC7C-5757880EE7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02869"/>
                <a:ext cx="7886700" cy="339804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Last week we look at time-domain specifications: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This means we analyzed the response to a test signal in time domain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b="1" dirty="0">
                    <a:solidFill>
                      <a:schemeClr val="accent6"/>
                    </a:solidFill>
                  </a:rPr>
                  <a:t> Signal behavior over time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chemeClr val="accent6"/>
                  </a:solidFill>
                </a:endParaRPr>
              </a:p>
              <a:p>
                <a:r>
                  <a:rPr lang="en-US" dirty="0"/>
                  <a:t>But we said inputs are often sinusoids. What if we want to look at how a system responds to different frequencies?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b="1" dirty="0">
                    <a:solidFill>
                      <a:schemeClr val="accent6"/>
                    </a:solidFill>
                  </a:rPr>
                  <a:t> Signal behavior over frequency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BC2E1AC-1B7C-75D1-FC7C-5757880EE7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02869"/>
                <a:ext cx="7886700" cy="3398044"/>
              </a:xfrm>
              <a:blipFill>
                <a:blip r:embed="rId2"/>
                <a:stretch>
                  <a:fillRect l="-482" t="-1859" b="-1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1FE169-0F3F-93E6-FACA-F191C2B39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64DAE4-448F-8337-FFBA-742FC57B8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A14A5C51-F399-8790-BC2A-FAE73FCC75B3}"/>
              </a:ext>
            </a:extLst>
          </p:cNvPr>
          <p:cNvGrpSpPr/>
          <p:nvPr/>
        </p:nvGrpSpPr>
        <p:grpSpPr>
          <a:xfrm>
            <a:off x="5728446" y="717397"/>
            <a:ext cx="3415553" cy="1854354"/>
            <a:chOff x="195332" y="1305842"/>
            <a:chExt cx="5213064" cy="3386730"/>
          </a:xfrm>
        </p:grpSpPr>
        <p:cxnSp>
          <p:nvCxnSpPr>
            <p:cNvPr id="6" name="Gewinkelte Verbindung 5">
              <a:extLst>
                <a:ext uri="{FF2B5EF4-FFF2-40B4-BE49-F238E27FC236}">
                  <a16:creationId xmlns:a16="http://schemas.microsoft.com/office/drawing/2014/main" id="{CA66F73E-664C-A8B2-DA3A-5E5808C7DF93}"/>
                </a:ext>
              </a:extLst>
            </p:cNvPr>
            <p:cNvCxnSpPr>
              <a:cxnSpLocks/>
            </p:cNvCxnSpPr>
            <p:nvPr/>
          </p:nvCxnSpPr>
          <p:spPr>
            <a:xfrm>
              <a:off x="628650" y="1613186"/>
              <a:ext cx="4450618" cy="2775569"/>
            </a:xfrm>
            <a:prstGeom prst="bentConnector3">
              <a:avLst>
                <a:gd name="adj1" fmla="val 0"/>
              </a:avLst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F7305EDE-9006-DF39-3EE8-F0EF2D1728FC}"/>
                    </a:ext>
                  </a:extLst>
                </p:cNvPr>
                <p:cNvSpPr txBox="1"/>
                <p:nvPr/>
              </p:nvSpPr>
              <p:spPr>
                <a:xfrm>
                  <a:off x="195332" y="1305842"/>
                  <a:ext cx="60555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F7305EDE-9006-DF39-3EE8-F0EF2D1728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332" y="1305842"/>
                  <a:ext cx="605550" cy="338554"/>
                </a:xfrm>
                <a:prstGeom prst="rect">
                  <a:avLst/>
                </a:prstGeom>
                <a:blipFill>
                  <a:blip r:embed="rId3"/>
                  <a:stretch>
                    <a:fillRect r="-12500" b="-81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F9D970BD-2CB0-3257-D770-65C7EDED2449}"/>
                    </a:ext>
                  </a:extLst>
                </p:cNvPr>
                <p:cNvSpPr txBox="1"/>
                <p:nvPr/>
              </p:nvSpPr>
              <p:spPr>
                <a:xfrm>
                  <a:off x="5079268" y="4215518"/>
                  <a:ext cx="32912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sz="1600" noProof="0"/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F9D970BD-2CB0-3257-D770-65C7EDED2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9268" y="4215518"/>
                  <a:ext cx="329128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11765" b="-6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9E37EAD0-8E03-69EB-959B-B15C3363935D}"/>
                </a:ext>
              </a:extLst>
            </p:cNvPr>
            <p:cNvGrpSpPr/>
            <p:nvPr/>
          </p:nvGrpSpPr>
          <p:grpSpPr>
            <a:xfrm>
              <a:off x="628650" y="2365800"/>
              <a:ext cx="4264761" cy="2018995"/>
              <a:chOff x="1250899" y="2267712"/>
              <a:chExt cx="4264761" cy="2018995"/>
            </a:xfrm>
          </p:grpSpPr>
          <p:cxnSp>
            <p:nvCxnSpPr>
              <p:cNvPr id="10" name="Gerade Verbindung 9">
                <a:extLst>
                  <a:ext uri="{FF2B5EF4-FFF2-40B4-BE49-F238E27FC236}">
                    <a16:creationId xmlns:a16="http://schemas.microsoft.com/office/drawing/2014/main" id="{7BF05881-063F-3E73-B76D-B146C8F633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899" y="2267712"/>
                <a:ext cx="0" cy="2018995"/>
              </a:xfrm>
              <a:prstGeom prst="line">
                <a:avLst/>
              </a:prstGeom>
              <a:ln w="317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 Verbindung 10">
                <a:extLst>
                  <a:ext uri="{FF2B5EF4-FFF2-40B4-BE49-F238E27FC236}">
                    <a16:creationId xmlns:a16="http://schemas.microsoft.com/office/drawing/2014/main" id="{D4DE7C3B-E417-E7A6-8B6B-DCC4F830E3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50899" y="2267712"/>
                <a:ext cx="4264761" cy="0"/>
              </a:xfrm>
              <a:prstGeom prst="line">
                <a:avLst/>
              </a:prstGeom>
              <a:ln w="317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6874B63F-4D6B-CE17-3A47-03DD75FA593B}"/>
                    </a:ext>
                  </a:extLst>
                </p:cNvPr>
                <p:cNvSpPr txBox="1"/>
                <p:nvPr/>
              </p:nvSpPr>
              <p:spPr>
                <a:xfrm>
                  <a:off x="4908498" y="2027246"/>
                  <a:ext cx="34464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1600" noProof="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6874B63F-4D6B-CE17-3A47-03DD75FA59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8498" y="2027246"/>
                  <a:ext cx="344646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11111" b="-5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64DC9884-CE68-AE7F-3FD4-005360B94BD7}"/>
                </a:ext>
              </a:extLst>
            </p:cNvPr>
            <p:cNvSpPr/>
            <p:nvPr/>
          </p:nvSpPr>
          <p:spPr>
            <a:xfrm>
              <a:off x="643737" y="1686111"/>
              <a:ext cx="4515923" cy="2703009"/>
            </a:xfrm>
            <a:custGeom>
              <a:avLst/>
              <a:gdLst>
                <a:gd name="connsiteX0" fmla="*/ 0 w 4315968"/>
                <a:gd name="connsiteY0" fmla="*/ 2703009 h 2703009"/>
                <a:gd name="connsiteX1" fmla="*/ 453542 w 4315968"/>
                <a:gd name="connsiteY1" fmla="*/ 32961 h 2703009"/>
                <a:gd name="connsiteX2" fmla="*/ 929030 w 4315968"/>
                <a:gd name="connsiteY2" fmla="*/ 1159502 h 2703009"/>
                <a:gd name="connsiteX3" fmla="*/ 1704441 w 4315968"/>
                <a:gd name="connsiteY3" fmla="*/ 347515 h 2703009"/>
                <a:gd name="connsiteX4" fmla="*/ 2523744 w 4315968"/>
                <a:gd name="connsiteY4" fmla="*/ 976622 h 2703009"/>
                <a:gd name="connsiteX5" fmla="*/ 3416198 w 4315968"/>
                <a:gd name="connsiteY5" fmla="*/ 493819 h 2703009"/>
                <a:gd name="connsiteX6" fmla="*/ 4315968 w 4315968"/>
                <a:gd name="connsiteY6" fmla="*/ 559655 h 270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5968" h="2703009">
                  <a:moveTo>
                    <a:pt x="0" y="2703009"/>
                  </a:moveTo>
                  <a:cubicBezTo>
                    <a:pt x="149352" y="1496610"/>
                    <a:pt x="298704" y="290212"/>
                    <a:pt x="453542" y="32961"/>
                  </a:cubicBezTo>
                  <a:cubicBezTo>
                    <a:pt x="608380" y="-224290"/>
                    <a:pt x="720547" y="1107076"/>
                    <a:pt x="929030" y="1159502"/>
                  </a:cubicBezTo>
                  <a:cubicBezTo>
                    <a:pt x="1137513" y="1211928"/>
                    <a:pt x="1438655" y="377995"/>
                    <a:pt x="1704441" y="347515"/>
                  </a:cubicBezTo>
                  <a:cubicBezTo>
                    <a:pt x="1970227" y="317035"/>
                    <a:pt x="2238451" y="952238"/>
                    <a:pt x="2523744" y="976622"/>
                  </a:cubicBezTo>
                  <a:cubicBezTo>
                    <a:pt x="2809037" y="1001006"/>
                    <a:pt x="3117494" y="563314"/>
                    <a:pt x="3416198" y="493819"/>
                  </a:cubicBezTo>
                  <a:cubicBezTo>
                    <a:pt x="3714902" y="424324"/>
                    <a:pt x="4015435" y="491989"/>
                    <a:pt x="4315968" y="559655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cxnSp>
          <p:nvCxnSpPr>
            <p:cNvPr id="14" name="Gerade Verbindung 13">
              <a:extLst>
                <a:ext uri="{FF2B5EF4-FFF2-40B4-BE49-F238E27FC236}">
                  <a16:creationId xmlns:a16="http://schemas.microsoft.com/office/drawing/2014/main" id="{FA4E9F67-0359-4357-A1FC-BDA9D82EDBFD}"/>
                </a:ext>
              </a:extLst>
            </p:cNvPr>
            <p:cNvCxnSpPr>
              <a:cxnSpLocks/>
            </p:cNvCxnSpPr>
            <p:nvPr/>
          </p:nvCxnSpPr>
          <p:spPr>
            <a:xfrm>
              <a:off x="945321" y="2365800"/>
              <a:ext cx="0" cy="2018995"/>
            </a:xfrm>
            <a:prstGeom prst="line">
              <a:avLst/>
            </a:prstGeom>
            <a:ln w="25400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D6561D29-5629-037A-7AB2-EF1C4BAED4F3}"/>
                    </a:ext>
                  </a:extLst>
                </p:cNvPr>
                <p:cNvSpPr txBox="1"/>
                <p:nvPr/>
              </p:nvSpPr>
              <p:spPr>
                <a:xfrm>
                  <a:off x="628649" y="4384795"/>
                  <a:ext cx="65915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noProof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 noProof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100%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D6561D29-5629-037A-7AB2-EF1C4BAED4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49" y="4384795"/>
                  <a:ext cx="659155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28571" b="-8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Gerade Verbindung 15">
              <a:extLst>
                <a:ext uri="{FF2B5EF4-FFF2-40B4-BE49-F238E27FC236}">
                  <a16:creationId xmlns:a16="http://schemas.microsoft.com/office/drawing/2014/main" id="{E8F4B74F-DCA6-1597-33FA-B0C366A3CE60}"/>
                </a:ext>
              </a:extLst>
            </p:cNvPr>
            <p:cNvCxnSpPr>
              <a:cxnSpLocks/>
            </p:cNvCxnSpPr>
            <p:nvPr/>
          </p:nvCxnSpPr>
          <p:spPr>
            <a:xfrm>
              <a:off x="1162845" y="1690045"/>
              <a:ext cx="44642" cy="2702134"/>
            </a:xfrm>
            <a:prstGeom prst="line">
              <a:avLst/>
            </a:prstGeom>
            <a:ln w="2540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CBACE912-7E97-98C3-1E54-03FBFE9B9217}"/>
                    </a:ext>
                  </a:extLst>
                </p:cNvPr>
                <p:cNvSpPr txBox="1"/>
                <p:nvPr/>
              </p:nvSpPr>
              <p:spPr>
                <a:xfrm>
                  <a:off x="1225821" y="3917968"/>
                  <a:ext cx="398378" cy="3243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noProof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 noProof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CBACE912-7E97-98C3-1E54-03FBFE9B9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821" y="3917968"/>
                  <a:ext cx="398378" cy="324385"/>
                </a:xfrm>
                <a:prstGeom prst="rect">
                  <a:avLst/>
                </a:prstGeom>
                <a:blipFill>
                  <a:blip r:embed="rId7"/>
                  <a:stretch>
                    <a:fillRect r="-14286" b="-8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03D62776-0338-8636-90F4-809B46D864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7209" y="1686111"/>
              <a:ext cx="0" cy="679689"/>
            </a:xfrm>
            <a:prstGeom prst="straightConnector1">
              <a:avLst/>
            </a:prstGeom>
            <a:ln w="25400">
              <a:solidFill>
                <a:srgbClr val="0708F5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1952CD15-777E-5CB9-392D-832D5910424C}"/>
                    </a:ext>
                  </a:extLst>
                </p:cNvPr>
                <p:cNvSpPr txBox="1"/>
                <p:nvPr/>
              </p:nvSpPr>
              <p:spPr>
                <a:xfrm>
                  <a:off x="1568485" y="1568236"/>
                  <a:ext cx="457305" cy="32438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noProof="0" smtClean="0">
                                <a:solidFill>
                                  <a:srgbClr val="0708F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solidFill>
                                  <a:srgbClr val="0708F5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 noProof="0" smtClean="0">
                                <a:solidFill>
                                  <a:srgbClr val="0708F5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1952CD15-777E-5CB9-392D-832D591042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8485" y="1568236"/>
                  <a:ext cx="457305" cy="324384"/>
                </a:xfrm>
                <a:prstGeom prst="rect">
                  <a:avLst/>
                </a:prstGeom>
                <a:blipFill>
                  <a:blip r:embed="rId8"/>
                  <a:stretch>
                    <a:fillRect r="-20000" b="-8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Gerade Verbindung 19">
              <a:extLst>
                <a:ext uri="{FF2B5EF4-FFF2-40B4-BE49-F238E27FC236}">
                  <a16:creationId xmlns:a16="http://schemas.microsoft.com/office/drawing/2014/main" id="{ED157480-89B5-354C-D567-7AB63E233582}"/>
                </a:ext>
              </a:extLst>
            </p:cNvPr>
            <p:cNvCxnSpPr>
              <a:cxnSpLocks/>
            </p:cNvCxnSpPr>
            <p:nvPr/>
          </p:nvCxnSpPr>
          <p:spPr>
            <a:xfrm>
              <a:off x="611557" y="2149571"/>
              <a:ext cx="4626500" cy="8546"/>
            </a:xfrm>
            <a:prstGeom prst="line">
              <a:avLst/>
            </a:prstGeom>
            <a:ln w="25400">
              <a:solidFill>
                <a:schemeClr val="accent4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20">
              <a:extLst>
                <a:ext uri="{FF2B5EF4-FFF2-40B4-BE49-F238E27FC236}">
                  <a16:creationId xmlns:a16="http://schemas.microsoft.com/office/drawing/2014/main" id="{FE031002-F238-7320-A6C5-55988DBC1003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" y="2583448"/>
              <a:ext cx="4594320" cy="0"/>
            </a:xfrm>
            <a:prstGeom prst="line">
              <a:avLst/>
            </a:prstGeom>
            <a:ln w="25400">
              <a:solidFill>
                <a:schemeClr val="accent4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917295C9-A2CA-C37D-269D-8573CEFB212C}"/>
                    </a:ext>
                  </a:extLst>
                </p:cNvPr>
                <p:cNvSpPr txBox="1"/>
                <p:nvPr/>
              </p:nvSpPr>
              <p:spPr>
                <a:xfrm>
                  <a:off x="4964925" y="2650126"/>
                  <a:ext cx="4078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noProof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 noProof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917295C9-A2CA-C37D-269D-8573CEFB21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4925" y="2650126"/>
                  <a:ext cx="407804" cy="307777"/>
                </a:xfrm>
                <a:prstGeom prst="rect">
                  <a:avLst/>
                </a:prstGeom>
                <a:blipFill>
                  <a:blip r:embed="rId9"/>
                  <a:stretch>
                    <a:fillRect r="-13043" b="-7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953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2CAF0-BA59-E6C9-5EF7-E75B276C3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frequencies?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79DF96-E578-8A67-8138-C7BC0D1CB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466" y="1268016"/>
            <a:ext cx="7886700" cy="3263504"/>
          </a:xfrm>
        </p:spPr>
        <p:txBody>
          <a:bodyPr/>
          <a:lstStyle/>
          <a:p>
            <a:r>
              <a:rPr lang="en-US" dirty="0"/>
              <a:t>Many signals can be written as complex exponentials:</a:t>
            </a:r>
          </a:p>
          <a:p>
            <a:r>
              <a:rPr lang="en-US" dirty="0"/>
              <a:t>And with a stable system we have:</a:t>
            </a:r>
          </a:p>
          <a:p>
            <a:endParaRPr lang="en-US" dirty="0"/>
          </a:p>
          <a:p>
            <a:r>
              <a:rPr lang="en-US" dirty="0"/>
              <a:t>Input signals change amplitude and phase 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3062AC9-ED5E-6404-35FF-B4E3BD9FE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de-CH" kern="120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5996B0-0ED4-314B-C53E-2B4087847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11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E89661C-BC84-5336-5281-13B0D3005BBF}"/>
                  </a:ext>
                </a:extLst>
              </p:cNvPr>
              <p:cNvSpPr txBox="1"/>
              <p:nvPr/>
            </p:nvSpPr>
            <p:spPr>
              <a:xfrm>
                <a:off x="5847531" y="1235707"/>
                <a:ext cx="3406253" cy="3552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l-GR" sz="160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𝑐𝑜</m:t>
                      </m:r>
                      <m:func>
                        <m:func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fName>
                        <m:e>
                          <m:d>
                            <m:d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160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 dirty="0" err="1" smtClean="0"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160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E89661C-BC84-5336-5281-13B0D3005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531" y="1235707"/>
                <a:ext cx="3406253" cy="355225"/>
              </a:xfrm>
              <a:prstGeom prst="rect">
                <a:avLst/>
              </a:prstGeom>
              <a:blipFill>
                <a:blip r:embed="rId3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6032E768-E8FC-79AF-762D-97B53D5BE212}"/>
                  </a:ext>
                </a:extLst>
              </p:cNvPr>
              <p:cNvSpPr txBox="1"/>
              <p:nvPr/>
            </p:nvSpPr>
            <p:spPr>
              <a:xfrm>
                <a:off x="3913009" y="1503759"/>
                <a:ext cx="4273157" cy="438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l-GR" sz="16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sSup>
                        <m:sSup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l-GR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l-GR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sz="16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+∠</m:t>
                                  </m:r>
                                  <m:r>
                                    <a:rPr lang="de-CH" sz="1600" b="0" i="1" dirty="0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l-GR" sz="1600" i="1" dirty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6032E768-E8FC-79AF-762D-97B53D5BE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009" y="1503759"/>
                <a:ext cx="4273157" cy="438966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eschweifte Klammer links 7">
            <a:extLst>
              <a:ext uri="{FF2B5EF4-FFF2-40B4-BE49-F238E27FC236}">
                <a16:creationId xmlns:a16="http://schemas.microsoft.com/office/drawing/2014/main" id="{AFC51BE2-5305-60DD-3CA8-9D33837CB59A}"/>
              </a:ext>
            </a:extLst>
          </p:cNvPr>
          <p:cNvSpPr/>
          <p:nvPr/>
        </p:nvSpPr>
        <p:spPr>
          <a:xfrm rot="16200000">
            <a:off x="6346585" y="1659866"/>
            <a:ext cx="150982" cy="614049"/>
          </a:xfrm>
          <a:prstGeom prst="leftBrace">
            <a:avLst/>
          </a:prstGeom>
          <a:ln w="19050">
            <a:solidFill>
              <a:srgbClr val="178F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Geschweifte Klammer links 8">
            <a:extLst>
              <a:ext uri="{FF2B5EF4-FFF2-40B4-BE49-F238E27FC236}">
                <a16:creationId xmlns:a16="http://schemas.microsoft.com/office/drawing/2014/main" id="{E50A8465-36BA-DDFA-DD0E-E00DED147602}"/>
              </a:ext>
            </a:extLst>
          </p:cNvPr>
          <p:cNvSpPr/>
          <p:nvPr/>
        </p:nvSpPr>
        <p:spPr>
          <a:xfrm rot="16200000">
            <a:off x="7583697" y="1543994"/>
            <a:ext cx="150982" cy="543828"/>
          </a:xfrm>
          <a:prstGeom prst="leftBrac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8E438EC-E9EB-B42F-2164-F2ED428C85D1}"/>
              </a:ext>
            </a:extLst>
          </p:cNvPr>
          <p:cNvSpPr txBox="1"/>
          <p:nvPr/>
        </p:nvSpPr>
        <p:spPr>
          <a:xfrm>
            <a:off x="7202589" y="1819365"/>
            <a:ext cx="1050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 shift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380E624-1E1C-8E1D-28E9-4161AA07CD1D}"/>
              </a:ext>
            </a:extLst>
          </p:cNvPr>
          <p:cNvSpPr txBox="1"/>
          <p:nvPr/>
        </p:nvSpPr>
        <p:spPr>
          <a:xfrm>
            <a:off x="5861799" y="2024579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78F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amplification</a:t>
            </a: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B73ADED0-E1B1-A9C4-698C-BAC5E9A874E9}"/>
              </a:ext>
            </a:extLst>
          </p:cNvPr>
          <p:cNvGrpSpPr/>
          <p:nvPr/>
        </p:nvGrpSpPr>
        <p:grpSpPr>
          <a:xfrm>
            <a:off x="739554" y="2828070"/>
            <a:ext cx="3503262" cy="1928879"/>
            <a:chOff x="1183710" y="2747425"/>
            <a:chExt cx="3503262" cy="1928879"/>
          </a:xfrm>
        </p:grpSpPr>
        <p:cxnSp>
          <p:nvCxnSpPr>
            <p:cNvPr id="14" name="Gerade Verbindung 13">
              <a:extLst>
                <a:ext uri="{FF2B5EF4-FFF2-40B4-BE49-F238E27FC236}">
                  <a16:creationId xmlns:a16="http://schemas.microsoft.com/office/drawing/2014/main" id="{15687240-9B0A-EE0A-D82A-AED1B7538BA8}"/>
                </a:ext>
              </a:extLst>
            </p:cNvPr>
            <p:cNvCxnSpPr/>
            <p:nvPr/>
          </p:nvCxnSpPr>
          <p:spPr>
            <a:xfrm>
              <a:off x="1187777" y="2875175"/>
              <a:ext cx="0" cy="16563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C47D712E-4C3C-7067-551D-333554715412}"/>
                </a:ext>
              </a:extLst>
            </p:cNvPr>
            <p:cNvCxnSpPr/>
            <p:nvPr/>
          </p:nvCxnSpPr>
          <p:spPr>
            <a:xfrm>
              <a:off x="1197204" y="3667027"/>
              <a:ext cx="29977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ihandform 16">
              <a:extLst>
                <a:ext uri="{FF2B5EF4-FFF2-40B4-BE49-F238E27FC236}">
                  <a16:creationId xmlns:a16="http://schemas.microsoft.com/office/drawing/2014/main" id="{BD935FF3-6372-33A8-1BF0-D275E5B03EEC}"/>
                </a:ext>
              </a:extLst>
            </p:cNvPr>
            <p:cNvSpPr/>
            <p:nvPr/>
          </p:nvSpPr>
          <p:spPr>
            <a:xfrm>
              <a:off x="1183710" y="2993697"/>
              <a:ext cx="2821666" cy="1410197"/>
            </a:xfrm>
            <a:custGeom>
              <a:avLst/>
              <a:gdLst>
                <a:gd name="connsiteX0" fmla="*/ 0 w 2699358"/>
                <a:gd name="connsiteY0" fmla="*/ 745300 h 1478074"/>
                <a:gd name="connsiteX1" fmla="*/ 419622 w 2699358"/>
                <a:gd name="connsiteY1" fmla="*/ 118999 h 1478074"/>
                <a:gd name="connsiteX2" fmla="*/ 751561 w 2699358"/>
                <a:gd name="connsiteY2" fmla="*/ 764089 h 1478074"/>
                <a:gd name="connsiteX3" fmla="*/ 989556 w 2699358"/>
                <a:gd name="connsiteY3" fmla="*/ 1478073 h 1478074"/>
                <a:gd name="connsiteX4" fmla="*/ 1321495 w 2699358"/>
                <a:gd name="connsiteY4" fmla="*/ 757826 h 1478074"/>
                <a:gd name="connsiteX5" fmla="*/ 1628383 w 2699358"/>
                <a:gd name="connsiteY5" fmla="*/ 1 h 1478074"/>
                <a:gd name="connsiteX6" fmla="*/ 2060531 w 2699358"/>
                <a:gd name="connsiteY6" fmla="*/ 764089 h 1478074"/>
                <a:gd name="connsiteX7" fmla="*/ 2398734 w 2699358"/>
                <a:gd name="connsiteY7" fmla="*/ 1427968 h 1478074"/>
                <a:gd name="connsiteX8" fmla="*/ 2699358 w 2699358"/>
                <a:gd name="connsiteY8" fmla="*/ 757826 h 1478074"/>
                <a:gd name="connsiteX0" fmla="*/ 0 w 2699358"/>
                <a:gd name="connsiteY0" fmla="*/ 745300 h 1478074"/>
                <a:gd name="connsiteX1" fmla="*/ 413359 w 2699358"/>
                <a:gd name="connsiteY1" fmla="*/ 87684 h 1478074"/>
                <a:gd name="connsiteX2" fmla="*/ 751561 w 2699358"/>
                <a:gd name="connsiteY2" fmla="*/ 764089 h 1478074"/>
                <a:gd name="connsiteX3" fmla="*/ 989556 w 2699358"/>
                <a:gd name="connsiteY3" fmla="*/ 1478073 h 1478074"/>
                <a:gd name="connsiteX4" fmla="*/ 1321495 w 2699358"/>
                <a:gd name="connsiteY4" fmla="*/ 757826 h 1478074"/>
                <a:gd name="connsiteX5" fmla="*/ 1628383 w 2699358"/>
                <a:gd name="connsiteY5" fmla="*/ 1 h 1478074"/>
                <a:gd name="connsiteX6" fmla="*/ 2060531 w 2699358"/>
                <a:gd name="connsiteY6" fmla="*/ 764089 h 1478074"/>
                <a:gd name="connsiteX7" fmla="*/ 2398734 w 2699358"/>
                <a:gd name="connsiteY7" fmla="*/ 1427968 h 1478074"/>
                <a:gd name="connsiteX8" fmla="*/ 2699358 w 2699358"/>
                <a:gd name="connsiteY8" fmla="*/ 757826 h 1478074"/>
                <a:gd name="connsiteX0" fmla="*/ 0 w 2699358"/>
                <a:gd name="connsiteY0" fmla="*/ 745300 h 1478075"/>
                <a:gd name="connsiteX1" fmla="*/ 413359 w 2699358"/>
                <a:gd name="connsiteY1" fmla="*/ 87684 h 1478075"/>
                <a:gd name="connsiteX2" fmla="*/ 751561 w 2699358"/>
                <a:gd name="connsiteY2" fmla="*/ 764089 h 1478075"/>
                <a:gd name="connsiteX3" fmla="*/ 989556 w 2699358"/>
                <a:gd name="connsiteY3" fmla="*/ 1478073 h 1478075"/>
                <a:gd name="connsiteX4" fmla="*/ 1321495 w 2699358"/>
                <a:gd name="connsiteY4" fmla="*/ 757826 h 1478075"/>
                <a:gd name="connsiteX5" fmla="*/ 1628383 w 2699358"/>
                <a:gd name="connsiteY5" fmla="*/ 1 h 1478075"/>
                <a:gd name="connsiteX6" fmla="*/ 2060531 w 2699358"/>
                <a:gd name="connsiteY6" fmla="*/ 764089 h 1478075"/>
                <a:gd name="connsiteX7" fmla="*/ 2398734 w 2699358"/>
                <a:gd name="connsiteY7" fmla="*/ 1427968 h 1478075"/>
                <a:gd name="connsiteX8" fmla="*/ 2699358 w 2699358"/>
                <a:gd name="connsiteY8" fmla="*/ 757826 h 1478075"/>
                <a:gd name="connsiteX0" fmla="*/ 0 w 2699358"/>
                <a:gd name="connsiteY0" fmla="*/ 745547 h 1478615"/>
                <a:gd name="connsiteX1" fmla="*/ 413359 w 2699358"/>
                <a:gd name="connsiteY1" fmla="*/ 87931 h 1478615"/>
                <a:gd name="connsiteX2" fmla="*/ 751561 w 2699358"/>
                <a:gd name="connsiteY2" fmla="*/ 764336 h 1478615"/>
                <a:gd name="connsiteX3" fmla="*/ 989556 w 2699358"/>
                <a:gd name="connsiteY3" fmla="*/ 1478320 h 1478615"/>
                <a:gd name="connsiteX4" fmla="*/ 1280552 w 2699358"/>
                <a:gd name="connsiteY4" fmla="*/ 689834 h 1478615"/>
                <a:gd name="connsiteX5" fmla="*/ 1628383 w 2699358"/>
                <a:gd name="connsiteY5" fmla="*/ 248 h 1478615"/>
                <a:gd name="connsiteX6" fmla="*/ 2060531 w 2699358"/>
                <a:gd name="connsiteY6" fmla="*/ 764336 h 1478615"/>
                <a:gd name="connsiteX7" fmla="*/ 2398734 w 2699358"/>
                <a:gd name="connsiteY7" fmla="*/ 1428215 h 1478615"/>
                <a:gd name="connsiteX8" fmla="*/ 2699358 w 2699358"/>
                <a:gd name="connsiteY8" fmla="*/ 758073 h 1478615"/>
                <a:gd name="connsiteX0" fmla="*/ 0 w 2699358"/>
                <a:gd name="connsiteY0" fmla="*/ 745305 h 1478084"/>
                <a:gd name="connsiteX1" fmla="*/ 413359 w 2699358"/>
                <a:gd name="connsiteY1" fmla="*/ 87689 h 1478084"/>
                <a:gd name="connsiteX2" fmla="*/ 751561 w 2699358"/>
                <a:gd name="connsiteY2" fmla="*/ 764094 h 1478084"/>
                <a:gd name="connsiteX3" fmla="*/ 989556 w 2699358"/>
                <a:gd name="connsiteY3" fmla="*/ 1478078 h 1478084"/>
                <a:gd name="connsiteX4" fmla="*/ 1307848 w 2699358"/>
                <a:gd name="connsiteY4" fmla="*/ 776028 h 1478084"/>
                <a:gd name="connsiteX5" fmla="*/ 1628383 w 2699358"/>
                <a:gd name="connsiteY5" fmla="*/ 6 h 1478084"/>
                <a:gd name="connsiteX6" fmla="*/ 2060531 w 2699358"/>
                <a:gd name="connsiteY6" fmla="*/ 764094 h 1478084"/>
                <a:gd name="connsiteX7" fmla="*/ 2398734 w 2699358"/>
                <a:gd name="connsiteY7" fmla="*/ 1427973 h 1478084"/>
                <a:gd name="connsiteX8" fmla="*/ 2699358 w 2699358"/>
                <a:gd name="connsiteY8" fmla="*/ 757831 h 1478084"/>
                <a:gd name="connsiteX0" fmla="*/ 0 w 2699358"/>
                <a:gd name="connsiteY0" fmla="*/ 745305 h 1478084"/>
                <a:gd name="connsiteX1" fmla="*/ 413359 w 2699358"/>
                <a:gd name="connsiteY1" fmla="*/ 87689 h 1478084"/>
                <a:gd name="connsiteX2" fmla="*/ 751561 w 2699358"/>
                <a:gd name="connsiteY2" fmla="*/ 764094 h 1478084"/>
                <a:gd name="connsiteX3" fmla="*/ 989556 w 2699358"/>
                <a:gd name="connsiteY3" fmla="*/ 1478078 h 1478084"/>
                <a:gd name="connsiteX4" fmla="*/ 1307848 w 2699358"/>
                <a:gd name="connsiteY4" fmla="*/ 776028 h 1478084"/>
                <a:gd name="connsiteX5" fmla="*/ 1628383 w 2699358"/>
                <a:gd name="connsiteY5" fmla="*/ 6 h 1478084"/>
                <a:gd name="connsiteX6" fmla="*/ 2060531 w 2699358"/>
                <a:gd name="connsiteY6" fmla="*/ 764094 h 1478084"/>
                <a:gd name="connsiteX7" fmla="*/ 2398734 w 2699358"/>
                <a:gd name="connsiteY7" fmla="*/ 1427973 h 1478084"/>
                <a:gd name="connsiteX8" fmla="*/ 2699358 w 2699358"/>
                <a:gd name="connsiteY8" fmla="*/ 757831 h 1478084"/>
                <a:gd name="connsiteX0" fmla="*/ 0 w 2699358"/>
                <a:gd name="connsiteY0" fmla="*/ 745305 h 1473535"/>
                <a:gd name="connsiteX1" fmla="*/ 413359 w 2699358"/>
                <a:gd name="connsiteY1" fmla="*/ 87689 h 1473535"/>
                <a:gd name="connsiteX2" fmla="*/ 751561 w 2699358"/>
                <a:gd name="connsiteY2" fmla="*/ 764094 h 1473535"/>
                <a:gd name="connsiteX3" fmla="*/ 1053246 w 2699358"/>
                <a:gd name="connsiteY3" fmla="*/ 1473529 h 1473535"/>
                <a:gd name="connsiteX4" fmla="*/ 1307848 w 2699358"/>
                <a:gd name="connsiteY4" fmla="*/ 776028 h 1473535"/>
                <a:gd name="connsiteX5" fmla="*/ 1628383 w 2699358"/>
                <a:gd name="connsiteY5" fmla="*/ 6 h 1473535"/>
                <a:gd name="connsiteX6" fmla="*/ 2060531 w 2699358"/>
                <a:gd name="connsiteY6" fmla="*/ 764094 h 1473535"/>
                <a:gd name="connsiteX7" fmla="*/ 2398734 w 2699358"/>
                <a:gd name="connsiteY7" fmla="*/ 1427973 h 1473535"/>
                <a:gd name="connsiteX8" fmla="*/ 2699358 w 2699358"/>
                <a:gd name="connsiteY8" fmla="*/ 757831 h 1473535"/>
                <a:gd name="connsiteX0" fmla="*/ 0 w 2699358"/>
                <a:gd name="connsiteY0" fmla="*/ 745309 h 1473545"/>
                <a:gd name="connsiteX1" fmla="*/ 413359 w 2699358"/>
                <a:gd name="connsiteY1" fmla="*/ 87693 h 1473545"/>
                <a:gd name="connsiteX2" fmla="*/ 751561 w 2699358"/>
                <a:gd name="connsiteY2" fmla="*/ 764098 h 1473545"/>
                <a:gd name="connsiteX3" fmla="*/ 1053246 w 2699358"/>
                <a:gd name="connsiteY3" fmla="*/ 1473533 h 1473545"/>
                <a:gd name="connsiteX4" fmla="*/ 1398833 w 2699358"/>
                <a:gd name="connsiteY4" fmla="*/ 780581 h 1473545"/>
                <a:gd name="connsiteX5" fmla="*/ 1628383 w 2699358"/>
                <a:gd name="connsiteY5" fmla="*/ 10 h 1473545"/>
                <a:gd name="connsiteX6" fmla="*/ 2060531 w 2699358"/>
                <a:gd name="connsiteY6" fmla="*/ 764098 h 1473545"/>
                <a:gd name="connsiteX7" fmla="*/ 2398734 w 2699358"/>
                <a:gd name="connsiteY7" fmla="*/ 1427977 h 1473545"/>
                <a:gd name="connsiteX8" fmla="*/ 2699358 w 2699358"/>
                <a:gd name="connsiteY8" fmla="*/ 757835 h 1473545"/>
                <a:gd name="connsiteX0" fmla="*/ 0 w 2699358"/>
                <a:gd name="connsiteY0" fmla="*/ 745316 h 1473560"/>
                <a:gd name="connsiteX1" fmla="*/ 413359 w 2699358"/>
                <a:gd name="connsiteY1" fmla="*/ 87700 h 1473560"/>
                <a:gd name="connsiteX2" fmla="*/ 751561 w 2699358"/>
                <a:gd name="connsiteY2" fmla="*/ 764105 h 1473560"/>
                <a:gd name="connsiteX3" fmla="*/ 1053246 w 2699358"/>
                <a:gd name="connsiteY3" fmla="*/ 1473540 h 1473560"/>
                <a:gd name="connsiteX4" fmla="*/ 1430677 w 2699358"/>
                <a:gd name="connsiteY4" fmla="*/ 785137 h 1473560"/>
                <a:gd name="connsiteX5" fmla="*/ 1628383 w 2699358"/>
                <a:gd name="connsiteY5" fmla="*/ 17 h 1473560"/>
                <a:gd name="connsiteX6" fmla="*/ 2060531 w 2699358"/>
                <a:gd name="connsiteY6" fmla="*/ 764105 h 1473560"/>
                <a:gd name="connsiteX7" fmla="*/ 2398734 w 2699358"/>
                <a:gd name="connsiteY7" fmla="*/ 1427984 h 1473560"/>
                <a:gd name="connsiteX8" fmla="*/ 2699358 w 2699358"/>
                <a:gd name="connsiteY8" fmla="*/ 757842 h 1473560"/>
                <a:gd name="connsiteX0" fmla="*/ 0 w 2699358"/>
                <a:gd name="connsiteY0" fmla="*/ 745316 h 1473560"/>
                <a:gd name="connsiteX1" fmla="*/ 413359 w 2699358"/>
                <a:gd name="connsiteY1" fmla="*/ 87700 h 1473560"/>
                <a:gd name="connsiteX2" fmla="*/ 751561 w 2699358"/>
                <a:gd name="connsiteY2" fmla="*/ 764105 h 1473560"/>
                <a:gd name="connsiteX3" fmla="*/ 1053246 w 2699358"/>
                <a:gd name="connsiteY3" fmla="*/ 1473540 h 1473560"/>
                <a:gd name="connsiteX4" fmla="*/ 1430677 w 2699358"/>
                <a:gd name="connsiteY4" fmla="*/ 785137 h 1473560"/>
                <a:gd name="connsiteX5" fmla="*/ 1628383 w 2699358"/>
                <a:gd name="connsiteY5" fmla="*/ 17 h 1473560"/>
                <a:gd name="connsiteX6" fmla="*/ 2060531 w 2699358"/>
                <a:gd name="connsiteY6" fmla="*/ 764105 h 1473560"/>
                <a:gd name="connsiteX7" fmla="*/ 2398734 w 2699358"/>
                <a:gd name="connsiteY7" fmla="*/ 1427984 h 1473560"/>
                <a:gd name="connsiteX8" fmla="*/ 2699358 w 2699358"/>
                <a:gd name="connsiteY8" fmla="*/ 757842 h 1473560"/>
                <a:gd name="connsiteX0" fmla="*/ 0 w 2699358"/>
                <a:gd name="connsiteY0" fmla="*/ 745300 h 1473524"/>
                <a:gd name="connsiteX1" fmla="*/ 413359 w 2699358"/>
                <a:gd name="connsiteY1" fmla="*/ 87684 h 1473524"/>
                <a:gd name="connsiteX2" fmla="*/ 751561 w 2699358"/>
                <a:gd name="connsiteY2" fmla="*/ 764089 h 1473524"/>
                <a:gd name="connsiteX3" fmla="*/ 1053246 w 2699358"/>
                <a:gd name="connsiteY3" fmla="*/ 1473524 h 1473524"/>
                <a:gd name="connsiteX4" fmla="*/ 1389734 w 2699358"/>
                <a:gd name="connsiteY4" fmla="*/ 762375 h 1473524"/>
                <a:gd name="connsiteX5" fmla="*/ 1628383 w 2699358"/>
                <a:gd name="connsiteY5" fmla="*/ 1 h 1473524"/>
                <a:gd name="connsiteX6" fmla="*/ 2060531 w 2699358"/>
                <a:gd name="connsiteY6" fmla="*/ 764089 h 1473524"/>
                <a:gd name="connsiteX7" fmla="*/ 2398734 w 2699358"/>
                <a:gd name="connsiteY7" fmla="*/ 1427968 h 1473524"/>
                <a:gd name="connsiteX8" fmla="*/ 2699358 w 2699358"/>
                <a:gd name="connsiteY8" fmla="*/ 757826 h 1473524"/>
                <a:gd name="connsiteX0" fmla="*/ 0 w 2699358"/>
                <a:gd name="connsiteY0" fmla="*/ 745300 h 1473524"/>
                <a:gd name="connsiteX1" fmla="*/ 413359 w 2699358"/>
                <a:gd name="connsiteY1" fmla="*/ 87684 h 1473524"/>
                <a:gd name="connsiteX2" fmla="*/ 751561 w 2699358"/>
                <a:gd name="connsiteY2" fmla="*/ 764089 h 1473524"/>
                <a:gd name="connsiteX3" fmla="*/ 1053246 w 2699358"/>
                <a:gd name="connsiteY3" fmla="*/ 1473524 h 1473524"/>
                <a:gd name="connsiteX4" fmla="*/ 1389734 w 2699358"/>
                <a:gd name="connsiteY4" fmla="*/ 762375 h 1473524"/>
                <a:gd name="connsiteX5" fmla="*/ 1628383 w 2699358"/>
                <a:gd name="connsiteY5" fmla="*/ 1 h 1473524"/>
                <a:gd name="connsiteX6" fmla="*/ 2060531 w 2699358"/>
                <a:gd name="connsiteY6" fmla="*/ 764089 h 1473524"/>
                <a:gd name="connsiteX7" fmla="*/ 2398734 w 2699358"/>
                <a:gd name="connsiteY7" fmla="*/ 1427968 h 1473524"/>
                <a:gd name="connsiteX8" fmla="*/ 2699358 w 2699358"/>
                <a:gd name="connsiteY8" fmla="*/ 757826 h 1473524"/>
                <a:gd name="connsiteX0" fmla="*/ 0 w 2699358"/>
                <a:gd name="connsiteY0" fmla="*/ 749849 h 1478073"/>
                <a:gd name="connsiteX1" fmla="*/ 413359 w 2699358"/>
                <a:gd name="connsiteY1" fmla="*/ 92233 h 1478073"/>
                <a:gd name="connsiteX2" fmla="*/ 751561 w 2699358"/>
                <a:gd name="connsiteY2" fmla="*/ 768638 h 1478073"/>
                <a:gd name="connsiteX3" fmla="*/ 1053246 w 2699358"/>
                <a:gd name="connsiteY3" fmla="*/ 1478073 h 1478073"/>
                <a:gd name="connsiteX4" fmla="*/ 1389734 w 2699358"/>
                <a:gd name="connsiteY4" fmla="*/ 766924 h 1478073"/>
                <a:gd name="connsiteX5" fmla="*/ 1737565 w 2699358"/>
                <a:gd name="connsiteY5" fmla="*/ 0 h 1478073"/>
                <a:gd name="connsiteX6" fmla="*/ 2060531 w 2699358"/>
                <a:gd name="connsiteY6" fmla="*/ 768638 h 1478073"/>
                <a:gd name="connsiteX7" fmla="*/ 2398734 w 2699358"/>
                <a:gd name="connsiteY7" fmla="*/ 1432517 h 1478073"/>
                <a:gd name="connsiteX8" fmla="*/ 2699358 w 2699358"/>
                <a:gd name="connsiteY8" fmla="*/ 762375 h 1478073"/>
                <a:gd name="connsiteX0" fmla="*/ 0 w 2699358"/>
                <a:gd name="connsiteY0" fmla="*/ 708907 h 1437131"/>
                <a:gd name="connsiteX1" fmla="*/ 413359 w 2699358"/>
                <a:gd name="connsiteY1" fmla="*/ 51291 h 1437131"/>
                <a:gd name="connsiteX2" fmla="*/ 751561 w 2699358"/>
                <a:gd name="connsiteY2" fmla="*/ 727696 h 1437131"/>
                <a:gd name="connsiteX3" fmla="*/ 1053246 w 2699358"/>
                <a:gd name="connsiteY3" fmla="*/ 1437131 h 1437131"/>
                <a:gd name="connsiteX4" fmla="*/ 1389734 w 2699358"/>
                <a:gd name="connsiteY4" fmla="*/ 725982 h 1437131"/>
                <a:gd name="connsiteX5" fmla="*/ 1746664 w 2699358"/>
                <a:gd name="connsiteY5" fmla="*/ 1 h 1437131"/>
                <a:gd name="connsiteX6" fmla="*/ 2060531 w 2699358"/>
                <a:gd name="connsiteY6" fmla="*/ 727696 h 1437131"/>
                <a:gd name="connsiteX7" fmla="*/ 2398734 w 2699358"/>
                <a:gd name="connsiteY7" fmla="*/ 1391575 h 1437131"/>
                <a:gd name="connsiteX8" fmla="*/ 2699358 w 2699358"/>
                <a:gd name="connsiteY8" fmla="*/ 721433 h 1437131"/>
                <a:gd name="connsiteX0" fmla="*/ 0 w 2699358"/>
                <a:gd name="connsiteY0" fmla="*/ 708910 h 1437138"/>
                <a:gd name="connsiteX1" fmla="*/ 413359 w 2699358"/>
                <a:gd name="connsiteY1" fmla="*/ 51294 h 1437138"/>
                <a:gd name="connsiteX2" fmla="*/ 751561 w 2699358"/>
                <a:gd name="connsiteY2" fmla="*/ 727699 h 1437138"/>
                <a:gd name="connsiteX3" fmla="*/ 1053246 w 2699358"/>
                <a:gd name="connsiteY3" fmla="*/ 1437134 h 1437138"/>
                <a:gd name="connsiteX4" fmla="*/ 1401382 w 2699358"/>
                <a:gd name="connsiteY4" fmla="*/ 737633 h 1437138"/>
                <a:gd name="connsiteX5" fmla="*/ 1746664 w 2699358"/>
                <a:gd name="connsiteY5" fmla="*/ 4 h 1437138"/>
                <a:gd name="connsiteX6" fmla="*/ 2060531 w 2699358"/>
                <a:gd name="connsiteY6" fmla="*/ 727699 h 1437138"/>
                <a:gd name="connsiteX7" fmla="*/ 2398734 w 2699358"/>
                <a:gd name="connsiteY7" fmla="*/ 1391578 h 1437138"/>
                <a:gd name="connsiteX8" fmla="*/ 2699358 w 2699358"/>
                <a:gd name="connsiteY8" fmla="*/ 721436 h 1437138"/>
                <a:gd name="connsiteX0" fmla="*/ 0 w 2699358"/>
                <a:gd name="connsiteY0" fmla="*/ 708910 h 1437138"/>
                <a:gd name="connsiteX1" fmla="*/ 413359 w 2699358"/>
                <a:gd name="connsiteY1" fmla="*/ 51294 h 1437138"/>
                <a:gd name="connsiteX2" fmla="*/ 751561 w 2699358"/>
                <a:gd name="connsiteY2" fmla="*/ 727699 h 1437138"/>
                <a:gd name="connsiteX3" fmla="*/ 1053246 w 2699358"/>
                <a:gd name="connsiteY3" fmla="*/ 1437134 h 1437138"/>
                <a:gd name="connsiteX4" fmla="*/ 1401382 w 2699358"/>
                <a:gd name="connsiteY4" fmla="*/ 737633 h 1437138"/>
                <a:gd name="connsiteX5" fmla="*/ 1746664 w 2699358"/>
                <a:gd name="connsiteY5" fmla="*/ 4 h 1437138"/>
                <a:gd name="connsiteX6" fmla="*/ 2060531 w 2699358"/>
                <a:gd name="connsiteY6" fmla="*/ 727699 h 1437138"/>
                <a:gd name="connsiteX7" fmla="*/ 2398734 w 2699358"/>
                <a:gd name="connsiteY7" fmla="*/ 1391578 h 1437138"/>
                <a:gd name="connsiteX8" fmla="*/ 2699358 w 2699358"/>
                <a:gd name="connsiteY8" fmla="*/ 721436 h 1437138"/>
                <a:gd name="connsiteX0" fmla="*/ 0 w 2699358"/>
                <a:gd name="connsiteY0" fmla="*/ 657638 h 1385866"/>
                <a:gd name="connsiteX1" fmla="*/ 413359 w 2699358"/>
                <a:gd name="connsiteY1" fmla="*/ 22 h 1385866"/>
                <a:gd name="connsiteX2" fmla="*/ 751561 w 2699358"/>
                <a:gd name="connsiteY2" fmla="*/ 676427 h 1385866"/>
                <a:gd name="connsiteX3" fmla="*/ 1053246 w 2699358"/>
                <a:gd name="connsiteY3" fmla="*/ 1385862 h 1385866"/>
                <a:gd name="connsiteX4" fmla="*/ 1401382 w 2699358"/>
                <a:gd name="connsiteY4" fmla="*/ 686361 h 1385866"/>
                <a:gd name="connsiteX5" fmla="*/ 1793257 w 2699358"/>
                <a:gd name="connsiteY5" fmla="*/ 6974 h 1385866"/>
                <a:gd name="connsiteX6" fmla="*/ 2060531 w 2699358"/>
                <a:gd name="connsiteY6" fmla="*/ 676427 h 1385866"/>
                <a:gd name="connsiteX7" fmla="*/ 2398734 w 2699358"/>
                <a:gd name="connsiteY7" fmla="*/ 1340306 h 1385866"/>
                <a:gd name="connsiteX8" fmla="*/ 2699358 w 2699358"/>
                <a:gd name="connsiteY8" fmla="*/ 670164 h 1385866"/>
                <a:gd name="connsiteX0" fmla="*/ 0 w 2699358"/>
                <a:gd name="connsiteY0" fmla="*/ 657638 h 1385866"/>
                <a:gd name="connsiteX1" fmla="*/ 413359 w 2699358"/>
                <a:gd name="connsiteY1" fmla="*/ 22 h 1385866"/>
                <a:gd name="connsiteX2" fmla="*/ 751561 w 2699358"/>
                <a:gd name="connsiteY2" fmla="*/ 676427 h 1385866"/>
                <a:gd name="connsiteX3" fmla="*/ 1053246 w 2699358"/>
                <a:gd name="connsiteY3" fmla="*/ 1385862 h 1385866"/>
                <a:gd name="connsiteX4" fmla="*/ 1401382 w 2699358"/>
                <a:gd name="connsiteY4" fmla="*/ 686361 h 1385866"/>
                <a:gd name="connsiteX5" fmla="*/ 1793257 w 2699358"/>
                <a:gd name="connsiteY5" fmla="*/ 6974 h 1385866"/>
                <a:gd name="connsiteX6" fmla="*/ 2124597 w 2699358"/>
                <a:gd name="connsiteY6" fmla="*/ 653130 h 1385866"/>
                <a:gd name="connsiteX7" fmla="*/ 2398734 w 2699358"/>
                <a:gd name="connsiteY7" fmla="*/ 1340306 h 1385866"/>
                <a:gd name="connsiteX8" fmla="*/ 2699358 w 2699358"/>
                <a:gd name="connsiteY8" fmla="*/ 670164 h 1385866"/>
                <a:gd name="connsiteX0" fmla="*/ 0 w 2699358"/>
                <a:gd name="connsiteY0" fmla="*/ 657638 h 1385866"/>
                <a:gd name="connsiteX1" fmla="*/ 413359 w 2699358"/>
                <a:gd name="connsiteY1" fmla="*/ 22 h 1385866"/>
                <a:gd name="connsiteX2" fmla="*/ 751561 w 2699358"/>
                <a:gd name="connsiteY2" fmla="*/ 676427 h 1385866"/>
                <a:gd name="connsiteX3" fmla="*/ 1053246 w 2699358"/>
                <a:gd name="connsiteY3" fmla="*/ 1385862 h 1385866"/>
                <a:gd name="connsiteX4" fmla="*/ 1401382 w 2699358"/>
                <a:gd name="connsiteY4" fmla="*/ 686361 h 1385866"/>
                <a:gd name="connsiteX5" fmla="*/ 1793257 w 2699358"/>
                <a:gd name="connsiteY5" fmla="*/ 6974 h 1385866"/>
                <a:gd name="connsiteX6" fmla="*/ 2124597 w 2699358"/>
                <a:gd name="connsiteY6" fmla="*/ 653130 h 1385866"/>
                <a:gd name="connsiteX7" fmla="*/ 2398734 w 2699358"/>
                <a:gd name="connsiteY7" fmla="*/ 1340306 h 1385866"/>
                <a:gd name="connsiteX8" fmla="*/ 2699358 w 2699358"/>
                <a:gd name="connsiteY8" fmla="*/ 670164 h 1385866"/>
                <a:gd name="connsiteX0" fmla="*/ 0 w 2699358"/>
                <a:gd name="connsiteY0" fmla="*/ 657638 h 1410197"/>
                <a:gd name="connsiteX1" fmla="*/ 413359 w 2699358"/>
                <a:gd name="connsiteY1" fmla="*/ 22 h 1410197"/>
                <a:gd name="connsiteX2" fmla="*/ 751561 w 2699358"/>
                <a:gd name="connsiteY2" fmla="*/ 676427 h 1410197"/>
                <a:gd name="connsiteX3" fmla="*/ 1053246 w 2699358"/>
                <a:gd name="connsiteY3" fmla="*/ 1385862 h 1410197"/>
                <a:gd name="connsiteX4" fmla="*/ 1401382 w 2699358"/>
                <a:gd name="connsiteY4" fmla="*/ 686361 h 1410197"/>
                <a:gd name="connsiteX5" fmla="*/ 1793257 w 2699358"/>
                <a:gd name="connsiteY5" fmla="*/ 6974 h 1410197"/>
                <a:gd name="connsiteX6" fmla="*/ 2124597 w 2699358"/>
                <a:gd name="connsiteY6" fmla="*/ 653130 h 1410197"/>
                <a:gd name="connsiteX7" fmla="*/ 2486097 w 2699358"/>
                <a:gd name="connsiteY7" fmla="*/ 1410196 h 1410197"/>
                <a:gd name="connsiteX8" fmla="*/ 2699358 w 2699358"/>
                <a:gd name="connsiteY8" fmla="*/ 670164 h 1410197"/>
                <a:gd name="connsiteX0" fmla="*/ 0 w 2821666"/>
                <a:gd name="connsiteY0" fmla="*/ 657638 h 1410197"/>
                <a:gd name="connsiteX1" fmla="*/ 413359 w 2821666"/>
                <a:gd name="connsiteY1" fmla="*/ 22 h 1410197"/>
                <a:gd name="connsiteX2" fmla="*/ 751561 w 2821666"/>
                <a:gd name="connsiteY2" fmla="*/ 676427 h 1410197"/>
                <a:gd name="connsiteX3" fmla="*/ 1053246 w 2821666"/>
                <a:gd name="connsiteY3" fmla="*/ 1385862 h 1410197"/>
                <a:gd name="connsiteX4" fmla="*/ 1401382 w 2821666"/>
                <a:gd name="connsiteY4" fmla="*/ 686361 h 1410197"/>
                <a:gd name="connsiteX5" fmla="*/ 1793257 w 2821666"/>
                <a:gd name="connsiteY5" fmla="*/ 6974 h 1410197"/>
                <a:gd name="connsiteX6" fmla="*/ 2124597 w 2821666"/>
                <a:gd name="connsiteY6" fmla="*/ 653130 h 1410197"/>
                <a:gd name="connsiteX7" fmla="*/ 2486097 w 2821666"/>
                <a:gd name="connsiteY7" fmla="*/ 1410196 h 1410197"/>
                <a:gd name="connsiteX8" fmla="*/ 2821666 w 2821666"/>
                <a:gd name="connsiteY8" fmla="*/ 675988 h 141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1666" h="1410197">
                  <a:moveTo>
                    <a:pt x="0" y="657638"/>
                  </a:moveTo>
                  <a:cubicBezTo>
                    <a:pt x="147181" y="342921"/>
                    <a:pt x="288099" y="-3110"/>
                    <a:pt x="413359" y="22"/>
                  </a:cubicBezTo>
                  <a:cubicBezTo>
                    <a:pt x="538619" y="3153"/>
                    <a:pt x="658561" y="404510"/>
                    <a:pt x="751561" y="676427"/>
                  </a:cubicBezTo>
                  <a:cubicBezTo>
                    <a:pt x="844561" y="948344"/>
                    <a:pt x="944943" y="1384206"/>
                    <a:pt x="1053246" y="1385862"/>
                  </a:cubicBezTo>
                  <a:cubicBezTo>
                    <a:pt x="1161549" y="1387518"/>
                    <a:pt x="1278047" y="916175"/>
                    <a:pt x="1401382" y="686361"/>
                  </a:cubicBezTo>
                  <a:cubicBezTo>
                    <a:pt x="1524717" y="456547"/>
                    <a:pt x="1672721" y="12512"/>
                    <a:pt x="1793257" y="6974"/>
                  </a:cubicBezTo>
                  <a:cubicBezTo>
                    <a:pt x="1913793" y="1436"/>
                    <a:pt x="2009124" y="419260"/>
                    <a:pt x="2124597" y="653130"/>
                  </a:cubicBezTo>
                  <a:cubicBezTo>
                    <a:pt x="2240070" y="887000"/>
                    <a:pt x="2379626" y="1411240"/>
                    <a:pt x="2486097" y="1410196"/>
                  </a:cubicBezTo>
                  <a:cubicBezTo>
                    <a:pt x="2592568" y="1409152"/>
                    <a:pt x="2724589" y="1010537"/>
                    <a:pt x="2821666" y="675988"/>
                  </a:cubicBezTo>
                </a:path>
              </a:pathLst>
            </a:cu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ihandform 17">
              <a:extLst>
                <a:ext uri="{FF2B5EF4-FFF2-40B4-BE49-F238E27FC236}">
                  <a16:creationId xmlns:a16="http://schemas.microsoft.com/office/drawing/2014/main" id="{928E2C8F-ADC8-4269-F7A3-9F559E981DC1}"/>
                </a:ext>
              </a:extLst>
            </p:cNvPr>
            <p:cNvSpPr/>
            <p:nvPr/>
          </p:nvSpPr>
          <p:spPr>
            <a:xfrm>
              <a:off x="1865306" y="2747425"/>
              <a:ext cx="2821666" cy="1816402"/>
            </a:xfrm>
            <a:custGeom>
              <a:avLst/>
              <a:gdLst>
                <a:gd name="connsiteX0" fmla="*/ 0 w 2699358"/>
                <a:gd name="connsiteY0" fmla="*/ 745300 h 1478074"/>
                <a:gd name="connsiteX1" fmla="*/ 419622 w 2699358"/>
                <a:gd name="connsiteY1" fmla="*/ 118999 h 1478074"/>
                <a:gd name="connsiteX2" fmla="*/ 751561 w 2699358"/>
                <a:gd name="connsiteY2" fmla="*/ 764089 h 1478074"/>
                <a:gd name="connsiteX3" fmla="*/ 989556 w 2699358"/>
                <a:gd name="connsiteY3" fmla="*/ 1478073 h 1478074"/>
                <a:gd name="connsiteX4" fmla="*/ 1321495 w 2699358"/>
                <a:gd name="connsiteY4" fmla="*/ 757826 h 1478074"/>
                <a:gd name="connsiteX5" fmla="*/ 1628383 w 2699358"/>
                <a:gd name="connsiteY5" fmla="*/ 1 h 1478074"/>
                <a:gd name="connsiteX6" fmla="*/ 2060531 w 2699358"/>
                <a:gd name="connsiteY6" fmla="*/ 764089 h 1478074"/>
                <a:gd name="connsiteX7" fmla="*/ 2398734 w 2699358"/>
                <a:gd name="connsiteY7" fmla="*/ 1427968 h 1478074"/>
                <a:gd name="connsiteX8" fmla="*/ 2699358 w 2699358"/>
                <a:gd name="connsiteY8" fmla="*/ 757826 h 1478074"/>
                <a:gd name="connsiteX0" fmla="*/ 0 w 2699358"/>
                <a:gd name="connsiteY0" fmla="*/ 745300 h 1478074"/>
                <a:gd name="connsiteX1" fmla="*/ 413359 w 2699358"/>
                <a:gd name="connsiteY1" fmla="*/ 87684 h 1478074"/>
                <a:gd name="connsiteX2" fmla="*/ 751561 w 2699358"/>
                <a:gd name="connsiteY2" fmla="*/ 764089 h 1478074"/>
                <a:gd name="connsiteX3" fmla="*/ 989556 w 2699358"/>
                <a:gd name="connsiteY3" fmla="*/ 1478073 h 1478074"/>
                <a:gd name="connsiteX4" fmla="*/ 1321495 w 2699358"/>
                <a:gd name="connsiteY4" fmla="*/ 757826 h 1478074"/>
                <a:gd name="connsiteX5" fmla="*/ 1628383 w 2699358"/>
                <a:gd name="connsiteY5" fmla="*/ 1 h 1478074"/>
                <a:gd name="connsiteX6" fmla="*/ 2060531 w 2699358"/>
                <a:gd name="connsiteY6" fmla="*/ 764089 h 1478074"/>
                <a:gd name="connsiteX7" fmla="*/ 2398734 w 2699358"/>
                <a:gd name="connsiteY7" fmla="*/ 1427968 h 1478074"/>
                <a:gd name="connsiteX8" fmla="*/ 2699358 w 2699358"/>
                <a:gd name="connsiteY8" fmla="*/ 757826 h 1478074"/>
                <a:gd name="connsiteX0" fmla="*/ 0 w 2699358"/>
                <a:gd name="connsiteY0" fmla="*/ 745300 h 1478075"/>
                <a:gd name="connsiteX1" fmla="*/ 413359 w 2699358"/>
                <a:gd name="connsiteY1" fmla="*/ 87684 h 1478075"/>
                <a:gd name="connsiteX2" fmla="*/ 751561 w 2699358"/>
                <a:gd name="connsiteY2" fmla="*/ 764089 h 1478075"/>
                <a:gd name="connsiteX3" fmla="*/ 989556 w 2699358"/>
                <a:gd name="connsiteY3" fmla="*/ 1478073 h 1478075"/>
                <a:gd name="connsiteX4" fmla="*/ 1321495 w 2699358"/>
                <a:gd name="connsiteY4" fmla="*/ 757826 h 1478075"/>
                <a:gd name="connsiteX5" fmla="*/ 1628383 w 2699358"/>
                <a:gd name="connsiteY5" fmla="*/ 1 h 1478075"/>
                <a:gd name="connsiteX6" fmla="*/ 2060531 w 2699358"/>
                <a:gd name="connsiteY6" fmla="*/ 764089 h 1478075"/>
                <a:gd name="connsiteX7" fmla="*/ 2398734 w 2699358"/>
                <a:gd name="connsiteY7" fmla="*/ 1427968 h 1478075"/>
                <a:gd name="connsiteX8" fmla="*/ 2699358 w 2699358"/>
                <a:gd name="connsiteY8" fmla="*/ 757826 h 1478075"/>
                <a:gd name="connsiteX0" fmla="*/ 0 w 2699358"/>
                <a:gd name="connsiteY0" fmla="*/ 745547 h 1478615"/>
                <a:gd name="connsiteX1" fmla="*/ 413359 w 2699358"/>
                <a:gd name="connsiteY1" fmla="*/ 87931 h 1478615"/>
                <a:gd name="connsiteX2" fmla="*/ 751561 w 2699358"/>
                <a:gd name="connsiteY2" fmla="*/ 764336 h 1478615"/>
                <a:gd name="connsiteX3" fmla="*/ 989556 w 2699358"/>
                <a:gd name="connsiteY3" fmla="*/ 1478320 h 1478615"/>
                <a:gd name="connsiteX4" fmla="*/ 1280552 w 2699358"/>
                <a:gd name="connsiteY4" fmla="*/ 689834 h 1478615"/>
                <a:gd name="connsiteX5" fmla="*/ 1628383 w 2699358"/>
                <a:gd name="connsiteY5" fmla="*/ 248 h 1478615"/>
                <a:gd name="connsiteX6" fmla="*/ 2060531 w 2699358"/>
                <a:gd name="connsiteY6" fmla="*/ 764336 h 1478615"/>
                <a:gd name="connsiteX7" fmla="*/ 2398734 w 2699358"/>
                <a:gd name="connsiteY7" fmla="*/ 1428215 h 1478615"/>
                <a:gd name="connsiteX8" fmla="*/ 2699358 w 2699358"/>
                <a:gd name="connsiteY8" fmla="*/ 758073 h 1478615"/>
                <a:gd name="connsiteX0" fmla="*/ 0 w 2699358"/>
                <a:gd name="connsiteY0" fmla="*/ 745305 h 1478084"/>
                <a:gd name="connsiteX1" fmla="*/ 413359 w 2699358"/>
                <a:gd name="connsiteY1" fmla="*/ 87689 h 1478084"/>
                <a:gd name="connsiteX2" fmla="*/ 751561 w 2699358"/>
                <a:gd name="connsiteY2" fmla="*/ 764094 h 1478084"/>
                <a:gd name="connsiteX3" fmla="*/ 989556 w 2699358"/>
                <a:gd name="connsiteY3" fmla="*/ 1478078 h 1478084"/>
                <a:gd name="connsiteX4" fmla="*/ 1307848 w 2699358"/>
                <a:gd name="connsiteY4" fmla="*/ 776028 h 1478084"/>
                <a:gd name="connsiteX5" fmla="*/ 1628383 w 2699358"/>
                <a:gd name="connsiteY5" fmla="*/ 6 h 1478084"/>
                <a:gd name="connsiteX6" fmla="*/ 2060531 w 2699358"/>
                <a:gd name="connsiteY6" fmla="*/ 764094 h 1478084"/>
                <a:gd name="connsiteX7" fmla="*/ 2398734 w 2699358"/>
                <a:gd name="connsiteY7" fmla="*/ 1427973 h 1478084"/>
                <a:gd name="connsiteX8" fmla="*/ 2699358 w 2699358"/>
                <a:gd name="connsiteY8" fmla="*/ 757831 h 1478084"/>
                <a:gd name="connsiteX0" fmla="*/ 0 w 2699358"/>
                <a:gd name="connsiteY0" fmla="*/ 745305 h 1478084"/>
                <a:gd name="connsiteX1" fmla="*/ 413359 w 2699358"/>
                <a:gd name="connsiteY1" fmla="*/ 87689 h 1478084"/>
                <a:gd name="connsiteX2" fmla="*/ 751561 w 2699358"/>
                <a:gd name="connsiteY2" fmla="*/ 764094 h 1478084"/>
                <a:gd name="connsiteX3" fmla="*/ 989556 w 2699358"/>
                <a:gd name="connsiteY3" fmla="*/ 1478078 h 1478084"/>
                <a:gd name="connsiteX4" fmla="*/ 1307848 w 2699358"/>
                <a:gd name="connsiteY4" fmla="*/ 776028 h 1478084"/>
                <a:gd name="connsiteX5" fmla="*/ 1628383 w 2699358"/>
                <a:gd name="connsiteY5" fmla="*/ 6 h 1478084"/>
                <a:gd name="connsiteX6" fmla="*/ 2060531 w 2699358"/>
                <a:gd name="connsiteY6" fmla="*/ 764094 h 1478084"/>
                <a:gd name="connsiteX7" fmla="*/ 2398734 w 2699358"/>
                <a:gd name="connsiteY7" fmla="*/ 1427973 h 1478084"/>
                <a:gd name="connsiteX8" fmla="*/ 2699358 w 2699358"/>
                <a:gd name="connsiteY8" fmla="*/ 757831 h 1478084"/>
                <a:gd name="connsiteX0" fmla="*/ 0 w 2699358"/>
                <a:gd name="connsiteY0" fmla="*/ 745305 h 1473535"/>
                <a:gd name="connsiteX1" fmla="*/ 413359 w 2699358"/>
                <a:gd name="connsiteY1" fmla="*/ 87689 h 1473535"/>
                <a:gd name="connsiteX2" fmla="*/ 751561 w 2699358"/>
                <a:gd name="connsiteY2" fmla="*/ 764094 h 1473535"/>
                <a:gd name="connsiteX3" fmla="*/ 1053246 w 2699358"/>
                <a:gd name="connsiteY3" fmla="*/ 1473529 h 1473535"/>
                <a:gd name="connsiteX4" fmla="*/ 1307848 w 2699358"/>
                <a:gd name="connsiteY4" fmla="*/ 776028 h 1473535"/>
                <a:gd name="connsiteX5" fmla="*/ 1628383 w 2699358"/>
                <a:gd name="connsiteY5" fmla="*/ 6 h 1473535"/>
                <a:gd name="connsiteX6" fmla="*/ 2060531 w 2699358"/>
                <a:gd name="connsiteY6" fmla="*/ 764094 h 1473535"/>
                <a:gd name="connsiteX7" fmla="*/ 2398734 w 2699358"/>
                <a:gd name="connsiteY7" fmla="*/ 1427973 h 1473535"/>
                <a:gd name="connsiteX8" fmla="*/ 2699358 w 2699358"/>
                <a:gd name="connsiteY8" fmla="*/ 757831 h 1473535"/>
                <a:gd name="connsiteX0" fmla="*/ 0 w 2699358"/>
                <a:gd name="connsiteY0" fmla="*/ 745309 h 1473545"/>
                <a:gd name="connsiteX1" fmla="*/ 413359 w 2699358"/>
                <a:gd name="connsiteY1" fmla="*/ 87693 h 1473545"/>
                <a:gd name="connsiteX2" fmla="*/ 751561 w 2699358"/>
                <a:gd name="connsiteY2" fmla="*/ 764098 h 1473545"/>
                <a:gd name="connsiteX3" fmla="*/ 1053246 w 2699358"/>
                <a:gd name="connsiteY3" fmla="*/ 1473533 h 1473545"/>
                <a:gd name="connsiteX4" fmla="*/ 1398833 w 2699358"/>
                <a:gd name="connsiteY4" fmla="*/ 780581 h 1473545"/>
                <a:gd name="connsiteX5" fmla="*/ 1628383 w 2699358"/>
                <a:gd name="connsiteY5" fmla="*/ 10 h 1473545"/>
                <a:gd name="connsiteX6" fmla="*/ 2060531 w 2699358"/>
                <a:gd name="connsiteY6" fmla="*/ 764098 h 1473545"/>
                <a:gd name="connsiteX7" fmla="*/ 2398734 w 2699358"/>
                <a:gd name="connsiteY7" fmla="*/ 1427977 h 1473545"/>
                <a:gd name="connsiteX8" fmla="*/ 2699358 w 2699358"/>
                <a:gd name="connsiteY8" fmla="*/ 757835 h 1473545"/>
                <a:gd name="connsiteX0" fmla="*/ 0 w 2699358"/>
                <a:gd name="connsiteY0" fmla="*/ 745316 h 1473560"/>
                <a:gd name="connsiteX1" fmla="*/ 413359 w 2699358"/>
                <a:gd name="connsiteY1" fmla="*/ 87700 h 1473560"/>
                <a:gd name="connsiteX2" fmla="*/ 751561 w 2699358"/>
                <a:gd name="connsiteY2" fmla="*/ 764105 h 1473560"/>
                <a:gd name="connsiteX3" fmla="*/ 1053246 w 2699358"/>
                <a:gd name="connsiteY3" fmla="*/ 1473540 h 1473560"/>
                <a:gd name="connsiteX4" fmla="*/ 1430677 w 2699358"/>
                <a:gd name="connsiteY4" fmla="*/ 785137 h 1473560"/>
                <a:gd name="connsiteX5" fmla="*/ 1628383 w 2699358"/>
                <a:gd name="connsiteY5" fmla="*/ 17 h 1473560"/>
                <a:gd name="connsiteX6" fmla="*/ 2060531 w 2699358"/>
                <a:gd name="connsiteY6" fmla="*/ 764105 h 1473560"/>
                <a:gd name="connsiteX7" fmla="*/ 2398734 w 2699358"/>
                <a:gd name="connsiteY7" fmla="*/ 1427984 h 1473560"/>
                <a:gd name="connsiteX8" fmla="*/ 2699358 w 2699358"/>
                <a:gd name="connsiteY8" fmla="*/ 757842 h 1473560"/>
                <a:gd name="connsiteX0" fmla="*/ 0 w 2699358"/>
                <a:gd name="connsiteY0" fmla="*/ 745316 h 1473560"/>
                <a:gd name="connsiteX1" fmla="*/ 413359 w 2699358"/>
                <a:gd name="connsiteY1" fmla="*/ 87700 h 1473560"/>
                <a:gd name="connsiteX2" fmla="*/ 751561 w 2699358"/>
                <a:gd name="connsiteY2" fmla="*/ 764105 h 1473560"/>
                <a:gd name="connsiteX3" fmla="*/ 1053246 w 2699358"/>
                <a:gd name="connsiteY3" fmla="*/ 1473540 h 1473560"/>
                <a:gd name="connsiteX4" fmla="*/ 1430677 w 2699358"/>
                <a:gd name="connsiteY4" fmla="*/ 785137 h 1473560"/>
                <a:gd name="connsiteX5" fmla="*/ 1628383 w 2699358"/>
                <a:gd name="connsiteY5" fmla="*/ 17 h 1473560"/>
                <a:gd name="connsiteX6" fmla="*/ 2060531 w 2699358"/>
                <a:gd name="connsiteY6" fmla="*/ 764105 h 1473560"/>
                <a:gd name="connsiteX7" fmla="*/ 2398734 w 2699358"/>
                <a:gd name="connsiteY7" fmla="*/ 1427984 h 1473560"/>
                <a:gd name="connsiteX8" fmla="*/ 2699358 w 2699358"/>
                <a:gd name="connsiteY8" fmla="*/ 757842 h 1473560"/>
                <a:gd name="connsiteX0" fmla="*/ 0 w 2699358"/>
                <a:gd name="connsiteY0" fmla="*/ 745300 h 1473524"/>
                <a:gd name="connsiteX1" fmla="*/ 413359 w 2699358"/>
                <a:gd name="connsiteY1" fmla="*/ 87684 h 1473524"/>
                <a:gd name="connsiteX2" fmla="*/ 751561 w 2699358"/>
                <a:gd name="connsiteY2" fmla="*/ 764089 h 1473524"/>
                <a:gd name="connsiteX3" fmla="*/ 1053246 w 2699358"/>
                <a:gd name="connsiteY3" fmla="*/ 1473524 h 1473524"/>
                <a:gd name="connsiteX4" fmla="*/ 1389734 w 2699358"/>
                <a:gd name="connsiteY4" fmla="*/ 762375 h 1473524"/>
                <a:gd name="connsiteX5" fmla="*/ 1628383 w 2699358"/>
                <a:gd name="connsiteY5" fmla="*/ 1 h 1473524"/>
                <a:gd name="connsiteX6" fmla="*/ 2060531 w 2699358"/>
                <a:gd name="connsiteY6" fmla="*/ 764089 h 1473524"/>
                <a:gd name="connsiteX7" fmla="*/ 2398734 w 2699358"/>
                <a:gd name="connsiteY7" fmla="*/ 1427968 h 1473524"/>
                <a:gd name="connsiteX8" fmla="*/ 2699358 w 2699358"/>
                <a:gd name="connsiteY8" fmla="*/ 757826 h 1473524"/>
                <a:gd name="connsiteX0" fmla="*/ 0 w 2699358"/>
                <a:gd name="connsiteY0" fmla="*/ 745300 h 1473524"/>
                <a:gd name="connsiteX1" fmla="*/ 413359 w 2699358"/>
                <a:gd name="connsiteY1" fmla="*/ 87684 h 1473524"/>
                <a:gd name="connsiteX2" fmla="*/ 751561 w 2699358"/>
                <a:gd name="connsiteY2" fmla="*/ 764089 h 1473524"/>
                <a:gd name="connsiteX3" fmla="*/ 1053246 w 2699358"/>
                <a:gd name="connsiteY3" fmla="*/ 1473524 h 1473524"/>
                <a:gd name="connsiteX4" fmla="*/ 1389734 w 2699358"/>
                <a:gd name="connsiteY4" fmla="*/ 762375 h 1473524"/>
                <a:gd name="connsiteX5" fmla="*/ 1628383 w 2699358"/>
                <a:gd name="connsiteY5" fmla="*/ 1 h 1473524"/>
                <a:gd name="connsiteX6" fmla="*/ 2060531 w 2699358"/>
                <a:gd name="connsiteY6" fmla="*/ 764089 h 1473524"/>
                <a:gd name="connsiteX7" fmla="*/ 2398734 w 2699358"/>
                <a:gd name="connsiteY7" fmla="*/ 1427968 h 1473524"/>
                <a:gd name="connsiteX8" fmla="*/ 2699358 w 2699358"/>
                <a:gd name="connsiteY8" fmla="*/ 757826 h 1473524"/>
                <a:gd name="connsiteX0" fmla="*/ 0 w 2699358"/>
                <a:gd name="connsiteY0" fmla="*/ 749849 h 1478073"/>
                <a:gd name="connsiteX1" fmla="*/ 413359 w 2699358"/>
                <a:gd name="connsiteY1" fmla="*/ 92233 h 1478073"/>
                <a:gd name="connsiteX2" fmla="*/ 751561 w 2699358"/>
                <a:gd name="connsiteY2" fmla="*/ 768638 h 1478073"/>
                <a:gd name="connsiteX3" fmla="*/ 1053246 w 2699358"/>
                <a:gd name="connsiteY3" fmla="*/ 1478073 h 1478073"/>
                <a:gd name="connsiteX4" fmla="*/ 1389734 w 2699358"/>
                <a:gd name="connsiteY4" fmla="*/ 766924 h 1478073"/>
                <a:gd name="connsiteX5" fmla="*/ 1737565 w 2699358"/>
                <a:gd name="connsiteY5" fmla="*/ 0 h 1478073"/>
                <a:gd name="connsiteX6" fmla="*/ 2060531 w 2699358"/>
                <a:gd name="connsiteY6" fmla="*/ 768638 h 1478073"/>
                <a:gd name="connsiteX7" fmla="*/ 2398734 w 2699358"/>
                <a:gd name="connsiteY7" fmla="*/ 1432517 h 1478073"/>
                <a:gd name="connsiteX8" fmla="*/ 2699358 w 2699358"/>
                <a:gd name="connsiteY8" fmla="*/ 762375 h 1478073"/>
                <a:gd name="connsiteX0" fmla="*/ 0 w 2699358"/>
                <a:gd name="connsiteY0" fmla="*/ 708907 h 1437131"/>
                <a:gd name="connsiteX1" fmla="*/ 413359 w 2699358"/>
                <a:gd name="connsiteY1" fmla="*/ 51291 h 1437131"/>
                <a:gd name="connsiteX2" fmla="*/ 751561 w 2699358"/>
                <a:gd name="connsiteY2" fmla="*/ 727696 h 1437131"/>
                <a:gd name="connsiteX3" fmla="*/ 1053246 w 2699358"/>
                <a:gd name="connsiteY3" fmla="*/ 1437131 h 1437131"/>
                <a:gd name="connsiteX4" fmla="*/ 1389734 w 2699358"/>
                <a:gd name="connsiteY4" fmla="*/ 725982 h 1437131"/>
                <a:gd name="connsiteX5" fmla="*/ 1746664 w 2699358"/>
                <a:gd name="connsiteY5" fmla="*/ 1 h 1437131"/>
                <a:gd name="connsiteX6" fmla="*/ 2060531 w 2699358"/>
                <a:gd name="connsiteY6" fmla="*/ 727696 h 1437131"/>
                <a:gd name="connsiteX7" fmla="*/ 2398734 w 2699358"/>
                <a:gd name="connsiteY7" fmla="*/ 1391575 h 1437131"/>
                <a:gd name="connsiteX8" fmla="*/ 2699358 w 2699358"/>
                <a:gd name="connsiteY8" fmla="*/ 721433 h 1437131"/>
                <a:gd name="connsiteX0" fmla="*/ 0 w 2699358"/>
                <a:gd name="connsiteY0" fmla="*/ 708910 h 1437138"/>
                <a:gd name="connsiteX1" fmla="*/ 413359 w 2699358"/>
                <a:gd name="connsiteY1" fmla="*/ 51294 h 1437138"/>
                <a:gd name="connsiteX2" fmla="*/ 751561 w 2699358"/>
                <a:gd name="connsiteY2" fmla="*/ 727699 h 1437138"/>
                <a:gd name="connsiteX3" fmla="*/ 1053246 w 2699358"/>
                <a:gd name="connsiteY3" fmla="*/ 1437134 h 1437138"/>
                <a:gd name="connsiteX4" fmla="*/ 1401382 w 2699358"/>
                <a:gd name="connsiteY4" fmla="*/ 737633 h 1437138"/>
                <a:gd name="connsiteX5" fmla="*/ 1746664 w 2699358"/>
                <a:gd name="connsiteY5" fmla="*/ 4 h 1437138"/>
                <a:gd name="connsiteX6" fmla="*/ 2060531 w 2699358"/>
                <a:gd name="connsiteY6" fmla="*/ 727699 h 1437138"/>
                <a:gd name="connsiteX7" fmla="*/ 2398734 w 2699358"/>
                <a:gd name="connsiteY7" fmla="*/ 1391578 h 1437138"/>
                <a:gd name="connsiteX8" fmla="*/ 2699358 w 2699358"/>
                <a:gd name="connsiteY8" fmla="*/ 721436 h 1437138"/>
                <a:gd name="connsiteX0" fmla="*/ 0 w 2699358"/>
                <a:gd name="connsiteY0" fmla="*/ 708910 h 1437138"/>
                <a:gd name="connsiteX1" fmla="*/ 413359 w 2699358"/>
                <a:gd name="connsiteY1" fmla="*/ 51294 h 1437138"/>
                <a:gd name="connsiteX2" fmla="*/ 751561 w 2699358"/>
                <a:gd name="connsiteY2" fmla="*/ 727699 h 1437138"/>
                <a:gd name="connsiteX3" fmla="*/ 1053246 w 2699358"/>
                <a:gd name="connsiteY3" fmla="*/ 1437134 h 1437138"/>
                <a:gd name="connsiteX4" fmla="*/ 1401382 w 2699358"/>
                <a:gd name="connsiteY4" fmla="*/ 737633 h 1437138"/>
                <a:gd name="connsiteX5" fmla="*/ 1746664 w 2699358"/>
                <a:gd name="connsiteY5" fmla="*/ 4 h 1437138"/>
                <a:gd name="connsiteX6" fmla="*/ 2060531 w 2699358"/>
                <a:gd name="connsiteY6" fmla="*/ 727699 h 1437138"/>
                <a:gd name="connsiteX7" fmla="*/ 2398734 w 2699358"/>
                <a:gd name="connsiteY7" fmla="*/ 1391578 h 1437138"/>
                <a:gd name="connsiteX8" fmla="*/ 2699358 w 2699358"/>
                <a:gd name="connsiteY8" fmla="*/ 721436 h 1437138"/>
                <a:gd name="connsiteX0" fmla="*/ 0 w 2699358"/>
                <a:gd name="connsiteY0" fmla="*/ 657638 h 1385866"/>
                <a:gd name="connsiteX1" fmla="*/ 413359 w 2699358"/>
                <a:gd name="connsiteY1" fmla="*/ 22 h 1385866"/>
                <a:gd name="connsiteX2" fmla="*/ 751561 w 2699358"/>
                <a:gd name="connsiteY2" fmla="*/ 676427 h 1385866"/>
                <a:gd name="connsiteX3" fmla="*/ 1053246 w 2699358"/>
                <a:gd name="connsiteY3" fmla="*/ 1385862 h 1385866"/>
                <a:gd name="connsiteX4" fmla="*/ 1401382 w 2699358"/>
                <a:gd name="connsiteY4" fmla="*/ 686361 h 1385866"/>
                <a:gd name="connsiteX5" fmla="*/ 1793257 w 2699358"/>
                <a:gd name="connsiteY5" fmla="*/ 6974 h 1385866"/>
                <a:gd name="connsiteX6" fmla="*/ 2060531 w 2699358"/>
                <a:gd name="connsiteY6" fmla="*/ 676427 h 1385866"/>
                <a:gd name="connsiteX7" fmla="*/ 2398734 w 2699358"/>
                <a:gd name="connsiteY7" fmla="*/ 1340306 h 1385866"/>
                <a:gd name="connsiteX8" fmla="*/ 2699358 w 2699358"/>
                <a:gd name="connsiteY8" fmla="*/ 670164 h 1385866"/>
                <a:gd name="connsiteX0" fmla="*/ 0 w 2699358"/>
                <a:gd name="connsiteY0" fmla="*/ 657638 h 1385866"/>
                <a:gd name="connsiteX1" fmla="*/ 413359 w 2699358"/>
                <a:gd name="connsiteY1" fmla="*/ 22 h 1385866"/>
                <a:gd name="connsiteX2" fmla="*/ 751561 w 2699358"/>
                <a:gd name="connsiteY2" fmla="*/ 676427 h 1385866"/>
                <a:gd name="connsiteX3" fmla="*/ 1053246 w 2699358"/>
                <a:gd name="connsiteY3" fmla="*/ 1385862 h 1385866"/>
                <a:gd name="connsiteX4" fmla="*/ 1401382 w 2699358"/>
                <a:gd name="connsiteY4" fmla="*/ 686361 h 1385866"/>
                <a:gd name="connsiteX5" fmla="*/ 1793257 w 2699358"/>
                <a:gd name="connsiteY5" fmla="*/ 6974 h 1385866"/>
                <a:gd name="connsiteX6" fmla="*/ 2124597 w 2699358"/>
                <a:gd name="connsiteY6" fmla="*/ 653130 h 1385866"/>
                <a:gd name="connsiteX7" fmla="*/ 2398734 w 2699358"/>
                <a:gd name="connsiteY7" fmla="*/ 1340306 h 1385866"/>
                <a:gd name="connsiteX8" fmla="*/ 2699358 w 2699358"/>
                <a:gd name="connsiteY8" fmla="*/ 670164 h 1385866"/>
                <a:gd name="connsiteX0" fmla="*/ 0 w 2699358"/>
                <a:gd name="connsiteY0" fmla="*/ 657638 h 1385866"/>
                <a:gd name="connsiteX1" fmla="*/ 413359 w 2699358"/>
                <a:gd name="connsiteY1" fmla="*/ 22 h 1385866"/>
                <a:gd name="connsiteX2" fmla="*/ 751561 w 2699358"/>
                <a:gd name="connsiteY2" fmla="*/ 676427 h 1385866"/>
                <a:gd name="connsiteX3" fmla="*/ 1053246 w 2699358"/>
                <a:gd name="connsiteY3" fmla="*/ 1385862 h 1385866"/>
                <a:gd name="connsiteX4" fmla="*/ 1401382 w 2699358"/>
                <a:gd name="connsiteY4" fmla="*/ 686361 h 1385866"/>
                <a:gd name="connsiteX5" fmla="*/ 1793257 w 2699358"/>
                <a:gd name="connsiteY5" fmla="*/ 6974 h 1385866"/>
                <a:gd name="connsiteX6" fmla="*/ 2124597 w 2699358"/>
                <a:gd name="connsiteY6" fmla="*/ 653130 h 1385866"/>
                <a:gd name="connsiteX7" fmla="*/ 2398734 w 2699358"/>
                <a:gd name="connsiteY7" fmla="*/ 1340306 h 1385866"/>
                <a:gd name="connsiteX8" fmla="*/ 2699358 w 2699358"/>
                <a:gd name="connsiteY8" fmla="*/ 670164 h 1385866"/>
                <a:gd name="connsiteX0" fmla="*/ 0 w 2699358"/>
                <a:gd name="connsiteY0" fmla="*/ 657638 h 1410197"/>
                <a:gd name="connsiteX1" fmla="*/ 413359 w 2699358"/>
                <a:gd name="connsiteY1" fmla="*/ 22 h 1410197"/>
                <a:gd name="connsiteX2" fmla="*/ 751561 w 2699358"/>
                <a:gd name="connsiteY2" fmla="*/ 676427 h 1410197"/>
                <a:gd name="connsiteX3" fmla="*/ 1053246 w 2699358"/>
                <a:gd name="connsiteY3" fmla="*/ 1385862 h 1410197"/>
                <a:gd name="connsiteX4" fmla="*/ 1401382 w 2699358"/>
                <a:gd name="connsiteY4" fmla="*/ 686361 h 1410197"/>
                <a:gd name="connsiteX5" fmla="*/ 1793257 w 2699358"/>
                <a:gd name="connsiteY5" fmla="*/ 6974 h 1410197"/>
                <a:gd name="connsiteX6" fmla="*/ 2124597 w 2699358"/>
                <a:gd name="connsiteY6" fmla="*/ 653130 h 1410197"/>
                <a:gd name="connsiteX7" fmla="*/ 2486097 w 2699358"/>
                <a:gd name="connsiteY7" fmla="*/ 1410196 h 1410197"/>
                <a:gd name="connsiteX8" fmla="*/ 2699358 w 2699358"/>
                <a:gd name="connsiteY8" fmla="*/ 670164 h 1410197"/>
                <a:gd name="connsiteX0" fmla="*/ 0 w 2821666"/>
                <a:gd name="connsiteY0" fmla="*/ 657638 h 1410197"/>
                <a:gd name="connsiteX1" fmla="*/ 413359 w 2821666"/>
                <a:gd name="connsiteY1" fmla="*/ 22 h 1410197"/>
                <a:gd name="connsiteX2" fmla="*/ 751561 w 2821666"/>
                <a:gd name="connsiteY2" fmla="*/ 676427 h 1410197"/>
                <a:gd name="connsiteX3" fmla="*/ 1053246 w 2821666"/>
                <a:gd name="connsiteY3" fmla="*/ 1385862 h 1410197"/>
                <a:gd name="connsiteX4" fmla="*/ 1401382 w 2821666"/>
                <a:gd name="connsiteY4" fmla="*/ 686361 h 1410197"/>
                <a:gd name="connsiteX5" fmla="*/ 1793257 w 2821666"/>
                <a:gd name="connsiteY5" fmla="*/ 6974 h 1410197"/>
                <a:gd name="connsiteX6" fmla="*/ 2124597 w 2821666"/>
                <a:gd name="connsiteY6" fmla="*/ 653130 h 1410197"/>
                <a:gd name="connsiteX7" fmla="*/ 2486097 w 2821666"/>
                <a:gd name="connsiteY7" fmla="*/ 1410196 h 1410197"/>
                <a:gd name="connsiteX8" fmla="*/ 2821666 w 2821666"/>
                <a:gd name="connsiteY8" fmla="*/ 675988 h 1410197"/>
                <a:gd name="connsiteX0" fmla="*/ 0 w 2821666"/>
                <a:gd name="connsiteY0" fmla="*/ 725565 h 1410294"/>
                <a:gd name="connsiteX1" fmla="*/ 413359 w 2821666"/>
                <a:gd name="connsiteY1" fmla="*/ 119 h 1410294"/>
                <a:gd name="connsiteX2" fmla="*/ 751561 w 2821666"/>
                <a:gd name="connsiteY2" fmla="*/ 676524 h 1410294"/>
                <a:gd name="connsiteX3" fmla="*/ 1053246 w 2821666"/>
                <a:gd name="connsiteY3" fmla="*/ 1385959 h 1410294"/>
                <a:gd name="connsiteX4" fmla="*/ 1401382 w 2821666"/>
                <a:gd name="connsiteY4" fmla="*/ 686458 h 1410294"/>
                <a:gd name="connsiteX5" fmla="*/ 1793257 w 2821666"/>
                <a:gd name="connsiteY5" fmla="*/ 7071 h 1410294"/>
                <a:gd name="connsiteX6" fmla="*/ 2124597 w 2821666"/>
                <a:gd name="connsiteY6" fmla="*/ 653227 h 1410294"/>
                <a:gd name="connsiteX7" fmla="*/ 2486097 w 2821666"/>
                <a:gd name="connsiteY7" fmla="*/ 1410293 h 1410294"/>
                <a:gd name="connsiteX8" fmla="*/ 2821666 w 2821666"/>
                <a:gd name="connsiteY8" fmla="*/ 676085 h 141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1666" h="1410294">
                  <a:moveTo>
                    <a:pt x="0" y="725565"/>
                  </a:moveTo>
                  <a:cubicBezTo>
                    <a:pt x="147181" y="410848"/>
                    <a:pt x="288099" y="8292"/>
                    <a:pt x="413359" y="119"/>
                  </a:cubicBezTo>
                  <a:cubicBezTo>
                    <a:pt x="538619" y="-8054"/>
                    <a:pt x="658561" y="404607"/>
                    <a:pt x="751561" y="676524"/>
                  </a:cubicBezTo>
                  <a:cubicBezTo>
                    <a:pt x="844561" y="948441"/>
                    <a:pt x="944943" y="1384303"/>
                    <a:pt x="1053246" y="1385959"/>
                  </a:cubicBezTo>
                  <a:cubicBezTo>
                    <a:pt x="1161549" y="1387615"/>
                    <a:pt x="1278047" y="916272"/>
                    <a:pt x="1401382" y="686458"/>
                  </a:cubicBezTo>
                  <a:cubicBezTo>
                    <a:pt x="1524717" y="456644"/>
                    <a:pt x="1672721" y="12609"/>
                    <a:pt x="1793257" y="7071"/>
                  </a:cubicBezTo>
                  <a:cubicBezTo>
                    <a:pt x="1913793" y="1533"/>
                    <a:pt x="2009124" y="419357"/>
                    <a:pt x="2124597" y="653227"/>
                  </a:cubicBezTo>
                  <a:cubicBezTo>
                    <a:pt x="2240070" y="887097"/>
                    <a:pt x="2379626" y="1411337"/>
                    <a:pt x="2486097" y="1410293"/>
                  </a:cubicBezTo>
                  <a:cubicBezTo>
                    <a:pt x="2592568" y="1409249"/>
                    <a:pt x="2724589" y="1010634"/>
                    <a:pt x="2821666" y="676085"/>
                  </a:cubicBezTo>
                </a:path>
              </a:pathLst>
            </a:cu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ihandform 20">
              <a:extLst>
                <a:ext uri="{FF2B5EF4-FFF2-40B4-BE49-F238E27FC236}">
                  <a16:creationId xmlns:a16="http://schemas.microsoft.com/office/drawing/2014/main" id="{5806CDBA-5957-BCEE-B945-6B42D62A00B6}"/>
                </a:ext>
              </a:extLst>
            </p:cNvPr>
            <p:cNvSpPr/>
            <p:nvPr/>
          </p:nvSpPr>
          <p:spPr>
            <a:xfrm>
              <a:off x="1205610" y="3645951"/>
              <a:ext cx="669784" cy="917877"/>
            </a:xfrm>
            <a:custGeom>
              <a:avLst/>
              <a:gdLst>
                <a:gd name="connsiteX0" fmla="*/ 669784 w 669784"/>
                <a:gd name="connsiteY0" fmla="*/ 0 h 803756"/>
                <a:gd name="connsiteX1" fmla="*/ 320331 w 669784"/>
                <a:gd name="connsiteY1" fmla="*/ 803740 h 803756"/>
                <a:gd name="connsiteX2" fmla="*/ 0 w 669784"/>
                <a:gd name="connsiteY2" fmla="*/ 23296 h 803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9784" h="803756">
                  <a:moveTo>
                    <a:pt x="669784" y="0"/>
                  </a:moveTo>
                  <a:cubicBezTo>
                    <a:pt x="550873" y="399928"/>
                    <a:pt x="431962" y="799857"/>
                    <a:pt x="320331" y="803740"/>
                  </a:cubicBezTo>
                  <a:cubicBezTo>
                    <a:pt x="208700" y="807623"/>
                    <a:pt x="51447" y="134927"/>
                    <a:pt x="0" y="23296"/>
                  </a:cubicBezTo>
                </a:path>
              </a:pathLst>
            </a:cu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2B14133C-BFC4-8A95-F864-F04032257B08}"/>
                    </a:ext>
                  </a:extLst>
                </p:cNvPr>
                <p:cNvSpPr txBox="1"/>
                <p:nvPr/>
              </p:nvSpPr>
              <p:spPr>
                <a:xfrm>
                  <a:off x="3557721" y="4368527"/>
                  <a:ext cx="55425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2B14133C-BFC4-8A95-F864-F04032257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7721" y="4368527"/>
                  <a:ext cx="554254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8CEC57D3-747E-C46E-AD37-862A8D1E85E4}"/>
                    </a:ext>
                  </a:extLst>
                </p:cNvPr>
                <p:cNvSpPr txBox="1"/>
                <p:nvPr/>
              </p:nvSpPr>
              <p:spPr>
                <a:xfrm>
                  <a:off x="3948593" y="2961389"/>
                  <a:ext cx="55117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𝑦</m:t>
                        </m:r>
                        <m:r>
                          <a:rPr lang="en-US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  <m:r>
                          <a:rPr lang="en-US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8CEC57D3-747E-C46E-AD37-862A8D1E85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8593" y="2961389"/>
                  <a:ext cx="551177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E4401885-F763-E524-EF2E-7D3E10F18680}"/>
              </a:ext>
            </a:extLst>
          </p:cNvPr>
          <p:cNvGrpSpPr/>
          <p:nvPr/>
        </p:nvGrpSpPr>
        <p:grpSpPr>
          <a:xfrm>
            <a:off x="5144583" y="2339556"/>
            <a:ext cx="3840797" cy="2493959"/>
            <a:chOff x="5144583" y="2339556"/>
            <a:chExt cx="3840797" cy="2493959"/>
          </a:xfrm>
        </p:grpSpPr>
        <p:pic>
          <p:nvPicPr>
            <p:cNvPr id="25" name="Grafik 24" descr="Ein Bild, das Menschliches Gesicht, Text, Screenshot, Video enthält.&#10;&#10;KI-generierte Inhalte können fehlerhaft sein.">
              <a:extLst>
                <a:ext uri="{FF2B5EF4-FFF2-40B4-BE49-F238E27FC236}">
                  <a16:creationId xmlns:a16="http://schemas.microsoft.com/office/drawing/2014/main" id="{1CCC56DA-D02A-56F7-AD3F-57B74F8ED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5171"/>
            <a:stretch>
              <a:fillRect/>
            </a:stretch>
          </p:blipFill>
          <p:spPr>
            <a:xfrm>
              <a:off x="5144583" y="2526795"/>
              <a:ext cx="3840797" cy="2306720"/>
            </a:xfrm>
            <a:prstGeom prst="rect">
              <a:avLst/>
            </a:prstGeom>
          </p:spPr>
        </p:pic>
        <p:cxnSp>
          <p:nvCxnSpPr>
            <p:cNvPr id="13" name="Gerade Verbindung 12">
              <a:extLst>
                <a:ext uri="{FF2B5EF4-FFF2-40B4-BE49-F238E27FC236}">
                  <a16:creationId xmlns:a16="http://schemas.microsoft.com/office/drawing/2014/main" id="{04AD98CF-0FD9-D6CC-D8C1-85444B99241F}"/>
                </a:ext>
              </a:extLst>
            </p:cNvPr>
            <p:cNvCxnSpPr>
              <a:cxnSpLocks/>
            </p:cNvCxnSpPr>
            <p:nvPr/>
          </p:nvCxnSpPr>
          <p:spPr>
            <a:xfrm>
              <a:off x="5205600" y="2597229"/>
              <a:ext cx="1634400" cy="7397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DD89FD1C-53BF-8536-4C8C-EBB2E6A8DBE8}"/>
                </a:ext>
              </a:extLst>
            </p:cNvPr>
            <p:cNvSpPr txBox="1"/>
            <p:nvPr/>
          </p:nvSpPr>
          <p:spPr>
            <a:xfrm>
              <a:off x="5649477" y="2339556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CS1 TAs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261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3D0189-1A8F-53AB-71D5-87E69C7C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Because of this…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65B9FE46-87BC-9A26-BC61-C6FC45F9B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3093" y="1534848"/>
            <a:ext cx="5277814" cy="3150249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8A2BB-5141-F12B-6223-B0398F0B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ADD74C-6292-E053-E8C2-EA88E95E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180E11E-5C38-5104-817B-E51923023D26}"/>
              </a:ext>
            </a:extLst>
          </p:cNvPr>
          <p:cNvSpPr txBox="1"/>
          <p:nvPr/>
        </p:nvSpPr>
        <p:spPr>
          <a:xfrm>
            <a:off x="628649" y="1083350"/>
            <a:ext cx="8961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800" dirty="0">
                <a:latin typeface="Segoe UI" panose="020B0502040204020203" pitchFamily="34" charset="0"/>
                <a:cs typeface="Segoe UI" panose="020B0502040204020203" pitchFamily="34" charset="0"/>
              </a:rPr>
              <a:t>In </a:t>
            </a:r>
            <a:r>
              <a:rPr lang="de-CH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CH" sz="1800" dirty="0">
                <a:latin typeface="Segoe UI" panose="020B0502040204020203" pitchFamily="34" charset="0"/>
                <a:cs typeface="Segoe UI" panose="020B0502040204020203" pitchFamily="34" charset="0"/>
              </a:rPr>
              <a:t> extreme </a:t>
            </a:r>
            <a:r>
              <a:rPr lang="de-CH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case</a:t>
            </a:r>
            <a:r>
              <a:rPr lang="de-CH" sz="1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CH" sz="1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amplification</a:t>
            </a:r>
            <a:r>
              <a:rPr lang="de-CH" sz="1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de-CH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resonance</a:t>
            </a:r>
            <a:r>
              <a:rPr lang="de-CH" sz="1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can</a:t>
            </a:r>
            <a:r>
              <a:rPr lang="de-CH" sz="1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occur</a:t>
            </a:r>
            <a:endParaRPr lang="de-CH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396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9E8C3-7132-01E5-669F-9D98622AA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Response Plots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54A2CD-492E-163C-3C4A-3AB1F143F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B6B5F68-39F4-2F25-A585-05B5D14B2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7D097007-9471-F3AE-E9D4-3791329117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3"/>
          <a:stretch>
            <a:fillRect/>
          </a:stretch>
        </p:blipFill>
        <p:spPr>
          <a:xfrm>
            <a:off x="570917" y="1129003"/>
            <a:ext cx="8002166" cy="347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06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685B63-7EF4-BA82-D763-BD5DFA465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2. Bode Plots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F80FCC-0994-0CF8-479C-575BE43F75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CF0B9B-9C91-B742-3ED9-54E08A3BA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D84DE9-BEF8-7F8B-442F-3B707860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14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940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BA1405-5277-200E-1516-5598F7DA4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Bode Plot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C2E2112-9DC2-88E2-90DB-2BF892A1A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9028" y="1132603"/>
                <a:ext cx="8626186" cy="3263504"/>
              </a:xfrm>
            </p:spPr>
            <p:txBody>
              <a:bodyPr/>
              <a:lstStyle/>
              <a:p>
                <a:r>
                  <a:rPr lang="en-US" dirty="0"/>
                  <a:t>Important: For a given input with frequency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, an LTI-system will have</a:t>
                </a:r>
                <a:br>
                  <a:rPr lang="en-US" dirty="0"/>
                </a:br>
                <a:r>
                  <a:rPr lang="en-US" dirty="0"/>
                  <a:t>constant: </a:t>
                </a:r>
              </a:p>
              <a:p>
                <a:endParaRPr lang="en-US" dirty="0"/>
              </a:p>
              <a:p>
                <a:r>
                  <a:rPr lang="en-US" dirty="0"/>
                  <a:t>The frequency of the output always stays the same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C2E2112-9DC2-88E2-90DB-2BF892A1A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9028" y="1132603"/>
                <a:ext cx="8626186" cy="3263504"/>
              </a:xfrm>
              <a:blipFill>
                <a:blip r:embed="rId3"/>
                <a:stretch>
                  <a:fillRect l="-441" t="-1938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7687490-9DFD-7BB4-0CF7-CD32EA94C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7A0B0D-A22B-52DE-447D-BCB79A60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C92B5F8-4C6F-1F8D-5D53-39FF4F5EB9DB}"/>
              </a:ext>
            </a:extLst>
          </p:cNvPr>
          <p:cNvSpPr txBox="1"/>
          <p:nvPr/>
        </p:nvSpPr>
        <p:spPr>
          <a:xfrm>
            <a:off x="1628509" y="1379656"/>
            <a:ext cx="1228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DEB6C5C8-8F8E-A36D-9DB4-4C6F07844568}"/>
              </a:ext>
            </a:extLst>
          </p:cNvPr>
          <p:cNvGrpSpPr/>
          <p:nvPr/>
        </p:nvGrpSpPr>
        <p:grpSpPr>
          <a:xfrm>
            <a:off x="528899" y="3166397"/>
            <a:ext cx="4152360" cy="1688999"/>
            <a:chOff x="546259" y="3117514"/>
            <a:chExt cx="4152360" cy="1688999"/>
          </a:xfrm>
        </p:grpSpPr>
        <p:cxnSp>
          <p:nvCxnSpPr>
            <p:cNvPr id="8" name="Gewinkelte Verbindung 7">
              <a:extLst>
                <a:ext uri="{FF2B5EF4-FFF2-40B4-BE49-F238E27FC236}">
                  <a16:creationId xmlns:a16="http://schemas.microsoft.com/office/drawing/2014/main" id="{2A81D0C1-DA39-B748-8AE8-196832C5D47F}"/>
                </a:ext>
              </a:extLst>
            </p:cNvPr>
            <p:cNvCxnSpPr>
              <a:cxnSpLocks/>
            </p:cNvCxnSpPr>
            <p:nvPr/>
          </p:nvCxnSpPr>
          <p:spPr>
            <a:xfrm>
              <a:off x="1399497" y="3117514"/>
              <a:ext cx="2916005" cy="1519722"/>
            </a:xfrm>
            <a:prstGeom prst="bentConnector3">
              <a:avLst>
                <a:gd name="adj1" fmla="val 0"/>
              </a:avLst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CFC9F2AC-2896-BDFD-E8D4-D643C8E539F3}"/>
                    </a:ext>
                  </a:extLst>
                </p:cNvPr>
                <p:cNvSpPr txBox="1"/>
                <p:nvPr/>
              </p:nvSpPr>
              <p:spPr>
                <a:xfrm>
                  <a:off x="4315502" y="4467959"/>
                  <a:ext cx="38311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CFC9F2AC-2896-BDFD-E8D4-D643C8E53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5502" y="4467959"/>
                  <a:ext cx="383117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1C94B86D-DD4F-B7A9-3DBA-EC6FB2F84E41}"/>
                    </a:ext>
                  </a:extLst>
                </p:cNvPr>
                <p:cNvSpPr txBox="1"/>
                <p:nvPr/>
              </p:nvSpPr>
              <p:spPr>
                <a:xfrm>
                  <a:off x="546259" y="3117514"/>
                  <a:ext cx="102053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)|</m:t>
                        </m:r>
                      </m:oMath>
                    </m:oMathPara>
                  </a14:m>
                  <a:endParaRPr lang="el-GR" dirty="0"/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1C94B86D-DD4F-B7A9-3DBA-EC6FB2F84E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59" y="3117514"/>
                  <a:ext cx="1020535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8ADA3B53-94FC-4A8A-B467-5F13A47D8276}"/>
                </a:ext>
              </a:extLst>
            </p:cNvPr>
            <p:cNvSpPr/>
            <p:nvPr/>
          </p:nvSpPr>
          <p:spPr>
            <a:xfrm>
              <a:off x="1394426" y="3540995"/>
              <a:ext cx="2766094" cy="1067582"/>
            </a:xfrm>
            <a:custGeom>
              <a:avLst/>
              <a:gdLst>
                <a:gd name="connsiteX0" fmla="*/ 0 w 2752344"/>
                <a:gd name="connsiteY0" fmla="*/ 110029 h 1179877"/>
                <a:gd name="connsiteX1" fmla="*/ 1380744 w 2752344"/>
                <a:gd name="connsiteY1" fmla="*/ 100885 h 1179877"/>
                <a:gd name="connsiteX2" fmla="*/ 2752344 w 2752344"/>
                <a:gd name="connsiteY2" fmla="*/ 1179877 h 1179877"/>
                <a:gd name="connsiteX0" fmla="*/ 0 w 2752344"/>
                <a:gd name="connsiteY0" fmla="*/ 98906 h 1168754"/>
                <a:gd name="connsiteX1" fmla="*/ 1490472 w 2752344"/>
                <a:gd name="connsiteY1" fmla="*/ 108050 h 1168754"/>
                <a:gd name="connsiteX2" fmla="*/ 2752344 w 2752344"/>
                <a:gd name="connsiteY2" fmla="*/ 1168754 h 1168754"/>
                <a:gd name="connsiteX0" fmla="*/ 0 w 2752344"/>
                <a:gd name="connsiteY0" fmla="*/ 98906 h 1168754"/>
                <a:gd name="connsiteX1" fmla="*/ 1490472 w 2752344"/>
                <a:gd name="connsiteY1" fmla="*/ 108050 h 1168754"/>
                <a:gd name="connsiteX2" fmla="*/ 2752344 w 2752344"/>
                <a:gd name="connsiteY2" fmla="*/ 1168754 h 1168754"/>
                <a:gd name="connsiteX0" fmla="*/ 0 w 2752344"/>
                <a:gd name="connsiteY0" fmla="*/ 98906 h 1168754"/>
                <a:gd name="connsiteX1" fmla="*/ 1490472 w 2752344"/>
                <a:gd name="connsiteY1" fmla="*/ 108050 h 1168754"/>
                <a:gd name="connsiteX2" fmla="*/ 2752344 w 2752344"/>
                <a:gd name="connsiteY2" fmla="*/ 1168754 h 1168754"/>
                <a:gd name="connsiteX0" fmla="*/ 0 w 2752344"/>
                <a:gd name="connsiteY0" fmla="*/ 43826 h 1113674"/>
                <a:gd name="connsiteX1" fmla="*/ 1490472 w 2752344"/>
                <a:gd name="connsiteY1" fmla="*/ 52970 h 1113674"/>
                <a:gd name="connsiteX2" fmla="*/ 2752344 w 2752344"/>
                <a:gd name="connsiteY2" fmla="*/ 1113674 h 1113674"/>
                <a:gd name="connsiteX0" fmla="*/ 0 w 2766094"/>
                <a:gd name="connsiteY0" fmla="*/ 102516 h 1165489"/>
                <a:gd name="connsiteX1" fmla="*/ 1504222 w 2766094"/>
                <a:gd name="connsiteY1" fmla="*/ 104785 h 1165489"/>
                <a:gd name="connsiteX2" fmla="*/ 2766094 w 2766094"/>
                <a:gd name="connsiteY2" fmla="*/ 1165489 h 1165489"/>
                <a:gd name="connsiteX0" fmla="*/ 0 w 2766094"/>
                <a:gd name="connsiteY0" fmla="*/ 92164 h 1155137"/>
                <a:gd name="connsiteX1" fmla="*/ 1504222 w 2766094"/>
                <a:gd name="connsiteY1" fmla="*/ 94433 h 1155137"/>
                <a:gd name="connsiteX2" fmla="*/ 2766094 w 2766094"/>
                <a:gd name="connsiteY2" fmla="*/ 1155137 h 1155137"/>
                <a:gd name="connsiteX0" fmla="*/ 0 w 2766094"/>
                <a:gd name="connsiteY0" fmla="*/ 96708 h 1159681"/>
                <a:gd name="connsiteX1" fmla="*/ 1538598 w 2766094"/>
                <a:gd name="connsiteY1" fmla="*/ 92101 h 1159681"/>
                <a:gd name="connsiteX2" fmla="*/ 2766094 w 2766094"/>
                <a:gd name="connsiteY2" fmla="*/ 1159681 h 1159681"/>
                <a:gd name="connsiteX0" fmla="*/ 0 w 2766094"/>
                <a:gd name="connsiteY0" fmla="*/ 27249 h 1090222"/>
                <a:gd name="connsiteX1" fmla="*/ 1538598 w 2766094"/>
                <a:gd name="connsiteY1" fmla="*/ 22642 h 1090222"/>
                <a:gd name="connsiteX2" fmla="*/ 2766094 w 2766094"/>
                <a:gd name="connsiteY2" fmla="*/ 1090222 h 1090222"/>
                <a:gd name="connsiteX0" fmla="*/ 0 w 2766094"/>
                <a:gd name="connsiteY0" fmla="*/ 12017 h 1074990"/>
                <a:gd name="connsiteX1" fmla="*/ 1538598 w 2766094"/>
                <a:gd name="connsiteY1" fmla="*/ 7410 h 1074990"/>
                <a:gd name="connsiteX2" fmla="*/ 2766094 w 2766094"/>
                <a:gd name="connsiteY2" fmla="*/ 1074990 h 1074990"/>
                <a:gd name="connsiteX0" fmla="*/ 0 w 2766094"/>
                <a:gd name="connsiteY0" fmla="*/ 12017 h 1074990"/>
                <a:gd name="connsiteX1" fmla="*/ 1538598 w 2766094"/>
                <a:gd name="connsiteY1" fmla="*/ 7410 h 1074990"/>
                <a:gd name="connsiteX2" fmla="*/ 2766094 w 2766094"/>
                <a:gd name="connsiteY2" fmla="*/ 1074990 h 1074990"/>
                <a:gd name="connsiteX0" fmla="*/ 0 w 2766094"/>
                <a:gd name="connsiteY0" fmla="*/ 4609 h 1067582"/>
                <a:gd name="connsiteX1" fmla="*/ 1538598 w 2766094"/>
                <a:gd name="connsiteY1" fmla="*/ 2 h 1067582"/>
                <a:gd name="connsiteX2" fmla="*/ 2766094 w 2766094"/>
                <a:gd name="connsiteY2" fmla="*/ 1067582 h 1067582"/>
                <a:gd name="connsiteX0" fmla="*/ 0 w 2766094"/>
                <a:gd name="connsiteY0" fmla="*/ 4609 h 1067582"/>
                <a:gd name="connsiteX1" fmla="*/ 1538598 w 2766094"/>
                <a:gd name="connsiteY1" fmla="*/ 2 h 1067582"/>
                <a:gd name="connsiteX2" fmla="*/ 2766094 w 2766094"/>
                <a:gd name="connsiteY2" fmla="*/ 1067582 h 1067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6094" h="1067582">
                  <a:moveTo>
                    <a:pt x="0" y="4609"/>
                  </a:moveTo>
                  <a:lnTo>
                    <a:pt x="1538598" y="2"/>
                  </a:lnTo>
                  <a:cubicBezTo>
                    <a:pt x="2032481" y="-1477"/>
                    <a:pt x="2674654" y="979190"/>
                    <a:pt x="2766094" y="1067582"/>
                  </a:cubicBezTo>
                </a:path>
              </a:pathLst>
            </a:custGeom>
            <a:noFill/>
            <a:ln w="19050">
              <a:solidFill>
                <a:srgbClr val="178F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16CD039C-B11F-BFD3-DB09-0FCCFCA60314}"/>
              </a:ext>
            </a:extLst>
          </p:cNvPr>
          <p:cNvGrpSpPr/>
          <p:nvPr/>
        </p:nvGrpSpPr>
        <p:grpSpPr>
          <a:xfrm>
            <a:off x="4489700" y="3132559"/>
            <a:ext cx="4082794" cy="1737097"/>
            <a:chOff x="4492806" y="3077502"/>
            <a:chExt cx="4082794" cy="1737097"/>
          </a:xfrm>
        </p:grpSpPr>
        <p:cxnSp>
          <p:nvCxnSpPr>
            <p:cNvPr id="9" name="Gewinkelte Verbindung 8">
              <a:extLst>
                <a:ext uri="{FF2B5EF4-FFF2-40B4-BE49-F238E27FC236}">
                  <a16:creationId xmlns:a16="http://schemas.microsoft.com/office/drawing/2014/main" id="{D2CF5F11-423E-C61B-640B-F8D4DAFCB03C}"/>
                </a:ext>
              </a:extLst>
            </p:cNvPr>
            <p:cNvCxnSpPr>
              <a:cxnSpLocks/>
            </p:cNvCxnSpPr>
            <p:nvPr/>
          </p:nvCxnSpPr>
          <p:spPr>
            <a:xfrm>
              <a:off x="5285971" y="3125600"/>
              <a:ext cx="2916005" cy="1519722"/>
            </a:xfrm>
            <a:prstGeom prst="bentConnector3">
              <a:avLst>
                <a:gd name="adj1" fmla="val 0"/>
              </a:avLst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DE58E5E2-C3E9-6B51-7218-24CB68597786}"/>
                    </a:ext>
                  </a:extLst>
                </p:cNvPr>
                <p:cNvSpPr txBox="1"/>
                <p:nvPr/>
              </p:nvSpPr>
              <p:spPr>
                <a:xfrm>
                  <a:off x="8192483" y="4476045"/>
                  <a:ext cx="38311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DE58E5E2-C3E9-6B51-7218-24CB68597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2483" y="4476045"/>
                  <a:ext cx="383117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1423A5EB-8E44-6388-F0C6-1DD58AF96F11}"/>
                    </a:ext>
                  </a:extLst>
                </p:cNvPr>
                <p:cNvSpPr txBox="1"/>
                <p:nvPr/>
              </p:nvSpPr>
              <p:spPr>
                <a:xfrm>
                  <a:off x="4492806" y="3077502"/>
                  <a:ext cx="82009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l-GR" dirty="0"/>
                </a:p>
              </p:txBody>
            </p:sp>
          </mc:Choice>
          <mc:Fallback xmlns="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1423A5EB-8E44-6388-F0C6-1DD58AF96F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2806" y="3077502"/>
                  <a:ext cx="820096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Freihandform 15">
              <a:extLst>
                <a:ext uri="{FF2B5EF4-FFF2-40B4-BE49-F238E27FC236}">
                  <a16:creationId xmlns:a16="http://schemas.microsoft.com/office/drawing/2014/main" id="{F28A14CF-C546-F02B-D825-7DB2CC7F79E3}"/>
                </a:ext>
              </a:extLst>
            </p:cNvPr>
            <p:cNvSpPr/>
            <p:nvPr/>
          </p:nvSpPr>
          <p:spPr>
            <a:xfrm>
              <a:off x="5285971" y="3563435"/>
              <a:ext cx="2792687" cy="912610"/>
            </a:xfrm>
            <a:custGeom>
              <a:avLst/>
              <a:gdLst>
                <a:gd name="connsiteX0" fmla="*/ 0 w 2727960"/>
                <a:gd name="connsiteY0" fmla="*/ 87254 h 1089098"/>
                <a:gd name="connsiteX1" fmla="*/ 1005840 w 2727960"/>
                <a:gd name="connsiteY1" fmla="*/ 87254 h 1089098"/>
                <a:gd name="connsiteX2" fmla="*/ 1501140 w 2727960"/>
                <a:gd name="connsiteY2" fmla="*/ 994034 h 1089098"/>
                <a:gd name="connsiteX3" fmla="*/ 2727960 w 2727960"/>
                <a:gd name="connsiteY3" fmla="*/ 1016894 h 1089098"/>
                <a:gd name="connsiteX0" fmla="*/ 0 w 2763919"/>
                <a:gd name="connsiteY0" fmla="*/ 90086 h 1086793"/>
                <a:gd name="connsiteX1" fmla="*/ 1041799 w 2763919"/>
                <a:gd name="connsiteY1" fmla="*/ 84949 h 1086793"/>
                <a:gd name="connsiteX2" fmla="*/ 1537099 w 2763919"/>
                <a:gd name="connsiteY2" fmla="*/ 991729 h 1086793"/>
                <a:gd name="connsiteX3" fmla="*/ 2763919 w 2763919"/>
                <a:gd name="connsiteY3" fmla="*/ 1014589 h 1086793"/>
                <a:gd name="connsiteX0" fmla="*/ 0 w 2763919"/>
                <a:gd name="connsiteY0" fmla="*/ 72548 h 1069255"/>
                <a:gd name="connsiteX1" fmla="*/ 1041799 w 2763919"/>
                <a:gd name="connsiteY1" fmla="*/ 67411 h 1069255"/>
                <a:gd name="connsiteX2" fmla="*/ 1537099 w 2763919"/>
                <a:gd name="connsiteY2" fmla="*/ 974191 h 1069255"/>
                <a:gd name="connsiteX3" fmla="*/ 2763919 w 2763919"/>
                <a:gd name="connsiteY3" fmla="*/ 997051 h 1069255"/>
                <a:gd name="connsiteX0" fmla="*/ 0 w 2763919"/>
                <a:gd name="connsiteY0" fmla="*/ 8656 h 1005363"/>
                <a:gd name="connsiteX1" fmla="*/ 1041799 w 2763919"/>
                <a:gd name="connsiteY1" fmla="*/ 3519 h 1005363"/>
                <a:gd name="connsiteX2" fmla="*/ 1537099 w 2763919"/>
                <a:gd name="connsiteY2" fmla="*/ 910299 h 1005363"/>
                <a:gd name="connsiteX3" fmla="*/ 2763919 w 2763919"/>
                <a:gd name="connsiteY3" fmla="*/ 933159 h 1005363"/>
                <a:gd name="connsiteX0" fmla="*/ 0 w 2763919"/>
                <a:gd name="connsiteY0" fmla="*/ 8656 h 1005363"/>
                <a:gd name="connsiteX1" fmla="*/ 1041799 w 2763919"/>
                <a:gd name="connsiteY1" fmla="*/ 3519 h 1005363"/>
                <a:gd name="connsiteX2" fmla="*/ 1537099 w 2763919"/>
                <a:gd name="connsiteY2" fmla="*/ 910299 h 1005363"/>
                <a:gd name="connsiteX3" fmla="*/ 2763919 w 2763919"/>
                <a:gd name="connsiteY3" fmla="*/ 933159 h 1005363"/>
                <a:gd name="connsiteX0" fmla="*/ 0 w 2820427"/>
                <a:gd name="connsiteY0" fmla="*/ 8656 h 1009947"/>
                <a:gd name="connsiteX1" fmla="*/ 1041799 w 2820427"/>
                <a:gd name="connsiteY1" fmla="*/ 3519 h 1009947"/>
                <a:gd name="connsiteX2" fmla="*/ 1537099 w 2820427"/>
                <a:gd name="connsiteY2" fmla="*/ 910299 h 1009947"/>
                <a:gd name="connsiteX3" fmla="*/ 2820427 w 2820427"/>
                <a:gd name="connsiteY3" fmla="*/ 943433 h 1009947"/>
                <a:gd name="connsiteX0" fmla="*/ 0 w 2820427"/>
                <a:gd name="connsiteY0" fmla="*/ 8656 h 991642"/>
                <a:gd name="connsiteX1" fmla="*/ 1041799 w 2820427"/>
                <a:gd name="connsiteY1" fmla="*/ 3519 h 991642"/>
                <a:gd name="connsiteX2" fmla="*/ 1537099 w 2820427"/>
                <a:gd name="connsiteY2" fmla="*/ 910299 h 991642"/>
                <a:gd name="connsiteX3" fmla="*/ 2820427 w 2820427"/>
                <a:gd name="connsiteY3" fmla="*/ 943433 h 991642"/>
                <a:gd name="connsiteX0" fmla="*/ 0 w 2820427"/>
                <a:gd name="connsiteY0" fmla="*/ 8656 h 984633"/>
                <a:gd name="connsiteX1" fmla="*/ 1041799 w 2820427"/>
                <a:gd name="connsiteY1" fmla="*/ 3519 h 984633"/>
                <a:gd name="connsiteX2" fmla="*/ 1537099 w 2820427"/>
                <a:gd name="connsiteY2" fmla="*/ 910299 h 984633"/>
                <a:gd name="connsiteX3" fmla="*/ 2820427 w 2820427"/>
                <a:gd name="connsiteY3" fmla="*/ 943433 h 984633"/>
                <a:gd name="connsiteX0" fmla="*/ 0 w 2820427"/>
                <a:gd name="connsiteY0" fmla="*/ 8656 h 943433"/>
                <a:gd name="connsiteX1" fmla="*/ 1041799 w 2820427"/>
                <a:gd name="connsiteY1" fmla="*/ 3519 h 943433"/>
                <a:gd name="connsiteX2" fmla="*/ 1537099 w 2820427"/>
                <a:gd name="connsiteY2" fmla="*/ 910299 h 943433"/>
                <a:gd name="connsiteX3" fmla="*/ 2820427 w 2820427"/>
                <a:gd name="connsiteY3" fmla="*/ 943433 h 943433"/>
                <a:gd name="connsiteX0" fmla="*/ 0 w 2825564"/>
                <a:gd name="connsiteY0" fmla="*/ 8656 h 912610"/>
                <a:gd name="connsiteX1" fmla="*/ 1041799 w 2825564"/>
                <a:gd name="connsiteY1" fmla="*/ 3519 h 912610"/>
                <a:gd name="connsiteX2" fmla="*/ 1537099 w 2825564"/>
                <a:gd name="connsiteY2" fmla="*/ 910299 h 912610"/>
                <a:gd name="connsiteX3" fmla="*/ 2825564 w 2825564"/>
                <a:gd name="connsiteY3" fmla="*/ 912610 h 912610"/>
                <a:gd name="connsiteX0" fmla="*/ 0 w 2825564"/>
                <a:gd name="connsiteY0" fmla="*/ 8656 h 912610"/>
                <a:gd name="connsiteX1" fmla="*/ 1041799 w 2825564"/>
                <a:gd name="connsiteY1" fmla="*/ 3519 h 912610"/>
                <a:gd name="connsiteX2" fmla="*/ 1537099 w 2825564"/>
                <a:gd name="connsiteY2" fmla="*/ 910299 h 912610"/>
                <a:gd name="connsiteX3" fmla="*/ 2825564 w 2825564"/>
                <a:gd name="connsiteY3" fmla="*/ 912610 h 912610"/>
                <a:gd name="connsiteX0" fmla="*/ 0 w 2825564"/>
                <a:gd name="connsiteY0" fmla="*/ 8656 h 912610"/>
                <a:gd name="connsiteX1" fmla="*/ 1041799 w 2825564"/>
                <a:gd name="connsiteY1" fmla="*/ 3519 h 912610"/>
                <a:gd name="connsiteX2" fmla="*/ 1537099 w 2825564"/>
                <a:gd name="connsiteY2" fmla="*/ 910299 h 912610"/>
                <a:gd name="connsiteX3" fmla="*/ 2825564 w 2825564"/>
                <a:gd name="connsiteY3" fmla="*/ 912610 h 91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5564" h="912610">
                  <a:moveTo>
                    <a:pt x="0" y="8656"/>
                  </a:moveTo>
                  <a:cubicBezTo>
                    <a:pt x="382962" y="-127"/>
                    <a:pt x="744519" y="-2917"/>
                    <a:pt x="1041799" y="3519"/>
                  </a:cubicBezTo>
                  <a:cubicBezTo>
                    <a:pt x="1339079" y="9955"/>
                    <a:pt x="1243286" y="909772"/>
                    <a:pt x="1537099" y="910299"/>
                  </a:cubicBezTo>
                  <a:lnTo>
                    <a:pt x="2825564" y="912610"/>
                  </a:lnTo>
                </a:path>
              </a:pathLst>
            </a:custGeom>
            <a:noFill/>
            <a:ln w="19050">
              <a:solidFill>
                <a:srgbClr val="178F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2AFC7AB9-1B13-6303-D245-E3A527215B7D}"/>
                  </a:ext>
                </a:extLst>
              </p:cNvPr>
              <p:cNvSpPr txBox="1"/>
              <p:nvPr/>
            </p:nvSpPr>
            <p:spPr>
              <a:xfrm>
                <a:off x="429028" y="2400460"/>
                <a:ext cx="853015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178F5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This is exactly what the Bode plot shows: magnitude &amp; phase as a function of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178F55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en-US" sz="1800" dirty="0">
                  <a:solidFill>
                    <a:srgbClr val="178F55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The Bode plot therefore consists of two graphs as such:</a:t>
                </a:r>
              </a:p>
              <a:p>
                <a:endParaRPr lang="en-US" sz="1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2AFC7AB9-1B13-6303-D245-E3A527215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28" y="2400460"/>
                <a:ext cx="8530156" cy="923330"/>
              </a:xfrm>
              <a:prstGeom prst="rect">
                <a:avLst/>
              </a:prstGeom>
              <a:blipFill>
                <a:blip r:embed="rId8"/>
                <a:stretch>
                  <a:fillRect l="-446" t="-4110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119F8294-FA2E-BA87-E8EA-D3F27320CCDA}"/>
                  </a:ext>
                </a:extLst>
              </p:cNvPr>
              <p:cNvSpPr txBox="1"/>
              <p:nvPr/>
            </p:nvSpPr>
            <p:spPr>
              <a:xfrm>
                <a:off x="1615761" y="1386305"/>
                <a:ext cx="114435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</m:oMath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de-CH" sz="1600" b="0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119F8294-FA2E-BA87-E8EA-D3F27320C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761" y="1386305"/>
                <a:ext cx="1144352" cy="584775"/>
              </a:xfrm>
              <a:prstGeom prst="rect">
                <a:avLst/>
              </a:prstGeom>
              <a:blipFill>
                <a:blip r:embed="rId9"/>
                <a:stretch>
                  <a:fillRect l="-2198" b="-8333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38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 descr="Ein Bild, das Reihe, Diagramm, Text, Zahl enthält.&#10;&#10;KI-generierte Inhalte können fehlerhaft sein.">
            <a:extLst>
              <a:ext uri="{FF2B5EF4-FFF2-40B4-BE49-F238E27FC236}">
                <a16:creationId xmlns:a16="http://schemas.microsoft.com/office/drawing/2014/main" id="{271FF93F-3C09-2E97-BB59-375223622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846" y="1654141"/>
            <a:ext cx="4032066" cy="295935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D811D73-0ED5-440A-A93F-AFD7B4CF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Bode Plot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A585DC4-B9C3-E02B-C431-306FFF77C4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79439"/>
                <a:ext cx="5829300" cy="1311988"/>
              </a:xfrm>
            </p:spPr>
            <p:txBody>
              <a:bodyPr/>
              <a:lstStyle/>
              <a:p>
                <a:r>
                  <a:rPr lang="en-US" dirty="0"/>
                  <a:t>Horizontal Axis: Frequency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 plotted on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scale</a:t>
                </a:r>
              </a:p>
              <a:p>
                <a:r>
                  <a:rPr lang="en-US" dirty="0"/>
                  <a:t>Vertical Axis:</a:t>
                </a:r>
              </a:p>
              <a:p>
                <a:pPr lvl="1"/>
                <a:r>
                  <a:rPr lang="en-US" dirty="0"/>
                  <a:t>Magnitude |G(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)| plotted in </a:t>
                </a:r>
                <a:r>
                  <a:rPr lang="en-US" dirty="0" err="1"/>
                  <a:t>deciBels</a:t>
                </a:r>
                <a:r>
                  <a:rPr lang="en-US" dirty="0"/>
                  <a:t> (dB)</a:t>
                </a:r>
              </a:p>
              <a:p>
                <a:pPr lvl="1"/>
                <a:r>
                  <a:rPr lang="en-US" dirty="0"/>
                  <a:t>Phase plot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 in degrees</a:t>
                </a:r>
              </a:p>
              <a:p>
                <a:pPr marL="3429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A585DC4-B9C3-E02B-C431-306FFF77C4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79439"/>
                <a:ext cx="5829300" cy="1311988"/>
              </a:xfrm>
              <a:blipFill>
                <a:blip r:embed="rId3"/>
                <a:stretch>
                  <a:fillRect l="-652" t="-4762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F315DB-084B-2C86-9069-CDC06AA40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3A8F584-785E-9DAC-8EAE-A5E8B722A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811D21BB-BC47-94D8-4DBD-A7AA35C867D9}"/>
              </a:ext>
            </a:extLst>
          </p:cNvPr>
          <p:cNvGrpSpPr/>
          <p:nvPr/>
        </p:nvGrpSpPr>
        <p:grpSpPr>
          <a:xfrm>
            <a:off x="629799" y="2474821"/>
            <a:ext cx="4798301" cy="1110018"/>
            <a:chOff x="611694" y="2575235"/>
            <a:chExt cx="4798301" cy="11100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D0C8EAB7-B3B1-9B41-3BD2-3E357611419F}"/>
                    </a:ext>
                  </a:extLst>
                </p:cNvPr>
                <p:cNvSpPr txBox="1"/>
                <p:nvPr/>
              </p:nvSpPr>
              <p:spPr>
                <a:xfrm>
                  <a:off x="611694" y="2575235"/>
                  <a:ext cx="3201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sub>
                        </m:sSub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=20⋅</m:t>
                        </m:r>
                        <m:func>
                          <m:func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i="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D0C8EAB7-B3B1-9B41-3BD2-3E35761141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694" y="2575235"/>
                  <a:ext cx="3201967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129"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DB0974EF-E095-DE33-F428-F9464324EB0E}"/>
                </a:ext>
              </a:extLst>
            </p:cNvPr>
            <p:cNvGrpSpPr/>
            <p:nvPr/>
          </p:nvGrpSpPr>
          <p:grpSpPr>
            <a:xfrm>
              <a:off x="611694" y="2932601"/>
              <a:ext cx="4798301" cy="752652"/>
              <a:chOff x="628650" y="3104730"/>
              <a:chExt cx="4798301" cy="75265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4BF892ED-D61F-6F9D-2C81-BB1F109FEBA8}"/>
                      </a:ext>
                    </a:extLst>
                  </p:cNvPr>
                  <p:cNvSpPr txBox="1"/>
                  <p:nvPr/>
                </p:nvSpPr>
                <p:spPr>
                  <a:xfrm>
                    <a:off x="628650" y="3104730"/>
                    <a:ext cx="479830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𝑑𝐵</m:t>
                              </m:r>
                            </m:sub>
                          </m:s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𝑑𝐵</m:t>
                              </m:r>
                            </m:sub>
                          </m:sSub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4BF892ED-D61F-6F9D-2C81-BB1F109FEB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650" y="3104730"/>
                    <a:ext cx="479830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de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feld 8">
                    <a:extLst>
                      <a:ext uri="{FF2B5EF4-FFF2-40B4-BE49-F238E27FC236}">
                        <a16:creationId xmlns:a16="http://schemas.microsoft.com/office/drawing/2014/main" id="{C63250F5-297B-E30D-E6A9-68A0777BBADC}"/>
                      </a:ext>
                    </a:extLst>
                  </p:cNvPr>
                  <p:cNvSpPr txBox="1"/>
                  <p:nvPr/>
                </p:nvSpPr>
                <p:spPr>
                  <a:xfrm>
                    <a:off x="628650" y="3488050"/>
                    <a:ext cx="403206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∠</m:t>
                          </m:r>
                          <m:sSub>
                            <m:sSub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=∠</m:t>
                          </m:r>
                          <m:sSub>
                            <m:sSub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+∠</m:t>
                          </m:r>
                          <m:sSub>
                            <m:sSub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9" name="Textfeld 8">
                    <a:extLst>
                      <a:ext uri="{FF2B5EF4-FFF2-40B4-BE49-F238E27FC236}">
                        <a16:creationId xmlns:a16="http://schemas.microsoft.com/office/drawing/2014/main" id="{C63250F5-297B-E30D-E6A9-68A0777BBA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650" y="3488050"/>
                    <a:ext cx="403206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6129"/>
                    </a:stretch>
                  </a:blipFill>
                </p:spPr>
                <p:txBody>
                  <a:bodyPr/>
                  <a:lstStyle/>
                  <a:p>
                    <a:r>
                      <a:rPr lang="de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0" name="Textfeld 9">
            <a:extLst>
              <a:ext uri="{FF2B5EF4-FFF2-40B4-BE49-F238E27FC236}">
                <a16:creationId xmlns:a16="http://schemas.microsoft.com/office/drawing/2014/main" id="{D779A112-DD19-C738-458E-7AB07C349A7B}"/>
              </a:ext>
            </a:extLst>
          </p:cNvPr>
          <p:cNvSpPr txBox="1"/>
          <p:nvPr/>
        </p:nvSpPr>
        <p:spPr>
          <a:xfrm>
            <a:off x="628650" y="4126427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9FCF1D9-D3DE-DD90-B0B2-D25DE0B9C1D0}"/>
              </a:ext>
            </a:extLst>
          </p:cNvPr>
          <p:cNvGrpSpPr/>
          <p:nvPr/>
        </p:nvGrpSpPr>
        <p:grpSpPr>
          <a:xfrm>
            <a:off x="628650" y="3729119"/>
            <a:ext cx="5829300" cy="1311988"/>
            <a:chOff x="628650" y="3729119"/>
            <a:chExt cx="5829300" cy="1311988"/>
          </a:xfrm>
        </p:grpSpPr>
        <p:sp>
          <p:nvSpPr>
            <p:cNvPr id="11" name="Inhaltsplatzhalter 2">
              <a:extLst>
                <a:ext uri="{FF2B5EF4-FFF2-40B4-BE49-F238E27FC236}">
                  <a16:creationId xmlns:a16="http://schemas.microsoft.com/office/drawing/2014/main" id="{797381A9-10F9-3837-D9EC-7737486CD37F}"/>
                </a:ext>
              </a:extLst>
            </p:cNvPr>
            <p:cNvSpPr txBox="1">
              <a:spLocks/>
            </p:cNvSpPr>
            <p:nvPr/>
          </p:nvSpPr>
          <p:spPr>
            <a:xfrm>
              <a:off x="628650" y="3729119"/>
              <a:ext cx="5829300" cy="131198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Tx/>
              </a:pPr>
              <a:r>
                <a:rPr lang="en-US" dirty="0"/>
                <a:t>Inverting a TF is equivalent to a reflection</a:t>
              </a:r>
            </a:p>
            <a:p>
              <a:pPr marL="0" indent="0">
                <a:buClrTx/>
                <a:buNone/>
              </a:pPr>
              <a:r>
                <a:rPr lang="en-US" dirty="0"/>
                <a:t> about the horizontal axis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B16A51B2-5CEB-B8F9-0372-8E2D13EC08DA}"/>
                    </a:ext>
                  </a:extLst>
                </p:cNvPr>
                <p:cNvSpPr txBox="1"/>
                <p:nvPr/>
              </p:nvSpPr>
              <p:spPr>
                <a:xfrm>
                  <a:off x="745830" y="4332910"/>
                  <a:ext cx="29077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sSup>
                                  <m:sSupPr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8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 dirty="0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1800" i="1" dirty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sub>
                        </m:sSub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sub>
                        </m:sSub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B16A51B2-5CEB-B8F9-0372-8E2D13EC08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830" y="4332910"/>
                  <a:ext cx="2907719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5846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86353F-BA06-1204-3343-84A56126C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0136"/>
            <a:ext cx="7886700" cy="994172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B994E47-FAB2-3E52-E3C6-CC90BA6E1D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881546"/>
                <a:ext cx="7886700" cy="478832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You are given the following system: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+10</m:t>
                        </m:r>
                      </m:den>
                    </m:f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B994E47-FAB2-3E52-E3C6-CC90BA6E1D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881546"/>
                <a:ext cx="7886700" cy="478832"/>
              </a:xfrm>
              <a:blipFill>
                <a:blip r:embed="rId2"/>
                <a:stretch>
                  <a:fillRect l="-322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6419287-7A24-9984-580E-5D8F57441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C003178-F7D1-2B8C-676D-A30CFA179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FF51ABF8-A104-1972-9497-8C9C832916DE}"/>
              </a:ext>
            </a:extLst>
          </p:cNvPr>
          <p:cNvGrpSpPr/>
          <p:nvPr/>
        </p:nvGrpSpPr>
        <p:grpSpPr>
          <a:xfrm>
            <a:off x="152324" y="1311917"/>
            <a:ext cx="4598956" cy="3455346"/>
            <a:chOff x="152324" y="1311917"/>
            <a:chExt cx="4598956" cy="3455346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3EA749B5-D772-3B0F-2A31-1380EADA8766}"/>
                </a:ext>
              </a:extLst>
            </p:cNvPr>
            <p:cNvGrpSpPr/>
            <p:nvPr/>
          </p:nvGrpSpPr>
          <p:grpSpPr>
            <a:xfrm>
              <a:off x="152324" y="1311917"/>
              <a:ext cx="4419676" cy="3455346"/>
              <a:chOff x="152324" y="1311917"/>
              <a:chExt cx="4419676" cy="3455346"/>
            </a:xfrm>
          </p:grpSpPr>
          <p:grpSp>
            <p:nvGrpSpPr>
              <p:cNvPr id="9" name="Gruppieren 8">
                <a:extLst>
                  <a:ext uri="{FF2B5EF4-FFF2-40B4-BE49-F238E27FC236}">
                    <a16:creationId xmlns:a16="http://schemas.microsoft.com/office/drawing/2014/main" id="{73D1D1A1-23D7-C2AD-F740-A63A4374000A}"/>
                  </a:ext>
                </a:extLst>
              </p:cNvPr>
              <p:cNvGrpSpPr/>
              <p:nvPr/>
            </p:nvGrpSpPr>
            <p:grpSpPr>
              <a:xfrm>
                <a:off x="675224" y="1311917"/>
                <a:ext cx="3896776" cy="3455346"/>
                <a:chOff x="675224" y="1362145"/>
                <a:chExt cx="3896776" cy="3455346"/>
              </a:xfrm>
            </p:grpSpPr>
            <p:pic>
              <p:nvPicPr>
                <p:cNvPr id="7" name="Grafik 6" descr="Ein Bild, das Reihe, Text, Diagramm, Steigung enthält.&#10;&#10;KI-generierte Inhalte können fehlerhaft sein.">
                  <a:extLst>
                    <a:ext uri="{FF2B5EF4-FFF2-40B4-BE49-F238E27FC236}">
                      <a16:creationId xmlns:a16="http://schemas.microsoft.com/office/drawing/2014/main" id="{F06C9D44-DADE-6D1D-E277-D623A5D459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5224" y="2574856"/>
                  <a:ext cx="3819677" cy="2242635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Textfeld 7">
                      <a:extLst>
                        <a:ext uri="{FF2B5EF4-FFF2-40B4-BE49-F238E27FC236}">
                          <a16:creationId xmlns:a16="http://schemas.microsoft.com/office/drawing/2014/main" id="{7563A9EB-7C12-C628-D01D-94AC2D5B3B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5224" y="1362145"/>
                      <a:ext cx="3896776" cy="13530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Evaluating the </a:t>
                      </a:r>
                      <a:r>
                        <a:rPr lang="en-US" sz="1600" i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magnitude</a:t>
                      </a:r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:</a:t>
                      </a:r>
                      <a:br>
                        <a:rPr lang="en-US" sz="1600" dirty="0"/>
                      </a:b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  <m:d>
                                      <m:dPr>
                                        <m:ctrlP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𝑑𝐵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=20⋅</m:t>
                            </m:r>
                            <m:func>
                              <m:func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i="0" dirty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6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 i="1" dirty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1600" i="1" dirty="0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  <m:r>
                                              <a:rPr lang="en-US" sz="1600" i="1" dirty="0">
                                                <a:latin typeface="Cambria Math" panose="02040503050406030204" pitchFamily="18" charset="0"/>
                                              </a:rPr>
                                              <m:t>+10</m:t>
                                            </m:r>
                                          </m:e>
                                        </m:d>
                                      </m:den>
                                    </m:f>
                                  </m:e>
                                </m:d>
                              </m:e>
                            </m:func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=20⋅</m:t>
                            </m:r>
                            <m:func>
                              <m:func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US" sz="160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sz="16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6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𝜔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6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160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sz="16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6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10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6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rad>
                                      </m:den>
                                    </m:f>
                                  </m:e>
                                </m:d>
                              </m:e>
                            </m:func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8" name="Textfeld 7">
                      <a:extLst>
                        <a:ext uri="{FF2B5EF4-FFF2-40B4-BE49-F238E27FC236}">
                          <a16:creationId xmlns:a16="http://schemas.microsoft.com/office/drawing/2014/main" id="{7563A9EB-7C12-C628-D01D-94AC2D5B3B1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5224" y="1362145"/>
                      <a:ext cx="3896776" cy="1353063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977" t="-1869" b="-93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N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6D0E0F66-BDE8-89EE-F6ED-5F8F5315FB23}"/>
                  </a:ext>
                </a:extLst>
              </p:cNvPr>
              <p:cNvSpPr txBox="1"/>
              <p:nvPr/>
            </p:nvSpPr>
            <p:spPr>
              <a:xfrm>
                <a:off x="152324" y="2560996"/>
                <a:ext cx="52290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plot: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13C01510-3AFB-E558-2593-E25EA2A41E85}"/>
                    </a:ext>
                  </a:extLst>
                </p:cNvPr>
                <p:cNvSpPr txBox="1"/>
                <p:nvPr/>
              </p:nvSpPr>
              <p:spPr>
                <a:xfrm>
                  <a:off x="4392720" y="4261954"/>
                  <a:ext cx="35856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13C01510-3AFB-E558-2593-E25EA2A41E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2720" y="4261954"/>
                  <a:ext cx="358560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0500FFF-90AB-8ACB-A93C-5A8783DEFC8F}"/>
              </a:ext>
            </a:extLst>
          </p:cNvPr>
          <p:cNvGrpSpPr/>
          <p:nvPr/>
        </p:nvGrpSpPr>
        <p:grpSpPr>
          <a:xfrm>
            <a:off x="4700783" y="1308408"/>
            <a:ext cx="4201741" cy="3505977"/>
            <a:chOff x="4700783" y="1308408"/>
            <a:chExt cx="4201741" cy="3505977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515AAAE5-9160-5F6F-C098-B3EE86993D0F}"/>
                </a:ext>
              </a:extLst>
            </p:cNvPr>
            <p:cNvGrpSpPr/>
            <p:nvPr/>
          </p:nvGrpSpPr>
          <p:grpSpPr>
            <a:xfrm>
              <a:off x="4700783" y="1308408"/>
              <a:ext cx="4201741" cy="3505977"/>
              <a:chOff x="4700783" y="1308408"/>
              <a:chExt cx="4201741" cy="3505977"/>
            </a:xfrm>
          </p:grpSpPr>
          <p:grpSp>
            <p:nvGrpSpPr>
              <p:cNvPr id="13" name="Gruppieren 12">
                <a:extLst>
                  <a:ext uri="{FF2B5EF4-FFF2-40B4-BE49-F238E27FC236}">
                    <a16:creationId xmlns:a16="http://schemas.microsoft.com/office/drawing/2014/main" id="{5037FD02-93BF-2504-16E6-84AFE5D1A26A}"/>
                  </a:ext>
                </a:extLst>
              </p:cNvPr>
              <p:cNvGrpSpPr/>
              <p:nvPr/>
            </p:nvGrpSpPr>
            <p:grpSpPr>
              <a:xfrm>
                <a:off x="5153841" y="1308408"/>
                <a:ext cx="3748683" cy="3505977"/>
                <a:chOff x="5153841" y="1308408"/>
                <a:chExt cx="3748683" cy="3505977"/>
              </a:xfrm>
            </p:grpSpPr>
            <p:pic>
              <p:nvPicPr>
                <p:cNvPr id="12" name="Grafik 11" descr="Ein Bild, das Reihe, Diagramm, Text enthält.&#10;&#10;KI-generierte Inhalte können fehlerhaft sein.">
                  <a:extLst>
                    <a:ext uri="{FF2B5EF4-FFF2-40B4-BE49-F238E27FC236}">
                      <a16:creationId xmlns:a16="http://schemas.microsoft.com/office/drawing/2014/main" id="{20A79E60-A4FA-7A21-F454-874B874E19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53841" y="2571750"/>
                  <a:ext cx="3389572" cy="2242635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feld 9">
                      <a:extLst>
                        <a:ext uri="{FF2B5EF4-FFF2-40B4-BE49-F238E27FC236}">
                          <a16:creationId xmlns:a16="http://schemas.microsoft.com/office/drawing/2014/main" id="{A932E335-2102-409A-753F-2CA587EEA54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3841" y="1308408"/>
                      <a:ext cx="3748683" cy="11371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Evaluating the </a:t>
                      </a:r>
                      <a:r>
                        <a:rPr lang="en-US" sz="1600" i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phase</a:t>
                      </a:r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:</a:t>
                      </a:r>
                    </a:p>
                    <a:p>
                      <a14:m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∠</m:t>
                          </m:r>
                          <m:r>
                            <a:rPr lang="de-CH" sz="1600" b="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𝑗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</m:oMath>
                      </a14:m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∠</m:t>
                          </m:r>
                          <m:f>
                            <m:f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𝑗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𝜔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+10</m:t>
                              </m:r>
                            </m:den>
                          </m:f>
                        </m:oMath>
                      </a14:m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= </a:t>
                      </a:r>
                      <a14:m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∠1−∠</m:t>
                          </m:r>
                          <m:d>
                            <m:d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𝑗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𝜔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+10</m:t>
                              </m:r>
                            </m:e>
                          </m:d>
                        </m:oMath>
                      </a14:m>
                      <a:endParaRPr lang="de-CH" sz="1600" i="1" dirty="0">
                        <a:latin typeface="Cambria Math" panose="02040503050406030204" pitchFamily="18" charset="0"/>
                        <a:cs typeface="Segoe UI" panose="020B0502040204020203" pitchFamily="34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de-CH" sz="1600" b="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=</m:t>
                            </m:r>
                            <m:r>
                              <a:rPr lang="de-CH" sz="1600" b="0" i="0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1600" b="0" i="1" dirty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i="0" dirty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arctan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𝜔</m:t>
                                        </m:r>
                                      </m:num>
                                      <m:den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</m:oMath>
                        </m:oMathPara>
                      </a14:m>
                      <a:endPara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" name="Textfeld 9">
                      <a:extLst>
                        <a:ext uri="{FF2B5EF4-FFF2-40B4-BE49-F238E27FC236}">
                          <a16:creationId xmlns:a16="http://schemas.microsoft.com/office/drawing/2014/main" id="{A932E335-2102-409A-753F-2CA587EEA54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53841" y="1308408"/>
                      <a:ext cx="3748683" cy="1137106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676" t="-2222" b="-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N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D504DEDB-FE73-701E-A4FD-46946383DF6C}"/>
                  </a:ext>
                </a:extLst>
              </p:cNvPr>
              <p:cNvSpPr txBox="1"/>
              <p:nvPr/>
            </p:nvSpPr>
            <p:spPr>
              <a:xfrm>
                <a:off x="4700783" y="2571750"/>
                <a:ext cx="52290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plot: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8894FE51-7AB7-6B0B-61E7-B9172DD7C8D4}"/>
                    </a:ext>
                  </a:extLst>
                </p:cNvPr>
                <p:cNvSpPr txBox="1"/>
                <p:nvPr/>
              </p:nvSpPr>
              <p:spPr>
                <a:xfrm>
                  <a:off x="8468776" y="4386652"/>
                  <a:ext cx="35856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8894FE51-7AB7-6B0B-61E7-B9172DD7C8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8776" y="4386652"/>
                  <a:ext cx="358560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D34ECA15-0C1A-F8C1-EA13-A0F9130D7E0D}"/>
                  </a:ext>
                </a:extLst>
              </p:cNvPr>
              <p:cNvSpPr txBox="1"/>
              <p:nvPr/>
            </p:nvSpPr>
            <p:spPr>
              <a:xfrm>
                <a:off x="5780070" y="102393"/>
                <a:ext cx="32019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=20⋅</m:t>
                      </m:r>
                      <m:func>
                        <m:func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i="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D34ECA15-0C1A-F8C1-EA13-A0F9130D7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070" y="102393"/>
                <a:ext cx="3201967" cy="369332"/>
              </a:xfrm>
              <a:prstGeom prst="rect">
                <a:avLst/>
              </a:prstGeom>
              <a:blipFill>
                <a:blip r:embed="rId9"/>
                <a:stretch>
                  <a:fillRect b="-20690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: Rounded Corners 17">
            <a:extLst>
              <a:ext uri="{FF2B5EF4-FFF2-40B4-BE49-F238E27FC236}">
                <a16:creationId xmlns:a16="http://schemas.microsoft.com/office/drawing/2014/main" id="{15C00204-08BE-8537-489B-687A760484FD}"/>
              </a:ext>
            </a:extLst>
          </p:cNvPr>
          <p:cNvSpPr/>
          <p:nvPr/>
        </p:nvSpPr>
        <p:spPr>
          <a:xfrm>
            <a:off x="5780070" y="50197"/>
            <a:ext cx="3201967" cy="478832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89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65A779-22F1-5089-AF88-FD987E486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998" y="295224"/>
            <a:ext cx="7886700" cy="994172"/>
          </a:xfrm>
        </p:spPr>
        <p:txBody>
          <a:bodyPr/>
          <a:lstStyle/>
          <a:p>
            <a:r>
              <a:rPr lang="en-US" dirty="0"/>
              <a:t>Sketch Bode Plots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F9CCBB7-0CEE-E4A7-BC46-15B3B0D8B6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0998" y="1098639"/>
                <a:ext cx="7886700" cy="3671888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So how do we sketch these plots by hand?</a:t>
                </a:r>
              </a:p>
              <a:p>
                <a:r>
                  <a:rPr lang="en-US" sz="1600" dirty="0"/>
                  <a:t>Suppose you are given a system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−100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+10</m:t>
                            </m:r>
                          </m:e>
                        </m:d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−1000</m:t>
                            </m:r>
                          </m:e>
                        </m:d>
                      </m:den>
                    </m:f>
                  </m:oMath>
                </a14:m>
                <a:endParaRPr lang="en-US" sz="16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6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F9CCBB7-0CEE-E4A7-BC46-15B3B0D8B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0998" y="1098639"/>
                <a:ext cx="7886700" cy="3671888"/>
              </a:xfrm>
              <a:blipFill>
                <a:blip r:embed="rId2"/>
                <a:stretch>
                  <a:fillRect l="-322" t="-1034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D08768E-AC52-40D2-ED03-F129E8D6D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C485305-75CF-EAA1-F848-C0739801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4A59CA1-3D87-328B-97E1-4D0CBEFC077E}"/>
              </a:ext>
            </a:extLst>
          </p:cNvPr>
          <p:cNvGrpSpPr/>
          <p:nvPr/>
        </p:nvGrpSpPr>
        <p:grpSpPr>
          <a:xfrm>
            <a:off x="5065342" y="50197"/>
            <a:ext cx="4078658" cy="1011462"/>
            <a:chOff x="4118427" y="2593950"/>
            <a:chExt cx="4078658" cy="1011462"/>
          </a:xfrm>
        </p:grpSpPr>
        <p:sp>
          <p:nvSpPr>
            <p:cNvPr id="15" name="Rectangle: Rounded Corners 17">
              <a:extLst>
                <a:ext uri="{FF2B5EF4-FFF2-40B4-BE49-F238E27FC236}">
                  <a16:creationId xmlns:a16="http://schemas.microsoft.com/office/drawing/2014/main" id="{709A739D-B84A-7791-9127-53541865B66C}"/>
                </a:ext>
              </a:extLst>
            </p:cNvPr>
            <p:cNvSpPr/>
            <p:nvPr/>
          </p:nvSpPr>
          <p:spPr>
            <a:xfrm>
              <a:off x="4118427" y="2593950"/>
              <a:ext cx="3992075" cy="1011462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A0185ED5-5F21-BF74-A9C0-25999D2EBCE6}"/>
                    </a:ext>
                  </a:extLst>
                </p:cNvPr>
                <p:cNvSpPr txBox="1"/>
                <p:nvPr/>
              </p:nvSpPr>
              <p:spPr>
                <a:xfrm>
                  <a:off x="4118427" y="2630930"/>
                  <a:ext cx="4078658" cy="8835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𝑏𝑜𝑑𝑒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den>
                        </m:f>
                        <m:f>
                          <m:f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d>
                              <m:dPr>
                                <m:ctrlP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d>
                              <m:d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lang="en-US" sz="1200" noProof="0" dirty="0"/>
                </a:p>
              </p:txBody>
            </p:sp>
          </mc:Choice>
          <mc:Fallback xmlns="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A0185ED5-5F21-BF74-A9C0-25999D2EBC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8427" y="2630930"/>
                  <a:ext cx="4078658" cy="8835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Textfeld 16">
            <a:extLst>
              <a:ext uri="{FF2B5EF4-FFF2-40B4-BE49-F238E27FC236}">
                <a16:creationId xmlns:a16="http://schemas.microsoft.com/office/drawing/2014/main" id="{EC92C6E7-A520-9191-A74A-3B15A6CB2D32}"/>
              </a:ext>
            </a:extLst>
          </p:cNvPr>
          <p:cNvSpPr txBox="1"/>
          <p:nvPr/>
        </p:nvSpPr>
        <p:spPr>
          <a:xfrm>
            <a:off x="4000590" y="47709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Bode Form: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2148491B-14D4-3F07-5DD6-1E88E3753924}"/>
              </a:ext>
            </a:extLst>
          </p:cNvPr>
          <p:cNvGrpSpPr/>
          <p:nvPr/>
        </p:nvGrpSpPr>
        <p:grpSpPr>
          <a:xfrm>
            <a:off x="490998" y="1862972"/>
            <a:ext cx="8420895" cy="2944535"/>
            <a:chOff x="490998" y="1862972"/>
            <a:chExt cx="8420895" cy="2944535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C8FC8931-8F43-ADCB-0034-D56263181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5945" y="4134953"/>
              <a:ext cx="4185500" cy="67255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C7D203E9-BEA0-D5DD-A527-74C3978AC90D}"/>
                    </a:ext>
                  </a:extLst>
                </p:cNvPr>
                <p:cNvSpPr txBox="1"/>
                <p:nvPr/>
              </p:nvSpPr>
              <p:spPr>
                <a:xfrm>
                  <a:off x="490998" y="1862972"/>
                  <a:ext cx="8420895" cy="25545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342900" indent="-342900">
                    <a:buFont typeface="+mj-lt"/>
                    <a:buAutoNum type="arabicPeriod"/>
                  </a:pP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Bring TF into </a:t>
                  </a:r>
                  <a:r>
                    <a:rPr lang="en-US" sz="1600" i="1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Bode Form</a:t>
                  </a: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and read out bode gain,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 &amp; </m:t>
                      </m:r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err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</a:p>
                <a:p>
                  <a:pPr marL="342900" indent="-342900">
                    <a:buFont typeface="+mj-lt"/>
                    <a:buAutoNum type="arabicPeriod"/>
                  </a:pPr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sort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 &amp; </m:t>
                      </m:r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err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from smallest to largest (absolute value!)</a:t>
                  </a:r>
                  <a:b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</a:br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We follow the rules and change our steepness whenever we "encounter" a </a:t>
                  </a:r>
                  <a:r>
                    <a:rPr lang="en-US" sz="1600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pole</a:t>
                  </a: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or </a:t>
                  </a:r>
                  <a:r>
                    <a:rPr lang="en-US" sz="1600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zero</a:t>
                  </a: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</a:p>
                <a:p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C7D203E9-BEA0-D5DD-A527-74C3978AC9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998" y="1862972"/>
                  <a:ext cx="8420895" cy="2554545"/>
                </a:xfrm>
                <a:prstGeom prst="rect">
                  <a:avLst/>
                </a:prstGeom>
                <a:blipFill>
                  <a:blip r:embed="rId6"/>
                  <a:stretch>
                    <a:fillRect l="-452" t="-9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98742D17-9A65-3943-7C8E-4A7403FA0A08}"/>
                    </a:ext>
                  </a:extLst>
                </p:cNvPr>
                <p:cNvSpPr txBox="1"/>
                <p:nvPr/>
              </p:nvSpPr>
              <p:spPr>
                <a:xfrm>
                  <a:off x="4789656" y="4160017"/>
                  <a:ext cx="386334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phase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change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happens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across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two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decades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one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before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and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one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after </a:t>
                  </a:r>
                  <a14:m>
                    <m:oMath xmlns:m="http://schemas.openxmlformats.org/officeDocument/2006/math">
                      <m:r>
                        <a:rPr lang="de-CH" sz="14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𝜔</m:t>
                      </m:r>
                    </m:oMath>
                  </a14:m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!</a:t>
                  </a:r>
                  <a:endParaRPr lang="el-GR" sz="14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98742D17-9A65-3943-7C8E-4A7403FA0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9656" y="4160017"/>
                  <a:ext cx="3863346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656" t="-2381"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4248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5EA6E3-AF05-BB3A-7ED1-BA577F663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868" y="227917"/>
            <a:ext cx="7886700" cy="994172"/>
          </a:xfrm>
        </p:spPr>
        <p:txBody>
          <a:bodyPr/>
          <a:lstStyle/>
          <a:p>
            <a:r>
              <a:rPr lang="en-US" dirty="0"/>
              <a:t>Sketch Bode Plots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627E84-C1A6-11BF-F791-7628B6C6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68D0A12-B015-D606-C4C3-3B5DC770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19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4CE427C-5215-0987-D8DA-49AFA3949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043" y="41734"/>
            <a:ext cx="3935896" cy="6324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C990E6B-13A9-EB41-88FD-91872005FD5A}"/>
                  </a:ext>
                </a:extLst>
              </p:cNvPr>
              <p:cNvSpPr txBox="1"/>
              <p:nvPr/>
            </p:nvSpPr>
            <p:spPr>
              <a:xfrm>
                <a:off x="465395" y="1037424"/>
                <a:ext cx="33087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8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10,</m:t>
                      </m:r>
                      <m:sSub>
                        <m:sSub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=100,</m:t>
                      </m:r>
                      <m:sSub>
                        <m:sSub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CH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=1000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C990E6B-13A9-EB41-88FD-91872005F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95" y="1037424"/>
                <a:ext cx="330879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feld 9">
            <a:extLst>
              <a:ext uri="{FF2B5EF4-FFF2-40B4-BE49-F238E27FC236}">
                <a16:creationId xmlns:a16="http://schemas.microsoft.com/office/drawing/2014/main" id="{7DF4B466-367C-CB45-454A-65211B243A4B}"/>
              </a:ext>
            </a:extLst>
          </p:cNvPr>
          <p:cNvSpPr txBox="1"/>
          <p:nvPr/>
        </p:nvSpPr>
        <p:spPr>
          <a:xfrm>
            <a:off x="1693588" y="1501866"/>
            <a:ext cx="1806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Magnitude Plot: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C76E575-CD86-8688-AE74-A96F2D79C9C2}"/>
              </a:ext>
            </a:extLst>
          </p:cNvPr>
          <p:cNvSpPr txBox="1"/>
          <p:nvPr/>
        </p:nvSpPr>
        <p:spPr>
          <a:xfrm>
            <a:off x="6207133" y="1501866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Phase Plot:</a:t>
            </a:r>
          </a:p>
        </p:txBody>
      </p:sp>
      <p:pic>
        <p:nvPicPr>
          <p:cNvPr id="13" name="Grafik 12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2796A268-B304-3C19-2F15-B390F2D48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443" y="1966307"/>
            <a:ext cx="3741777" cy="2461695"/>
          </a:xfrm>
          <a:prstGeom prst="rect">
            <a:avLst/>
          </a:prstGeom>
        </p:spPr>
      </p:pic>
      <p:pic>
        <p:nvPicPr>
          <p:cNvPr id="19" name="Grafik 18" descr="Ein Bild, das Text, Reihe, Zahl, Diagramm enthält.&#10;&#10;KI-generierte Inhalte können fehlerhaft sein.">
            <a:extLst>
              <a:ext uri="{FF2B5EF4-FFF2-40B4-BE49-F238E27FC236}">
                <a16:creationId xmlns:a16="http://schemas.microsoft.com/office/drawing/2014/main" id="{C7587EAD-5E69-C3F2-24EA-BD5D83439F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215" y="1966307"/>
            <a:ext cx="3972011" cy="246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693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421177-0531-D510-501A-D1B03FF25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42332"/>
            <a:ext cx="7886700" cy="994172"/>
          </a:xfrm>
        </p:spPr>
        <p:txBody>
          <a:bodyPr/>
          <a:lstStyle/>
          <a:p>
            <a:r>
              <a:rPr lang="en-US" dirty="0"/>
              <a:t>More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556F5C1-8656-41C8-72F8-551DFE7CF6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939998"/>
                <a:ext cx="8316567" cy="10145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Special rules: </a:t>
                </a:r>
              </a:p>
              <a:p>
                <a:r>
                  <a:rPr lang="en-US" sz="1600" dirty="0"/>
                  <a:t>If TF has pole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 (integrator), the plot will start with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−20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𝑑𝐵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𝑑𝑒𝑐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−90°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If TF has zero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 (differentiator), the plot will start with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𝑑𝐵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𝑑𝑒𝑐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2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556F5C1-8656-41C8-72F8-551DFE7CF6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39998"/>
                <a:ext cx="8316567" cy="1014500"/>
              </a:xfrm>
              <a:blipFill>
                <a:blip r:embed="rId2"/>
                <a:stretch>
                  <a:fillRect l="-305" t="-3659" b="-1220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B49265-401C-0A59-9BA0-9926E2CE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A8C1F0-3E92-AF4D-8F79-1BD23D04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BA2E8078-C062-1F31-1E12-2CCDF180F690}"/>
              </a:ext>
            </a:extLst>
          </p:cNvPr>
          <p:cNvGrpSpPr/>
          <p:nvPr/>
        </p:nvGrpSpPr>
        <p:grpSpPr>
          <a:xfrm>
            <a:off x="4572000" y="2549660"/>
            <a:ext cx="4825979" cy="2286610"/>
            <a:chOff x="4572000" y="2549660"/>
            <a:chExt cx="4825979" cy="22866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2BFB0323-986A-D6FD-AB0E-00E7D37A0D2D}"/>
                    </a:ext>
                  </a:extLst>
                </p:cNvPr>
                <p:cNvSpPr txBox="1"/>
                <p:nvPr/>
              </p:nvSpPr>
              <p:spPr>
                <a:xfrm>
                  <a:off x="4572000" y="2549660"/>
                  <a:ext cx="3354188" cy="5981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+1+10</m:t>
                                </m:r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+1−10</m:t>
                                </m:r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2BFB0323-986A-D6FD-AB0E-00E7D37A0D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2549660"/>
                  <a:ext cx="3354188" cy="598177"/>
                </a:xfrm>
                <a:prstGeom prst="rect">
                  <a:avLst/>
                </a:prstGeom>
                <a:blipFill>
                  <a:blip r:embed="rId3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" name="Grafik 10" descr="Ein Bild, das Reihe, Diagramm, Steigung enthält.&#10;&#10;KI-generierte Inhalte können fehlerhaft sein.">
              <a:extLst>
                <a:ext uri="{FF2B5EF4-FFF2-40B4-BE49-F238E27FC236}">
                  <a16:creationId xmlns:a16="http://schemas.microsoft.com/office/drawing/2014/main" id="{A2865B52-7A9D-ACAA-4E47-EB5A2C425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7962"/>
            <a:stretch>
              <a:fillRect/>
            </a:stretch>
          </p:blipFill>
          <p:spPr>
            <a:xfrm>
              <a:off x="4800345" y="3189002"/>
              <a:ext cx="3889124" cy="1647268"/>
            </a:xfrm>
            <a:prstGeom prst="rect">
              <a:avLst/>
            </a:prstGeom>
          </p:spPr>
        </p:pic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180196CF-DF6F-1C1E-8A59-A49C25A36B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3356" y="2755762"/>
              <a:ext cx="583800" cy="433240"/>
            </a:xfrm>
            <a:prstGeom prst="straightConnector1">
              <a:avLst/>
            </a:prstGeom>
            <a:ln w="190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8D2D4006-7836-A7C6-6CE2-4096510517F5}"/>
                </a:ext>
              </a:extLst>
            </p:cNvPr>
            <p:cNvSpPr txBox="1"/>
            <p:nvPr/>
          </p:nvSpPr>
          <p:spPr>
            <a:xfrm>
              <a:off x="7947971" y="2578178"/>
              <a:ext cx="9799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Resonance!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C0D5095C-2858-595B-4C4C-433680218C23}"/>
                </a:ext>
              </a:extLst>
            </p:cNvPr>
            <p:cNvSpPr txBox="1"/>
            <p:nvPr/>
          </p:nvSpPr>
          <p:spPr>
            <a:xfrm>
              <a:off x="7899379" y="2755762"/>
              <a:ext cx="1498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178F55"/>
                  </a:solidFill>
                </a:rPr>
                <a:t>How can we characterize this peak?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E1B19CF-A5D8-B1FE-8CC7-647ED899AB6B}"/>
              </a:ext>
            </a:extLst>
          </p:cNvPr>
          <p:cNvGrpSpPr/>
          <p:nvPr/>
        </p:nvGrpSpPr>
        <p:grpSpPr>
          <a:xfrm>
            <a:off x="632513" y="2007708"/>
            <a:ext cx="3890809" cy="2828562"/>
            <a:chOff x="632513" y="2007708"/>
            <a:chExt cx="3890809" cy="28285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C1338788-0D9A-5C0D-EB87-4A8DC96F7A67}"/>
                    </a:ext>
                  </a:extLst>
                </p:cNvPr>
                <p:cNvSpPr txBox="1"/>
                <p:nvPr/>
              </p:nvSpPr>
              <p:spPr>
                <a:xfrm>
                  <a:off x="712007" y="2578178"/>
                  <a:ext cx="2236702" cy="589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CH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de-CH" sz="160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de-CH" sz="160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de-CH" sz="160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C1338788-0D9A-5C0D-EB87-4A8DC96F7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007" y="2578178"/>
                  <a:ext cx="2236702" cy="589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Grafik 8" descr="Ein Bild, das Reihe, Diagramm, Schrift, Steigung enthält.&#10;&#10;KI-generierte Inhalte können fehlerhaft sein.">
              <a:extLst>
                <a:ext uri="{FF2B5EF4-FFF2-40B4-BE49-F238E27FC236}">
                  <a16:creationId xmlns:a16="http://schemas.microsoft.com/office/drawing/2014/main" id="{BACFBB63-1631-6222-14B5-56A09AE8A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7553" y="3189002"/>
              <a:ext cx="3647523" cy="1647268"/>
            </a:xfrm>
            <a:prstGeom prst="rect">
              <a:avLst/>
            </a:prstGeom>
          </p:spPr>
        </p:pic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7340A8E9-0152-D353-0C04-0E8F0CD187A7}"/>
                </a:ext>
              </a:extLst>
            </p:cNvPr>
            <p:cNvSpPr txBox="1"/>
            <p:nvPr/>
          </p:nvSpPr>
          <p:spPr>
            <a:xfrm>
              <a:off x="632513" y="2007708"/>
              <a:ext cx="389080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indent="0">
                <a:buNone/>
              </a:pP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What if we have complex poles/zeros?</a:t>
              </a:r>
            </a:p>
            <a:p>
              <a:pPr marL="0" indent="0">
                <a:buNone/>
              </a:pP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Let's compare the following two systems:</a:t>
              </a:r>
            </a:p>
            <a:p>
              <a:endParaRPr lang="en-US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18" name="Grafik 17">
            <a:extLst>
              <a:ext uri="{FF2B5EF4-FFF2-40B4-BE49-F238E27FC236}">
                <a16:creationId xmlns:a16="http://schemas.microsoft.com/office/drawing/2014/main" id="{5AD59230-646E-4D3D-CB57-DB7EA40723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5664" y="49275"/>
            <a:ext cx="3888336" cy="62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2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0265E957-14D6-BFB7-3292-CDBFC749E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419" y="1406942"/>
            <a:ext cx="2217722" cy="208389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A139588-30AD-6A3C-F3AA-6D78AF3F0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4220"/>
            <a:ext cx="7886700" cy="994172"/>
          </a:xfrm>
        </p:spPr>
        <p:txBody>
          <a:bodyPr/>
          <a:lstStyle/>
          <a:p>
            <a:r>
              <a:rPr lang="en-US" dirty="0"/>
              <a:t>Second Order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C3054A9-F0B6-D964-E2C1-9A78E9353A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873088"/>
                <a:ext cx="7886700" cy="32635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Remember how we wrote our second order system:</a:t>
                </a:r>
              </a:p>
              <a:p>
                <a:r>
                  <a:rPr lang="en-US" sz="1600" dirty="0"/>
                  <a:t>It turns out the dampening factor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𝜻</m:t>
                    </m:r>
                  </m:oMath>
                </a14:m>
                <a:r>
                  <a:rPr lang="en-US" sz="1600" dirty="0"/>
                  <a:t> defines the intensity of the resonance!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sz="1600" dirty="0"/>
                  <a:t> the stronger the dampening, the smaller the resonance!</a:t>
                </a:r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C3054A9-F0B6-D964-E2C1-9A78E9353A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873088"/>
                <a:ext cx="7886700" cy="3263504"/>
              </a:xfrm>
              <a:blipFill>
                <a:blip r:embed="rId4"/>
                <a:stretch>
                  <a:fillRect l="-322" t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88E47F-F521-563D-05A8-2E9A5D2D6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9CF90BB-91DC-D869-650D-4912F028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21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1B0A7AE7-6758-A3FE-F110-B907F02258B6}"/>
                  </a:ext>
                </a:extLst>
              </p:cNvPr>
              <p:cNvSpPr txBox="1"/>
              <p:nvPr/>
            </p:nvSpPr>
            <p:spPr>
              <a:xfrm>
                <a:off x="5119497" y="701234"/>
                <a:ext cx="2676906" cy="636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1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𝜻</m:t>
                          </m:r>
                          <m:sSub>
                            <m:sSubPr>
                              <m:ctrlPr>
                                <a:rPr lang="en-US" sz="16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600" i="1" dirty="0" err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1B0A7AE7-6758-A3FE-F110-B907F0225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497" y="701234"/>
                <a:ext cx="2676906" cy="636777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hteck 7">
            <a:extLst>
              <a:ext uri="{FF2B5EF4-FFF2-40B4-BE49-F238E27FC236}">
                <a16:creationId xmlns:a16="http://schemas.microsoft.com/office/drawing/2014/main" id="{A49E62C9-740C-0F7F-C583-219B54622A52}"/>
              </a:ext>
            </a:extLst>
          </p:cNvPr>
          <p:cNvSpPr/>
          <p:nvPr/>
        </p:nvSpPr>
        <p:spPr>
          <a:xfrm>
            <a:off x="6915587" y="3197699"/>
            <a:ext cx="711477" cy="201484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fik 9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F575A89B-C24B-7C66-116F-8C795235C6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49" y="1787419"/>
            <a:ext cx="4002959" cy="2433981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FFAC4BA-C432-0E88-54F5-3EBB8B83E6AA}"/>
              </a:ext>
            </a:extLst>
          </p:cNvPr>
          <p:cNvGrpSpPr/>
          <p:nvPr/>
        </p:nvGrpSpPr>
        <p:grpSpPr>
          <a:xfrm>
            <a:off x="4618296" y="3528805"/>
            <a:ext cx="4785918" cy="1379668"/>
            <a:chOff x="4618296" y="3528805"/>
            <a:chExt cx="4785918" cy="13796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B10D48AB-CE6E-D868-0256-1983C4F034B2}"/>
                    </a:ext>
                  </a:extLst>
                </p:cNvPr>
                <p:cNvSpPr txBox="1"/>
                <p:nvPr/>
              </p:nvSpPr>
              <p:spPr>
                <a:xfrm>
                  <a:off x="4618296" y="3528805"/>
                  <a:ext cx="3932487" cy="11536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Normalize the system → break frequency is </a:t>
                  </a:r>
                  <a14:m>
                    <m:oMath xmlns:m="http://schemas.openxmlformats.org/officeDocument/2006/math">
                      <m:r>
                        <a:rPr lang="el-GR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𝜔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ₙ</m:t>
                      </m:r>
                    </m:oMath>
                  </a14:m>
                  <a:r>
                    <a:rPr lang="en-US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de-CH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de-CH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de-CH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de-CH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de-CH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de-CH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de-CH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de-CH" i="1" dirty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de-CH" i="1" dirty="0" err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e-CH" i="1" dirty="0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de-CH" i="1" dirty="0" err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de-CH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𝜁</m:t>
                            </m:r>
                            <m:d>
                              <m:dPr>
                                <m:ctrlPr>
                                  <a:rPr lang="de-CH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de-CH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CH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de-CH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 dirty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de-CH" i="1" dirty="0" err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en-US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B10D48AB-CE6E-D868-0256-1983C4F034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8296" y="3528805"/>
                  <a:ext cx="3932487" cy="1153649"/>
                </a:xfrm>
                <a:prstGeom prst="rect">
                  <a:avLst/>
                </a:prstGeom>
                <a:blipFill>
                  <a:blip r:embed="rId7"/>
                  <a:stretch>
                    <a:fillRect l="-643" t="-1087"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8B634C3-B5B1-13E2-B03E-C35EC5D0E1AD}"/>
                </a:ext>
              </a:extLst>
            </p:cNvPr>
            <p:cNvSpPr/>
            <p:nvPr/>
          </p:nvSpPr>
          <p:spPr>
            <a:xfrm>
              <a:off x="5342296" y="4250096"/>
              <a:ext cx="271754" cy="216000"/>
            </a:xfrm>
            <a:prstGeom prst="ellipse">
              <a:avLst/>
            </a:prstGeom>
            <a:noFill/>
            <a:ln w="158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623FE8A1-D965-584F-EC9F-0B188BCB5A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4050" y="4382028"/>
              <a:ext cx="1194156" cy="215802"/>
            </a:xfrm>
            <a:prstGeom prst="straightConnector1">
              <a:avLst/>
            </a:prstGeom>
            <a:ln w="15875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F4F31F3B-1187-5403-94A4-4A7CEC476138}"/>
                </a:ext>
              </a:extLst>
            </p:cNvPr>
            <p:cNvSpPr txBox="1"/>
            <p:nvPr/>
          </p:nvSpPr>
          <p:spPr>
            <a:xfrm>
              <a:off x="6798174" y="4385253"/>
              <a:ext cx="26060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at which frequency we encounter the complex pole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991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94B8C4-107C-9230-77CC-1AE172DAC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560" y="110149"/>
            <a:ext cx="7886700" cy="994172"/>
          </a:xfrm>
        </p:spPr>
        <p:txBody>
          <a:bodyPr/>
          <a:lstStyle/>
          <a:p>
            <a:r>
              <a:rPr lang="en-US" dirty="0"/>
              <a:t>Multiple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A69B923-4127-7624-D370-21B123BC4E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9560" y="803138"/>
                <a:ext cx="7886700" cy="1446603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Given two systems, controller and plant</a:t>
                </a:r>
              </a:p>
              <a:p>
                <a:r>
                  <a:rPr lang="en-US" sz="1600" dirty="0"/>
                  <a:t>Magnitudes add up in the Bode plot: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ar-AE" sz="1600" i="1" dirty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|"/>
                          <m:endChr m:val="|"/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ar-AE" sz="16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b="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ar-AE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ar-AE" sz="16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ar-AE" sz="16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b="0" i="1" dirty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ar-AE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ar-AE" sz="16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Phases add up as well: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600" i="1" dirty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1" dirty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ar-AE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1" dirty="0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ar-AE" sz="1600" i="1" dirty="0">
                          <a:latin typeface="Cambria Math" panose="02040503050406030204" pitchFamily="18" charset="0"/>
                        </a:rPr>
                        <m:t>+∠</m:t>
                      </m:r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A69B923-4127-7624-D370-21B123BC4E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9560" y="803138"/>
                <a:ext cx="7886700" cy="1446603"/>
              </a:xfrm>
              <a:blipFill>
                <a:blip r:embed="rId2"/>
                <a:stretch>
                  <a:fillRect l="-322" t="-2609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2F8D7A7-3EBB-9165-C690-EDB4BDAF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8E68D0-FB8A-32FC-DDE1-F24CD7D7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709F0E79-DDA2-B108-7007-B77C42A280EE}"/>
              </a:ext>
            </a:extLst>
          </p:cNvPr>
          <p:cNvGrpSpPr/>
          <p:nvPr/>
        </p:nvGrpSpPr>
        <p:grpSpPr>
          <a:xfrm>
            <a:off x="4883894" y="52818"/>
            <a:ext cx="4162528" cy="1133297"/>
            <a:chOff x="611695" y="2568264"/>
            <a:chExt cx="4162528" cy="1133297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4423C457-AAA7-027C-5E65-FA1620A3D09D}"/>
                </a:ext>
              </a:extLst>
            </p:cNvPr>
            <p:cNvGrpSpPr/>
            <p:nvPr/>
          </p:nvGrpSpPr>
          <p:grpSpPr>
            <a:xfrm>
              <a:off x="611695" y="2575235"/>
              <a:ext cx="3854798" cy="1053286"/>
              <a:chOff x="611694" y="2575235"/>
              <a:chExt cx="4287071" cy="10532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4ACE02D3-D021-1777-4AF5-BA6599A7365D}"/>
                      </a:ext>
                    </a:extLst>
                  </p:cNvPr>
                  <p:cNvSpPr txBox="1"/>
                  <p:nvPr/>
                </p:nvSpPr>
                <p:spPr>
                  <a:xfrm>
                    <a:off x="611694" y="2575235"/>
                    <a:ext cx="2867516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𝑑𝐵</m:t>
                              </m:r>
                            </m:sub>
                          </m:sSub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=20⋅</m:t>
                          </m:r>
                          <m:func>
                            <m:func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0" dirty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4ACE02D3-D021-1777-4AF5-BA6599A736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1694" y="2575235"/>
                    <a:ext cx="2867516" cy="3385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3922" b="-10714"/>
                    </a:stretch>
                  </a:blipFill>
                </p:spPr>
                <p:txBody>
                  <a:bodyPr/>
                  <a:lstStyle/>
                  <a:p>
                    <a:r>
                      <a:rPr lang="de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8504BCB8-8FD1-D230-9BF1-C50C10B113EF}"/>
                  </a:ext>
                </a:extLst>
              </p:cNvPr>
              <p:cNvGrpSpPr/>
              <p:nvPr/>
            </p:nvGrpSpPr>
            <p:grpSpPr>
              <a:xfrm>
                <a:off x="611694" y="2932601"/>
                <a:ext cx="4287071" cy="695920"/>
                <a:chOff x="628650" y="3104730"/>
                <a:chExt cx="4287071" cy="69592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feld 8">
                      <a:extLst>
                        <a:ext uri="{FF2B5EF4-FFF2-40B4-BE49-F238E27FC236}">
                          <a16:creationId xmlns:a16="http://schemas.microsoft.com/office/drawing/2014/main" id="{3089C55C-2C19-EC10-812E-779F1307BF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8650" y="3104730"/>
                      <a:ext cx="4287071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sub>
                            </m:s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sub>
                            </m:sSub>
                          </m:oMath>
                        </m:oMathPara>
                      </a14:m>
                      <a:endParaRPr dirty="0"/>
                    </a:p>
                  </p:txBody>
                </p:sp>
              </mc:Choice>
              <mc:Fallback xmlns="">
                <p:sp>
                  <p:nvSpPr>
                    <p:cNvPr id="9" name="Textfeld 8">
                      <a:extLst>
                        <a:ext uri="{FF2B5EF4-FFF2-40B4-BE49-F238E27FC236}">
                          <a16:creationId xmlns:a16="http://schemas.microsoft.com/office/drawing/2014/main" id="{3089C55C-2C19-EC10-812E-779F1307BFF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8650" y="3104730"/>
                      <a:ext cx="4287071" cy="338554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r="-7541" b="-10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N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feld 9">
                      <a:extLst>
                        <a:ext uri="{FF2B5EF4-FFF2-40B4-BE49-F238E27FC236}">
                          <a16:creationId xmlns:a16="http://schemas.microsoft.com/office/drawing/2014/main" id="{2DC6F869-8CD0-BF1B-F3C2-F7F378D1A4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8650" y="3462096"/>
                      <a:ext cx="3603038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∠</m:t>
                            </m:r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=∠</m:t>
                            </m:r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+∠</m:t>
                            </m:r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</m:oMath>
                        </m:oMathPara>
                      </a14:m>
                      <a:endParaRPr dirty="0"/>
                    </a:p>
                  </p:txBody>
                </p:sp>
              </mc:Choice>
              <mc:Fallback xmlns="">
                <p:sp>
                  <p:nvSpPr>
                    <p:cNvPr id="10" name="Textfeld 9">
                      <a:extLst>
                        <a:ext uri="{FF2B5EF4-FFF2-40B4-BE49-F238E27FC236}">
                          <a16:creationId xmlns:a16="http://schemas.microsoft.com/office/drawing/2014/main" id="{2DC6F869-8CD0-BF1B-F3C2-F7F378D1A49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8650" y="3462096"/>
                      <a:ext cx="3603038" cy="338554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r="-6250" b="-10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N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2" name="Rectangle: Rounded Corners 17">
              <a:extLst>
                <a:ext uri="{FF2B5EF4-FFF2-40B4-BE49-F238E27FC236}">
                  <a16:creationId xmlns:a16="http://schemas.microsoft.com/office/drawing/2014/main" id="{BA14DD02-FA97-50B6-9861-EB86B0A1D310}"/>
                </a:ext>
              </a:extLst>
            </p:cNvPr>
            <p:cNvSpPr/>
            <p:nvPr/>
          </p:nvSpPr>
          <p:spPr>
            <a:xfrm>
              <a:off x="628650" y="2568264"/>
              <a:ext cx="4145573" cy="1133297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EA0DFBCD-D1D1-AA16-FDA1-A11585486380}"/>
              </a:ext>
            </a:extLst>
          </p:cNvPr>
          <p:cNvGrpSpPr/>
          <p:nvPr/>
        </p:nvGrpSpPr>
        <p:grpSpPr>
          <a:xfrm>
            <a:off x="5569821" y="1349973"/>
            <a:ext cx="3449282" cy="597050"/>
            <a:chOff x="5242885" y="126943"/>
            <a:chExt cx="3449282" cy="597050"/>
          </a:xfrm>
        </p:grpSpPr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DB09448F-F06C-163E-E55D-218578456542}"/>
                </a:ext>
              </a:extLst>
            </p:cNvPr>
            <p:cNvCxnSpPr>
              <a:cxnSpLocks/>
            </p:cNvCxnSpPr>
            <p:nvPr/>
          </p:nvCxnSpPr>
          <p:spPr>
            <a:xfrm>
              <a:off x="8204393" y="431938"/>
              <a:ext cx="487774" cy="278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5448C815-5511-DF3E-5661-A4D8547EDD5B}"/>
                </a:ext>
              </a:extLst>
            </p:cNvPr>
            <p:cNvGrpSpPr/>
            <p:nvPr/>
          </p:nvGrpSpPr>
          <p:grpSpPr>
            <a:xfrm>
              <a:off x="7321958" y="170986"/>
              <a:ext cx="886714" cy="553007"/>
              <a:chOff x="2382923" y="3033208"/>
              <a:chExt cx="545710" cy="553007"/>
            </a:xfrm>
          </p:grpSpPr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7E1D732E-7863-27B7-AA1A-BD91F81B9F49}"/>
                  </a:ext>
                </a:extLst>
              </p:cNvPr>
              <p:cNvSpPr/>
              <p:nvPr/>
            </p:nvSpPr>
            <p:spPr>
              <a:xfrm>
                <a:off x="2382923" y="3033208"/>
                <a:ext cx="545710" cy="553007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noProof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F866ADBC-7EAB-CA7B-32BE-B824551371DA}"/>
                      </a:ext>
                    </a:extLst>
                  </p:cNvPr>
                  <p:cNvSpPr txBox="1"/>
                  <p:nvPr/>
                </p:nvSpPr>
                <p:spPr>
                  <a:xfrm>
                    <a:off x="2459135" y="3107336"/>
                    <a:ext cx="42197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 noProof="0" smtClean="0">
                              <a:solidFill>
                                <a:srgbClr val="178F5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  <m:r>
                            <a:rPr lang="en-US" sz="1800" b="0" i="1" noProof="0" smtClean="0">
                              <a:solidFill>
                                <a:srgbClr val="178F5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800" b="0" i="1" noProof="0" smtClean="0">
                              <a:solidFill>
                                <a:srgbClr val="178F5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s</m:t>
                          </m:r>
                          <m:r>
                            <a:rPr lang="en-US" sz="1800" b="0" i="1" noProof="0" smtClean="0">
                              <a:solidFill>
                                <a:srgbClr val="178F5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oMath>
                      </m:oMathPara>
                    </a14:m>
                    <a:endParaRPr lang="en-US" noProof="0" dirty="0">
                      <a:solidFill>
                        <a:srgbClr val="178F5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F866ADBC-7EAB-CA7B-32BE-B824551371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59135" y="3107336"/>
                    <a:ext cx="421972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6667"/>
                    </a:stretch>
                  </a:blipFill>
                </p:spPr>
                <p:txBody>
                  <a:bodyPr/>
                  <a:lstStyle/>
                  <a:p>
                    <a:r>
                      <a:rPr lang="de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517C74D1-716D-DD75-AC1A-5088CBF6B2F7}"/>
                </a:ext>
              </a:extLst>
            </p:cNvPr>
            <p:cNvGrpSpPr/>
            <p:nvPr/>
          </p:nvGrpSpPr>
          <p:grpSpPr>
            <a:xfrm>
              <a:off x="6014915" y="164444"/>
              <a:ext cx="943472" cy="553007"/>
              <a:chOff x="2676164" y="3940223"/>
              <a:chExt cx="587951" cy="553007"/>
            </a:xfrm>
          </p:grpSpPr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9B37601C-0C85-B4D6-8080-D454F2B167C1}"/>
                  </a:ext>
                </a:extLst>
              </p:cNvPr>
              <p:cNvSpPr/>
              <p:nvPr/>
            </p:nvSpPr>
            <p:spPr>
              <a:xfrm>
                <a:off x="2676164" y="3940223"/>
                <a:ext cx="587951" cy="553007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noProof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feld 26">
                    <a:extLst>
                      <a:ext uri="{FF2B5EF4-FFF2-40B4-BE49-F238E27FC236}">
                        <a16:creationId xmlns:a16="http://schemas.microsoft.com/office/drawing/2014/main" id="{924316D7-3D05-60CD-0504-EA6ECBE02D3C}"/>
                      </a:ext>
                    </a:extLst>
                  </p:cNvPr>
                  <p:cNvSpPr txBox="1"/>
                  <p:nvPr/>
                </p:nvSpPr>
                <p:spPr>
                  <a:xfrm>
                    <a:off x="2762250" y="4016073"/>
                    <a:ext cx="42855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CH" sz="1800" b="0" i="1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CH" sz="1800" b="0" i="1" noProof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de-CH" sz="1800" b="0" i="1" noProof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e>
                          </m:d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27" name="Textfeld 26">
                    <a:extLst>
                      <a:ext uri="{FF2B5EF4-FFF2-40B4-BE49-F238E27FC236}">
                        <a16:creationId xmlns:a16="http://schemas.microsoft.com/office/drawing/2014/main" id="{924316D7-3D05-60CD-0504-EA6ECBE02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62250" y="4016073"/>
                    <a:ext cx="428552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DD5CE84F-586A-9CD7-E400-CF8B17BAED47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5573194" y="440947"/>
              <a:ext cx="441721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679D93B1-D26D-9F81-0AC9-E160DBC697EB}"/>
                    </a:ext>
                  </a:extLst>
                </p:cNvPr>
                <p:cNvSpPr txBox="1"/>
                <p:nvPr/>
              </p:nvSpPr>
              <p:spPr>
                <a:xfrm>
                  <a:off x="5242885" y="126943"/>
                  <a:ext cx="104156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679D93B1-D26D-9F81-0AC9-E160DBC697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2885" y="126943"/>
                  <a:ext cx="1041569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18519"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9C633D8F-F951-A4E3-D5F7-9E555D7E741B}"/>
                </a:ext>
              </a:extLst>
            </p:cNvPr>
            <p:cNvCxnSpPr>
              <a:cxnSpLocks/>
            </p:cNvCxnSpPr>
            <p:nvPr/>
          </p:nvCxnSpPr>
          <p:spPr>
            <a:xfrm>
              <a:off x="6968970" y="415816"/>
              <a:ext cx="35954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F1804039-2A1B-BF75-7A6A-A5FE0A55BC65}"/>
                  </a:ext>
                </a:extLst>
              </p:cNvPr>
              <p:cNvSpPr txBox="1"/>
              <p:nvPr/>
            </p:nvSpPr>
            <p:spPr>
              <a:xfrm>
                <a:off x="8680677" y="1349973"/>
                <a:ext cx="3384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noProof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F1804039-2A1B-BF75-7A6A-A5FE0A55B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677" y="1349973"/>
                <a:ext cx="338426" cy="307777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97D84A28-CEE9-C5D4-E1A1-D7F098FEE344}"/>
              </a:ext>
            </a:extLst>
          </p:cNvPr>
          <p:cNvSpPr/>
          <p:nvPr/>
        </p:nvSpPr>
        <p:spPr>
          <a:xfrm>
            <a:off x="6243868" y="1286828"/>
            <a:ext cx="2436809" cy="813893"/>
          </a:xfrm>
          <a:prstGeom prst="rect">
            <a:avLst/>
          </a:prstGeom>
          <a:noFill/>
          <a:ln w="254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highlight>
                <a:srgbClr val="FF00FF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43162759-D1CC-1DDC-15C6-0F2A3A1E405A}"/>
                  </a:ext>
                </a:extLst>
              </p:cNvPr>
              <p:cNvSpPr txBox="1"/>
              <p:nvPr/>
            </p:nvSpPr>
            <p:spPr>
              <a:xfrm>
                <a:off x="8262068" y="2097939"/>
                <a:ext cx="4414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noProof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ctrlPr>
                            <a:rPr lang="en-US" b="1" i="1" noProof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</m:oMath>
                  </m:oMathPara>
                </a14:m>
                <a:endParaRPr lang="en-US" noProof="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43162759-D1CC-1DDC-15C6-0F2A3A1E4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2068" y="2097939"/>
                <a:ext cx="441425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21105EEF-4B94-FE5C-7622-D247333A4D5F}"/>
              </a:ext>
            </a:extLst>
          </p:cNvPr>
          <p:cNvGrpSpPr/>
          <p:nvPr/>
        </p:nvGrpSpPr>
        <p:grpSpPr>
          <a:xfrm>
            <a:off x="499560" y="2171331"/>
            <a:ext cx="8546862" cy="2687685"/>
            <a:chOff x="499560" y="2171331"/>
            <a:chExt cx="8546862" cy="2687685"/>
          </a:xfrm>
        </p:grpSpPr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B11BAA71-196C-E91D-E260-A4EBD47A526D}"/>
                </a:ext>
              </a:extLst>
            </p:cNvPr>
            <p:cNvGrpSpPr/>
            <p:nvPr/>
          </p:nvGrpSpPr>
          <p:grpSpPr>
            <a:xfrm>
              <a:off x="6893777" y="3516544"/>
              <a:ext cx="2152645" cy="587599"/>
              <a:chOff x="6893777" y="3516544"/>
              <a:chExt cx="2152645" cy="587599"/>
            </a:xfrm>
          </p:grpSpPr>
          <p:grpSp>
            <p:nvGrpSpPr>
              <p:cNvPr id="37" name="Gruppieren 36">
                <a:extLst>
                  <a:ext uri="{FF2B5EF4-FFF2-40B4-BE49-F238E27FC236}">
                    <a16:creationId xmlns:a16="http://schemas.microsoft.com/office/drawing/2014/main" id="{BCD4DBE7-635F-90F9-93B5-18D783948266}"/>
                  </a:ext>
                </a:extLst>
              </p:cNvPr>
              <p:cNvGrpSpPr/>
              <p:nvPr/>
            </p:nvGrpSpPr>
            <p:grpSpPr>
              <a:xfrm>
                <a:off x="6893777" y="3541824"/>
                <a:ext cx="2152645" cy="562319"/>
                <a:chOff x="6539522" y="161674"/>
                <a:chExt cx="2152645" cy="562319"/>
              </a:xfrm>
            </p:grpSpPr>
            <p:cxnSp>
              <p:nvCxnSpPr>
                <p:cNvPr id="38" name="Gerade Verbindung mit Pfeil 37">
                  <a:extLst>
                    <a:ext uri="{FF2B5EF4-FFF2-40B4-BE49-F238E27FC236}">
                      <a16:creationId xmlns:a16="http://schemas.microsoft.com/office/drawing/2014/main" id="{712E2940-DF08-9D35-0934-EAFF1A3333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04393" y="431938"/>
                  <a:ext cx="487774" cy="278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Gruppieren 38">
                  <a:extLst>
                    <a:ext uri="{FF2B5EF4-FFF2-40B4-BE49-F238E27FC236}">
                      <a16:creationId xmlns:a16="http://schemas.microsoft.com/office/drawing/2014/main" id="{399D8BC8-5D9E-F7C4-1295-7F336CF4316A}"/>
                    </a:ext>
                  </a:extLst>
                </p:cNvPr>
                <p:cNvGrpSpPr/>
                <p:nvPr/>
              </p:nvGrpSpPr>
              <p:grpSpPr>
                <a:xfrm>
                  <a:off x="7321958" y="170986"/>
                  <a:ext cx="886714" cy="553007"/>
                  <a:chOff x="2382923" y="3033208"/>
                  <a:chExt cx="545710" cy="553007"/>
                </a:xfrm>
              </p:grpSpPr>
              <p:sp>
                <p:nvSpPr>
                  <p:cNvPr id="46" name="Rechteck 45">
                    <a:extLst>
                      <a:ext uri="{FF2B5EF4-FFF2-40B4-BE49-F238E27FC236}">
                        <a16:creationId xmlns:a16="http://schemas.microsoft.com/office/drawing/2014/main" id="{AB2809D6-B545-C6C7-89CE-0AD2ACA05B6B}"/>
                      </a:ext>
                    </a:extLst>
                  </p:cNvPr>
                  <p:cNvSpPr/>
                  <p:nvPr/>
                </p:nvSpPr>
                <p:spPr>
                  <a:xfrm>
                    <a:off x="2382923" y="3033208"/>
                    <a:ext cx="545710" cy="553007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7" name="Textfeld 46">
                        <a:extLst>
                          <a:ext uri="{FF2B5EF4-FFF2-40B4-BE49-F238E27FC236}">
                            <a16:creationId xmlns:a16="http://schemas.microsoft.com/office/drawing/2014/main" id="{D114C595-97ED-A3BA-AA78-53A4769E16E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59135" y="3107336"/>
                        <a:ext cx="42197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800" b="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oMath>
                          </m:oMathPara>
                        </a14:m>
                        <a:endParaRPr lang="en-US" noProof="0" dirty="0">
                          <a:solidFill>
                            <a:srgbClr val="178F55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7" name="Textfeld 46">
                        <a:extLst>
                          <a:ext uri="{FF2B5EF4-FFF2-40B4-BE49-F238E27FC236}">
                            <a16:creationId xmlns:a16="http://schemas.microsoft.com/office/drawing/2014/main" id="{D114C595-97ED-A3BA-AA78-53A4769E16E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59135" y="3107336"/>
                        <a:ext cx="421972" cy="369332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de-N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41" name="Gerade Verbindung mit Pfeil 40">
                  <a:extLst>
                    <a:ext uri="{FF2B5EF4-FFF2-40B4-BE49-F238E27FC236}">
                      <a16:creationId xmlns:a16="http://schemas.microsoft.com/office/drawing/2014/main" id="{2FB803BC-B594-CF0D-D5ED-AE5096AE97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80237" y="442970"/>
                  <a:ext cx="441721" cy="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Textfeld 41">
                      <a:extLst>
                        <a:ext uri="{FF2B5EF4-FFF2-40B4-BE49-F238E27FC236}">
                          <a16:creationId xmlns:a16="http://schemas.microsoft.com/office/drawing/2014/main" id="{0B900D76-7829-259F-8CCE-C3AC8272FE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39522" y="161674"/>
                      <a:ext cx="1041569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oMath>
                        </m:oMathPara>
                      </a14:m>
                      <a:endParaRPr/>
                    </a:p>
                  </p:txBody>
                </p:sp>
              </mc:Choice>
              <mc:Fallback xmlns="">
                <p:sp>
                  <p:nvSpPr>
                    <p:cNvPr id="42" name="Textfeld 41">
                      <a:extLst>
                        <a:ext uri="{FF2B5EF4-FFF2-40B4-BE49-F238E27FC236}">
                          <a16:creationId xmlns:a16="http://schemas.microsoft.com/office/drawing/2014/main" id="{0B900D76-7829-259F-8CCE-C3AC8272FE7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39522" y="161674"/>
                      <a:ext cx="1041569" cy="338554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17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N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feld 47">
                    <a:extLst>
                      <a:ext uri="{FF2B5EF4-FFF2-40B4-BE49-F238E27FC236}">
                        <a16:creationId xmlns:a16="http://schemas.microsoft.com/office/drawing/2014/main" id="{360ECB11-B2F8-4D59-2A60-0D60D0145DC0}"/>
                      </a:ext>
                    </a:extLst>
                  </p:cNvPr>
                  <p:cNvSpPr txBox="1"/>
                  <p:nvPr/>
                </p:nvSpPr>
                <p:spPr>
                  <a:xfrm>
                    <a:off x="8649581" y="3516544"/>
                    <a:ext cx="33842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noProof="0" dirty="0"/>
                  </a:p>
                </p:txBody>
              </p:sp>
            </mc:Choice>
            <mc:Fallback xmlns="">
              <p:sp>
                <p:nvSpPr>
                  <p:cNvPr id="48" name="Textfeld 47">
                    <a:extLst>
                      <a:ext uri="{FF2B5EF4-FFF2-40B4-BE49-F238E27FC236}">
                        <a16:creationId xmlns:a16="http://schemas.microsoft.com/office/drawing/2014/main" id="{360ECB11-B2F8-4D59-2A60-0D60D0145D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49581" y="3516544"/>
                    <a:ext cx="338426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de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744CE84C-4184-F726-CF7B-7EED0E215806}"/>
                    </a:ext>
                  </a:extLst>
                </p:cNvPr>
                <p:cNvSpPr txBox="1"/>
                <p:nvPr/>
              </p:nvSpPr>
              <p:spPr>
                <a:xfrm>
                  <a:off x="499560" y="2171331"/>
                  <a:ext cx="677918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if you have the Bode plots of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) &amp; 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you can find the plot of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by adding them on top of each other!</a:t>
                  </a:r>
                </a:p>
                <a:p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744CE84C-4184-F726-CF7B-7EED0E2158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560" y="2171331"/>
                  <a:ext cx="6779187" cy="830997"/>
                </a:xfrm>
                <a:prstGeom prst="rect">
                  <a:avLst/>
                </a:prstGeom>
                <a:blipFill>
                  <a:blip r:embed="rId15"/>
                  <a:stretch>
                    <a:fillRect l="-561" t="-1493" r="-5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" name="Grafik 22" descr="Ein Bild, das Diagramm, Reihe enthält.&#10;&#10;KI-generierte Inhalte können fehlerhaft sein.">
              <a:extLst>
                <a:ext uri="{FF2B5EF4-FFF2-40B4-BE49-F238E27FC236}">
                  <a16:creationId xmlns:a16="http://schemas.microsoft.com/office/drawing/2014/main" id="{E6B6BAEA-A492-95F6-ED4B-3A059AF8D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91712" y="2719541"/>
              <a:ext cx="5900130" cy="21394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8074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BF921A-774B-1088-316D-5665D13C6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67" y="-31646"/>
            <a:ext cx="7886700" cy="994172"/>
          </a:xfrm>
        </p:spPr>
        <p:txBody>
          <a:bodyPr/>
          <a:lstStyle/>
          <a:p>
            <a:r>
              <a:rPr lang="en-US" dirty="0"/>
              <a:t>Bode Plot: Overview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83B79FF-BA28-AE01-CF87-B89176EE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0F511B3-EF02-A5C8-4EF8-900D49148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 8" descr="Ein Bild, das Text, Schrift, Quittung, Algebra enthält.&#10;&#10;KI-generierte Inhalte können fehlerhaft sein.">
            <a:extLst>
              <a:ext uri="{FF2B5EF4-FFF2-40B4-BE49-F238E27FC236}">
                <a16:creationId xmlns:a16="http://schemas.microsoft.com/office/drawing/2014/main" id="{950EEA79-0987-0295-B4B7-5F06F7CED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43" y="3203759"/>
            <a:ext cx="8169583" cy="16768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937682B-E78F-BBC8-9509-D158906FB72B}"/>
                  </a:ext>
                </a:extLst>
              </p:cNvPr>
              <p:cNvSpPr txBox="1"/>
              <p:nvPr/>
            </p:nvSpPr>
            <p:spPr>
              <a:xfrm>
                <a:off x="4709794" y="1155759"/>
                <a:ext cx="4434206" cy="1956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The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magnitude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slope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changes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at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break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frequency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𝜔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𝜏</m:t>
                        </m:r>
                      </m:den>
                    </m:f>
                  </m:oMath>
                </a14:m>
                <a:endParaRPr lang="el-G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The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phase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change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happens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across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two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decades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one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before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and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one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after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𝜔</m:t>
                    </m:r>
                  </m:oMath>
                </a14:m>
                <a:endParaRPr lang="el-G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Complex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conjugate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elements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double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magnitude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slope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and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phase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changes</a:t>
                </a:r>
                <a:endParaRPr lang="de-CH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Bode Plots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are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additive</a:t>
                </a: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937682B-E78F-BBC8-9509-D158906FB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794" y="1155759"/>
                <a:ext cx="4434206" cy="1956736"/>
              </a:xfrm>
              <a:prstGeom prst="rect">
                <a:avLst/>
              </a:prstGeom>
              <a:blipFill>
                <a:blip r:embed="rId3"/>
                <a:stretch>
                  <a:fillRect l="-860" t="-1290" b="-1290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E6A1C32D-A41A-092D-23BB-E5FD87959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1128" r="1"/>
          <a:stretch>
            <a:fillRect/>
          </a:stretch>
        </p:blipFill>
        <p:spPr>
          <a:xfrm>
            <a:off x="511143" y="868888"/>
            <a:ext cx="4060857" cy="2403136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457E5B77-18E5-6487-0308-01089C7D57AC}"/>
                  </a:ext>
                </a:extLst>
              </p:cNvPr>
              <p:cNvSpPr txBox="1"/>
              <p:nvPr/>
            </p:nvSpPr>
            <p:spPr>
              <a:xfrm>
                <a:off x="6457950" y="101842"/>
                <a:ext cx="2590774" cy="9639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Standard first-order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forms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</a:t>
                </a:r>
              </a:p>
              <a:p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• Zero</a:t>
                </a:r>
                <a:r>
                  <a:rPr lang="de-CH" sz="1600" dirty="0"/>
                  <a:t>:       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l-GR" sz="1600" i="1" dirty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de-CH" sz="16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de-CH" sz="1600" dirty="0"/>
              </a:p>
              <a:p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• Pole:</a:t>
                </a:r>
                <a:r>
                  <a:rPr lang="de-CH" sz="1600" dirty="0"/>
                  <a:t>       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f>
                      <m:fPr>
                        <m:ctrlPr>
                          <a:rPr lang="de-CH" sz="1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457E5B77-18E5-6487-0308-01089C7D5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950" y="101842"/>
                <a:ext cx="2590774" cy="963918"/>
              </a:xfrm>
              <a:prstGeom prst="rect">
                <a:avLst/>
              </a:prstGeom>
              <a:blipFill>
                <a:blip r:embed="rId5"/>
                <a:stretch>
                  <a:fillRect l="-1463" t="-2632" r="-488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0A9B1305-C4DE-F415-BEE9-3065F479C55E}"/>
              </a:ext>
            </a:extLst>
          </p:cNvPr>
          <p:cNvSpPr/>
          <p:nvPr/>
        </p:nvSpPr>
        <p:spPr>
          <a:xfrm>
            <a:off x="6418997" y="50197"/>
            <a:ext cx="2638420" cy="1011462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408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5A04C5-B27D-7AD0-404F-B2B8A66DA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Constructing Bode Plot from TF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022047-2A03-086A-A410-CC29F5AE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D7A382-EB70-0113-4EE4-81F6EC1AB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nhaltsplatzhalter 6" descr="Ein Bild, das Text, Quittung, Reihe, Schrift enthält.&#10;&#10;KI-generierte Inhalte können fehlerhaft sein.">
            <a:extLst>
              <a:ext uri="{FF2B5EF4-FFF2-40B4-BE49-F238E27FC236}">
                <a16:creationId xmlns:a16="http://schemas.microsoft.com/office/drawing/2014/main" id="{F3A8AACF-E9AD-9B9B-5F95-518D874A3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49" y="1224892"/>
            <a:ext cx="8324901" cy="3542371"/>
          </a:xfrm>
          <a:prstGeom prst="rect">
            <a:avLst/>
          </a:prstGeom>
        </p:spPr>
      </p:pic>
      <p:pic>
        <p:nvPicPr>
          <p:cNvPr id="3" name="Inhaltsplatzhalter 6">
            <a:extLst>
              <a:ext uri="{FF2B5EF4-FFF2-40B4-BE49-F238E27FC236}">
                <a16:creationId xmlns:a16="http://schemas.microsoft.com/office/drawing/2014/main" id="{289EEF63-B5C7-3A0C-ABFB-02ABFDCCE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128" r="1"/>
          <a:stretch>
            <a:fillRect/>
          </a:stretch>
        </p:blipFill>
        <p:spPr>
          <a:xfrm>
            <a:off x="260771" y="2090283"/>
            <a:ext cx="4060857" cy="2403136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0A9A15A6-9B5C-A87D-31E7-11A6580E520B}"/>
                  </a:ext>
                </a:extLst>
              </p14:cNvPr>
              <p14:cNvContentPartPr/>
              <p14:nvPr/>
            </p14:nvContentPartPr>
            <p14:xfrm>
              <a:off x="6937381" y="2781910"/>
              <a:ext cx="2880" cy="2520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0A9A15A6-9B5C-A87D-31E7-11A6580E52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28381" y="2772910"/>
                <a:ext cx="205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2D8522A3-D0FD-288C-A3A8-EBA1E577364E}"/>
                  </a:ext>
                </a:extLst>
              </p14:cNvPr>
              <p14:cNvContentPartPr/>
              <p14:nvPr/>
            </p14:nvContentPartPr>
            <p14:xfrm>
              <a:off x="4426240" y="1510124"/>
              <a:ext cx="185040" cy="132120"/>
            </p14:xfrm>
          </p:contentPart>
        </mc:Choice>
        <mc:Fallback xmlns=""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2D8522A3-D0FD-288C-A3A8-EBA1E57736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15800" y="1499324"/>
                <a:ext cx="20628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Freihand 30">
                <a:extLst>
                  <a:ext uri="{FF2B5EF4-FFF2-40B4-BE49-F238E27FC236}">
                    <a16:creationId xmlns:a16="http://schemas.microsoft.com/office/drawing/2014/main" id="{4D221AA3-E69C-95C8-347E-5BC547C3F4D0}"/>
                  </a:ext>
                </a:extLst>
              </p14:cNvPr>
              <p14:cNvContentPartPr/>
              <p14:nvPr/>
            </p14:nvContentPartPr>
            <p14:xfrm>
              <a:off x="4389520" y="2052644"/>
              <a:ext cx="180360" cy="134280"/>
            </p14:xfrm>
          </p:contentPart>
        </mc:Choice>
        <mc:Fallback xmlns="">
          <p:pic>
            <p:nvPicPr>
              <p:cNvPr id="31" name="Freihand 30">
                <a:extLst>
                  <a:ext uri="{FF2B5EF4-FFF2-40B4-BE49-F238E27FC236}">
                    <a16:creationId xmlns:a16="http://schemas.microsoft.com/office/drawing/2014/main" id="{4D221AA3-E69C-95C8-347E-5BC547C3F4D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78720" y="2041844"/>
                <a:ext cx="20160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2" name="Freihand 31">
                <a:extLst>
                  <a:ext uri="{FF2B5EF4-FFF2-40B4-BE49-F238E27FC236}">
                    <a16:creationId xmlns:a16="http://schemas.microsoft.com/office/drawing/2014/main" id="{8364AF81-241A-EB23-2644-51916AA53658}"/>
                  </a:ext>
                </a:extLst>
              </p14:cNvPr>
              <p14:cNvContentPartPr/>
              <p14:nvPr/>
            </p14:nvContentPartPr>
            <p14:xfrm>
              <a:off x="4394200" y="1773284"/>
              <a:ext cx="184680" cy="120240"/>
            </p14:xfrm>
          </p:contentPart>
        </mc:Choice>
        <mc:Fallback xmlns="">
          <p:pic>
            <p:nvPicPr>
              <p:cNvPr id="32" name="Freihand 31">
                <a:extLst>
                  <a:ext uri="{FF2B5EF4-FFF2-40B4-BE49-F238E27FC236}">
                    <a16:creationId xmlns:a16="http://schemas.microsoft.com/office/drawing/2014/main" id="{8364AF81-241A-EB23-2644-51916AA536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83421" y="1762516"/>
                <a:ext cx="205879" cy="1414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3" name="Freihand 32">
                <a:extLst>
                  <a:ext uri="{FF2B5EF4-FFF2-40B4-BE49-F238E27FC236}">
                    <a16:creationId xmlns:a16="http://schemas.microsoft.com/office/drawing/2014/main" id="{FB4E82FA-2A05-9226-68A1-ABA2E3A08890}"/>
                  </a:ext>
                </a:extLst>
              </p14:cNvPr>
              <p14:cNvContentPartPr/>
              <p14:nvPr/>
            </p14:nvContentPartPr>
            <p14:xfrm>
              <a:off x="4407880" y="2373404"/>
              <a:ext cx="106560" cy="113400"/>
            </p14:xfrm>
          </p:contentPart>
        </mc:Choice>
        <mc:Fallback xmlns="">
          <p:pic>
            <p:nvPicPr>
              <p:cNvPr id="33" name="Freihand 32">
                <a:extLst>
                  <a:ext uri="{FF2B5EF4-FFF2-40B4-BE49-F238E27FC236}">
                    <a16:creationId xmlns:a16="http://schemas.microsoft.com/office/drawing/2014/main" id="{FB4E82FA-2A05-9226-68A1-ABA2E3A0889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97080" y="2362964"/>
                <a:ext cx="12780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1" name="Freihand 40">
                <a:extLst>
                  <a:ext uri="{FF2B5EF4-FFF2-40B4-BE49-F238E27FC236}">
                    <a16:creationId xmlns:a16="http://schemas.microsoft.com/office/drawing/2014/main" id="{4AC4C5F3-FE0C-3C50-E542-A2E547798CFA}"/>
                  </a:ext>
                </a:extLst>
              </p14:cNvPr>
              <p14:cNvContentPartPr/>
              <p14:nvPr/>
            </p14:nvContentPartPr>
            <p14:xfrm>
              <a:off x="4403200" y="2923124"/>
              <a:ext cx="328320" cy="92880"/>
            </p14:xfrm>
          </p:contentPart>
        </mc:Choice>
        <mc:Fallback xmlns="">
          <p:pic>
            <p:nvPicPr>
              <p:cNvPr id="41" name="Freihand 40">
                <a:extLst>
                  <a:ext uri="{FF2B5EF4-FFF2-40B4-BE49-F238E27FC236}">
                    <a16:creationId xmlns:a16="http://schemas.microsoft.com/office/drawing/2014/main" id="{4AC4C5F3-FE0C-3C50-E542-A2E547798CF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392760" y="2912684"/>
                <a:ext cx="3495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2" name="Freihand 41">
                <a:extLst>
                  <a:ext uri="{FF2B5EF4-FFF2-40B4-BE49-F238E27FC236}">
                    <a16:creationId xmlns:a16="http://schemas.microsoft.com/office/drawing/2014/main" id="{DBD5A485-51DD-D750-FE1B-16BDAD07AE43}"/>
                  </a:ext>
                </a:extLst>
              </p14:cNvPr>
              <p14:cNvContentPartPr/>
              <p14:nvPr/>
            </p14:nvContentPartPr>
            <p14:xfrm>
              <a:off x="4347760" y="2622884"/>
              <a:ext cx="249840" cy="121680"/>
            </p14:xfrm>
          </p:contentPart>
        </mc:Choice>
        <mc:Fallback xmlns="">
          <p:pic>
            <p:nvPicPr>
              <p:cNvPr id="42" name="Freihand 41">
                <a:extLst>
                  <a:ext uri="{FF2B5EF4-FFF2-40B4-BE49-F238E27FC236}">
                    <a16:creationId xmlns:a16="http://schemas.microsoft.com/office/drawing/2014/main" id="{DBD5A485-51DD-D750-FE1B-16BDAD07AE4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37320" y="2612444"/>
                <a:ext cx="2710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3" name="Freihand 42">
                <a:extLst>
                  <a:ext uri="{FF2B5EF4-FFF2-40B4-BE49-F238E27FC236}">
                    <a16:creationId xmlns:a16="http://schemas.microsoft.com/office/drawing/2014/main" id="{9B8C548E-11E9-B6AE-0CBE-D8297A1C9382}"/>
                  </a:ext>
                </a:extLst>
              </p14:cNvPr>
              <p14:cNvContentPartPr/>
              <p14:nvPr/>
            </p14:nvContentPartPr>
            <p14:xfrm>
              <a:off x="4474873" y="3112367"/>
              <a:ext cx="85680" cy="90360"/>
            </p14:xfrm>
          </p:contentPart>
        </mc:Choice>
        <mc:Fallback xmlns="">
          <p:pic>
            <p:nvPicPr>
              <p:cNvPr id="43" name="Freihand 42">
                <a:extLst>
                  <a:ext uri="{FF2B5EF4-FFF2-40B4-BE49-F238E27FC236}">
                    <a16:creationId xmlns:a16="http://schemas.microsoft.com/office/drawing/2014/main" id="{9B8C548E-11E9-B6AE-0CBE-D8297A1C938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464118" y="3101567"/>
                <a:ext cx="106831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4" name="Freihand 53">
                <a:extLst>
                  <a:ext uri="{FF2B5EF4-FFF2-40B4-BE49-F238E27FC236}">
                    <a16:creationId xmlns:a16="http://schemas.microsoft.com/office/drawing/2014/main" id="{19008D8B-EDCA-021B-0532-195F9BA97955}"/>
                  </a:ext>
                </a:extLst>
              </p14:cNvPr>
              <p14:cNvContentPartPr/>
              <p14:nvPr/>
            </p14:nvContentPartPr>
            <p14:xfrm>
              <a:off x="4491073" y="3359687"/>
              <a:ext cx="164160" cy="154800"/>
            </p14:xfrm>
          </p:contentPart>
        </mc:Choice>
        <mc:Fallback xmlns="">
          <p:pic>
            <p:nvPicPr>
              <p:cNvPr id="54" name="Freihand 53">
                <a:extLst>
                  <a:ext uri="{FF2B5EF4-FFF2-40B4-BE49-F238E27FC236}">
                    <a16:creationId xmlns:a16="http://schemas.microsoft.com/office/drawing/2014/main" id="{19008D8B-EDCA-021B-0532-195F9BA9795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480273" y="3348912"/>
                <a:ext cx="185400" cy="175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5" name="Freihand 54">
                <a:extLst>
                  <a:ext uri="{FF2B5EF4-FFF2-40B4-BE49-F238E27FC236}">
                    <a16:creationId xmlns:a16="http://schemas.microsoft.com/office/drawing/2014/main" id="{D4E11AB4-7B66-21BD-BA08-271523F01D5E}"/>
                  </a:ext>
                </a:extLst>
              </p14:cNvPr>
              <p14:cNvContentPartPr/>
              <p14:nvPr/>
            </p14:nvContentPartPr>
            <p14:xfrm>
              <a:off x="4564873" y="3066287"/>
              <a:ext cx="238320" cy="143280"/>
            </p14:xfrm>
          </p:contentPart>
        </mc:Choice>
        <mc:Fallback xmlns="">
          <p:pic>
            <p:nvPicPr>
              <p:cNvPr id="55" name="Freihand 54">
                <a:extLst>
                  <a:ext uri="{FF2B5EF4-FFF2-40B4-BE49-F238E27FC236}">
                    <a16:creationId xmlns:a16="http://schemas.microsoft.com/office/drawing/2014/main" id="{D4E11AB4-7B66-21BD-BA08-271523F01D5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54433" y="3055873"/>
                <a:ext cx="259560" cy="1644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8" name="Freihand 57">
                <a:extLst>
                  <a:ext uri="{FF2B5EF4-FFF2-40B4-BE49-F238E27FC236}">
                    <a16:creationId xmlns:a16="http://schemas.microsoft.com/office/drawing/2014/main" id="{C9B581E8-3BB3-139C-3BAF-BE97862C40FE}"/>
                  </a:ext>
                </a:extLst>
              </p14:cNvPr>
              <p14:cNvContentPartPr/>
              <p14:nvPr/>
            </p14:nvContentPartPr>
            <p14:xfrm>
              <a:off x="4479553" y="3680447"/>
              <a:ext cx="131760" cy="141480"/>
            </p14:xfrm>
          </p:contentPart>
        </mc:Choice>
        <mc:Fallback xmlns="">
          <p:pic>
            <p:nvPicPr>
              <p:cNvPr id="58" name="Freihand 57">
                <a:extLst>
                  <a:ext uri="{FF2B5EF4-FFF2-40B4-BE49-F238E27FC236}">
                    <a16:creationId xmlns:a16="http://schemas.microsoft.com/office/drawing/2014/main" id="{C9B581E8-3BB3-139C-3BAF-BE97862C40F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468782" y="3669980"/>
                <a:ext cx="152942" cy="162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8" name="Freihand 67">
                <a:extLst>
                  <a:ext uri="{FF2B5EF4-FFF2-40B4-BE49-F238E27FC236}">
                    <a16:creationId xmlns:a16="http://schemas.microsoft.com/office/drawing/2014/main" id="{8EC62FDB-CFF8-8CEF-EC18-B74F72D59884}"/>
                  </a:ext>
                </a:extLst>
              </p14:cNvPr>
              <p14:cNvContentPartPr/>
              <p14:nvPr/>
            </p14:nvContentPartPr>
            <p14:xfrm>
              <a:off x="4403233" y="4264727"/>
              <a:ext cx="416160" cy="182520"/>
            </p14:xfrm>
          </p:contentPart>
        </mc:Choice>
        <mc:Fallback xmlns="">
          <p:pic>
            <p:nvPicPr>
              <p:cNvPr id="68" name="Freihand 67">
                <a:extLst>
                  <a:ext uri="{FF2B5EF4-FFF2-40B4-BE49-F238E27FC236}">
                    <a16:creationId xmlns:a16="http://schemas.microsoft.com/office/drawing/2014/main" id="{8EC62FDB-CFF8-8CEF-EC18-B74F72D5988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92793" y="4253948"/>
                <a:ext cx="437400" cy="203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9" name="Freihand 68">
                <a:extLst>
                  <a:ext uri="{FF2B5EF4-FFF2-40B4-BE49-F238E27FC236}">
                    <a16:creationId xmlns:a16="http://schemas.microsoft.com/office/drawing/2014/main" id="{1287D70C-130B-92B1-4BD2-CF642E5378ED}"/>
                  </a:ext>
                </a:extLst>
              </p14:cNvPr>
              <p14:cNvContentPartPr/>
              <p14:nvPr/>
            </p14:nvContentPartPr>
            <p14:xfrm>
              <a:off x="4345633" y="3985367"/>
              <a:ext cx="265680" cy="164160"/>
            </p14:xfrm>
          </p:contentPart>
        </mc:Choice>
        <mc:Fallback xmlns="">
          <p:pic>
            <p:nvPicPr>
              <p:cNvPr id="69" name="Freihand 68">
                <a:extLst>
                  <a:ext uri="{FF2B5EF4-FFF2-40B4-BE49-F238E27FC236}">
                    <a16:creationId xmlns:a16="http://schemas.microsoft.com/office/drawing/2014/main" id="{1287D70C-130B-92B1-4BD2-CF642E5378E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334848" y="3974567"/>
                <a:ext cx="286891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9" name="Freihand 78">
                <a:extLst>
                  <a:ext uri="{FF2B5EF4-FFF2-40B4-BE49-F238E27FC236}">
                    <a16:creationId xmlns:a16="http://schemas.microsoft.com/office/drawing/2014/main" id="{6CDFC10B-16A2-A705-7EE7-5E234DD676C9}"/>
                  </a:ext>
                </a:extLst>
              </p14:cNvPr>
              <p14:cNvContentPartPr/>
              <p14:nvPr/>
            </p14:nvContentPartPr>
            <p14:xfrm>
              <a:off x="5544080" y="4544222"/>
              <a:ext cx="293400" cy="173520"/>
            </p14:xfrm>
          </p:contentPart>
        </mc:Choice>
        <mc:Fallback xmlns="">
          <p:pic>
            <p:nvPicPr>
              <p:cNvPr id="79" name="Freihand 78">
                <a:extLst>
                  <a:ext uri="{FF2B5EF4-FFF2-40B4-BE49-F238E27FC236}">
                    <a16:creationId xmlns:a16="http://schemas.microsoft.com/office/drawing/2014/main" id="{6CDFC10B-16A2-A705-7EE7-5E234DD676C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33293" y="4533422"/>
                <a:ext cx="314614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0" name="Freihand 79">
                <a:extLst>
                  <a:ext uri="{FF2B5EF4-FFF2-40B4-BE49-F238E27FC236}">
                    <a16:creationId xmlns:a16="http://schemas.microsoft.com/office/drawing/2014/main" id="{3FDA343D-261A-6F7D-80A2-7C1E58FA5908}"/>
                  </a:ext>
                </a:extLst>
              </p14:cNvPr>
              <p14:cNvContentPartPr/>
              <p14:nvPr/>
            </p14:nvContentPartPr>
            <p14:xfrm>
              <a:off x="4740560" y="4470062"/>
              <a:ext cx="277200" cy="270720"/>
            </p14:xfrm>
          </p:contentPart>
        </mc:Choice>
        <mc:Fallback xmlns="">
          <p:pic>
            <p:nvPicPr>
              <p:cNvPr id="80" name="Freihand 79">
                <a:extLst>
                  <a:ext uri="{FF2B5EF4-FFF2-40B4-BE49-F238E27FC236}">
                    <a16:creationId xmlns:a16="http://schemas.microsoft.com/office/drawing/2014/main" id="{3FDA343D-261A-6F7D-80A2-7C1E58FA590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729774" y="4459608"/>
                <a:ext cx="298412" cy="2919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4" name="Freihand 83">
                <a:extLst>
                  <a:ext uri="{FF2B5EF4-FFF2-40B4-BE49-F238E27FC236}">
                    <a16:creationId xmlns:a16="http://schemas.microsoft.com/office/drawing/2014/main" id="{EFFC49C6-AD75-E894-80B8-6EC4C3877DED}"/>
                  </a:ext>
                </a:extLst>
              </p14:cNvPr>
              <p14:cNvContentPartPr/>
              <p14:nvPr/>
            </p14:nvContentPartPr>
            <p14:xfrm>
              <a:off x="6301360" y="4567262"/>
              <a:ext cx="208080" cy="187200"/>
            </p14:xfrm>
          </p:contentPart>
        </mc:Choice>
        <mc:Fallback xmlns="">
          <p:pic>
            <p:nvPicPr>
              <p:cNvPr id="84" name="Freihand 83">
                <a:extLst>
                  <a:ext uri="{FF2B5EF4-FFF2-40B4-BE49-F238E27FC236}">
                    <a16:creationId xmlns:a16="http://schemas.microsoft.com/office/drawing/2014/main" id="{EFFC49C6-AD75-E894-80B8-6EC4C3877DE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90560" y="4556483"/>
                <a:ext cx="229320" cy="2083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8" name="Freihand 87">
                <a:extLst>
                  <a:ext uri="{FF2B5EF4-FFF2-40B4-BE49-F238E27FC236}">
                    <a16:creationId xmlns:a16="http://schemas.microsoft.com/office/drawing/2014/main" id="{0BFA8C5E-ECCC-DBCA-734C-E16190935BD4}"/>
                  </a:ext>
                </a:extLst>
              </p14:cNvPr>
              <p14:cNvContentPartPr/>
              <p14:nvPr/>
            </p14:nvContentPartPr>
            <p14:xfrm>
              <a:off x="7056280" y="4678142"/>
              <a:ext cx="256680" cy="142560"/>
            </p14:xfrm>
          </p:contentPart>
        </mc:Choice>
        <mc:Fallback xmlns="">
          <p:pic>
            <p:nvPicPr>
              <p:cNvPr id="88" name="Freihand 87">
                <a:extLst>
                  <a:ext uri="{FF2B5EF4-FFF2-40B4-BE49-F238E27FC236}">
                    <a16:creationId xmlns:a16="http://schemas.microsoft.com/office/drawing/2014/main" id="{0BFA8C5E-ECCC-DBCA-734C-E16190935BD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45840" y="4667342"/>
                <a:ext cx="27792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3" name="Freihand 92">
                <a:extLst>
                  <a:ext uri="{FF2B5EF4-FFF2-40B4-BE49-F238E27FC236}">
                    <a16:creationId xmlns:a16="http://schemas.microsoft.com/office/drawing/2014/main" id="{3E0F9829-5593-A05A-E092-696223CB6DC0}"/>
                  </a:ext>
                </a:extLst>
              </p14:cNvPr>
              <p14:cNvContentPartPr/>
              <p14:nvPr/>
            </p14:nvContentPartPr>
            <p14:xfrm>
              <a:off x="7767775" y="4472582"/>
              <a:ext cx="246960" cy="270720"/>
            </p14:xfrm>
          </p:contentPart>
        </mc:Choice>
        <mc:Fallback xmlns="">
          <p:pic>
            <p:nvPicPr>
              <p:cNvPr id="93" name="Freihand 92">
                <a:extLst>
                  <a:ext uri="{FF2B5EF4-FFF2-40B4-BE49-F238E27FC236}">
                    <a16:creationId xmlns:a16="http://schemas.microsoft.com/office/drawing/2014/main" id="{3E0F9829-5593-A05A-E092-696223CB6DC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756991" y="4461768"/>
                <a:ext cx="268169" cy="2919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4" name="Freihand 93">
                <a:extLst>
                  <a:ext uri="{FF2B5EF4-FFF2-40B4-BE49-F238E27FC236}">
                    <a16:creationId xmlns:a16="http://schemas.microsoft.com/office/drawing/2014/main" id="{3EFAB5BC-E0E4-BE8D-EE0D-562D11B52155}"/>
                  </a:ext>
                </a:extLst>
              </p14:cNvPr>
              <p14:cNvContentPartPr/>
              <p14:nvPr/>
            </p14:nvContentPartPr>
            <p14:xfrm>
              <a:off x="8674975" y="4470062"/>
              <a:ext cx="11880" cy="57960"/>
            </p14:xfrm>
          </p:contentPart>
        </mc:Choice>
        <mc:Fallback xmlns="">
          <p:pic>
            <p:nvPicPr>
              <p:cNvPr id="94" name="Freihand 93">
                <a:extLst>
                  <a:ext uri="{FF2B5EF4-FFF2-40B4-BE49-F238E27FC236}">
                    <a16:creationId xmlns:a16="http://schemas.microsoft.com/office/drawing/2014/main" id="{3EFAB5BC-E0E4-BE8D-EE0D-562D11B5215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660575" y="4455662"/>
                <a:ext cx="403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5" name="Freihand 94">
                <a:extLst>
                  <a:ext uri="{FF2B5EF4-FFF2-40B4-BE49-F238E27FC236}">
                    <a16:creationId xmlns:a16="http://schemas.microsoft.com/office/drawing/2014/main" id="{8F729F44-B142-8AF7-2B31-ADAC2BF3CC20}"/>
                  </a:ext>
                </a:extLst>
              </p14:cNvPr>
              <p14:cNvContentPartPr/>
              <p14:nvPr/>
            </p14:nvContentPartPr>
            <p14:xfrm>
              <a:off x="8564095" y="4631702"/>
              <a:ext cx="72000" cy="118080"/>
            </p14:xfrm>
          </p:contentPart>
        </mc:Choice>
        <mc:Fallback xmlns="">
          <p:pic>
            <p:nvPicPr>
              <p:cNvPr id="95" name="Freihand 94">
                <a:extLst>
                  <a:ext uri="{FF2B5EF4-FFF2-40B4-BE49-F238E27FC236}">
                    <a16:creationId xmlns:a16="http://schemas.microsoft.com/office/drawing/2014/main" id="{8F729F44-B142-8AF7-2B31-ADAC2BF3CC2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549695" y="4617302"/>
                <a:ext cx="10044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6" name="Freihand 95">
                <a:extLst>
                  <a:ext uri="{FF2B5EF4-FFF2-40B4-BE49-F238E27FC236}">
                    <a16:creationId xmlns:a16="http://schemas.microsoft.com/office/drawing/2014/main" id="{1F3EBDFC-0423-7AE7-A2B8-0A22C9F2B3A0}"/>
                  </a:ext>
                </a:extLst>
              </p14:cNvPr>
              <p14:cNvContentPartPr/>
              <p14:nvPr/>
            </p14:nvContentPartPr>
            <p14:xfrm>
              <a:off x="8649775" y="4645742"/>
              <a:ext cx="92880" cy="101880"/>
            </p14:xfrm>
          </p:contentPart>
        </mc:Choice>
        <mc:Fallback xmlns="">
          <p:pic>
            <p:nvPicPr>
              <p:cNvPr id="96" name="Freihand 95">
                <a:extLst>
                  <a:ext uri="{FF2B5EF4-FFF2-40B4-BE49-F238E27FC236}">
                    <a16:creationId xmlns:a16="http://schemas.microsoft.com/office/drawing/2014/main" id="{1F3EBDFC-0423-7AE7-A2B8-0A22C9F2B3A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635375" y="4631393"/>
                <a:ext cx="121320" cy="1302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9" name="Freihand 98">
                <a:extLst>
                  <a:ext uri="{FF2B5EF4-FFF2-40B4-BE49-F238E27FC236}">
                    <a16:creationId xmlns:a16="http://schemas.microsoft.com/office/drawing/2014/main" id="{EC35F449-F2DD-CDAB-FF2B-A4B4A7344941}"/>
                  </a:ext>
                </a:extLst>
              </p14:cNvPr>
              <p14:cNvContentPartPr/>
              <p14:nvPr/>
            </p14:nvContentPartPr>
            <p14:xfrm>
              <a:off x="8762815" y="4569422"/>
              <a:ext cx="92880" cy="92880"/>
            </p14:xfrm>
          </p:contentPart>
        </mc:Choice>
        <mc:Fallback xmlns="">
          <p:pic>
            <p:nvPicPr>
              <p:cNvPr id="99" name="Freihand 98">
                <a:extLst>
                  <a:ext uri="{FF2B5EF4-FFF2-40B4-BE49-F238E27FC236}">
                    <a16:creationId xmlns:a16="http://schemas.microsoft.com/office/drawing/2014/main" id="{EC35F449-F2DD-CDAB-FF2B-A4B4A734494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748359" y="4554966"/>
                <a:ext cx="121431" cy="1214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2552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0F28A8-861D-C58F-806D-0122CC9DC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6937"/>
            <a:ext cx="7886700" cy="994172"/>
          </a:xfrm>
        </p:spPr>
        <p:txBody>
          <a:bodyPr/>
          <a:lstStyle/>
          <a:p>
            <a:r>
              <a:rPr lang="en-US" dirty="0"/>
              <a:t>Constructing TF from Bode Plot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D9D72D5-C85F-F707-8C2D-F10DBB2C9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6133EE-F375-1482-39A6-24FCFBC3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nhaltsplatzhalter 5" descr="Ein Bild, das Reihe, Diagramm enthält.&#10;&#10;KI-generierte Inhalte können fehlerhaft sein.">
            <a:extLst>
              <a:ext uri="{FF2B5EF4-FFF2-40B4-BE49-F238E27FC236}">
                <a16:creationId xmlns:a16="http://schemas.microsoft.com/office/drawing/2014/main" id="{68F354F7-A3AC-6FB2-EABE-9C367D1F9D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8963" y="1965018"/>
            <a:ext cx="4985037" cy="2782346"/>
          </a:xfrm>
        </p:spPr>
      </p:pic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F5E129FC-ECF2-E55A-E546-00F1C69C92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8" r="1"/>
          <a:stretch>
            <a:fillRect/>
          </a:stretch>
        </p:blipFill>
        <p:spPr>
          <a:xfrm>
            <a:off x="628650" y="2727123"/>
            <a:ext cx="3413833" cy="2020241"/>
          </a:xfrm>
          <a:prstGeom prst="rect">
            <a:avLst/>
          </a:prstGeom>
        </p:spPr>
      </p:pic>
      <p:pic>
        <p:nvPicPr>
          <p:cNvPr id="3" name="Inhaltsplatzhalter 6">
            <a:extLst>
              <a:ext uri="{FF2B5EF4-FFF2-40B4-BE49-F238E27FC236}">
                <a16:creationId xmlns:a16="http://schemas.microsoft.com/office/drawing/2014/main" id="{89399943-BBFD-730D-60C7-CEDD80FA1C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8" r="1"/>
          <a:stretch>
            <a:fillRect/>
          </a:stretch>
        </p:blipFill>
        <p:spPr>
          <a:xfrm>
            <a:off x="398775" y="2474953"/>
            <a:ext cx="3873581" cy="229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080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95924374-6D38-B407-D2F5-0C39BA1826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346" y="309190"/>
            <a:ext cx="7886700" cy="2437832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E23902-23A2-031A-6109-C7A2E205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639F64-96EB-E1B9-AF09-FBB7E8C42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fik 10" descr="Ein Bild, das Reihe, Diagramm, Steigung enthält.&#10;&#10;KI-generierte Inhalte können fehlerhaft sein.">
            <a:extLst>
              <a:ext uri="{FF2B5EF4-FFF2-40B4-BE49-F238E27FC236}">
                <a16:creationId xmlns:a16="http://schemas.microsoft.com/office/drawing/2014/main" id="{73485BDD-2504-2433-AD21-F683D09A4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6" y="2571750"/>
            <a:ext cx="4392326" cy="1784818"/>
          </a:xfrm>
          <a:prstGeom prst="rect">
            <a:avLst/>
          </a:prstGeom>
        </p:spPr>
      </p:pic>
      <p:pic>
        <p:nvPicPr>
          <p:cNvPr id="13" name="Inhaltsplatzhalter 6">
            <a:extLst>
              <a:ext uri="{FF2B5EF4-FFF2-40B4-BE49-F238E27FC236}">
                <a16:creationId xmlns:a16="http://schemas.microsoft.com/office/drawing/2014/main" id="{608651C4-430D-209B-99C3-F1C6E9A6DC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28" r="1"/>
          <a:stretch>
            <a:fillRect/>
          </a:stretch>
        </p:blipFill>
        <p:spPr>
          <a:xfrm>
            <a:off x="4871925" y="2747022"/>
            <a:ext cx="3413833" cy="202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433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760478-D289-316F-5959-77CF814E3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3. Polar Plots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38EEFD3-8A51-E6D5-04B4-AE30D5A2E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A6B7A4-A7DD-A31F-8F0C-6DBA572BB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653057-0297-E987-CFAF-6AABA167E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27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16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80A72B-5764-0672-8DA4-594A868F2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Polar Plot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92E0435-08CA-461F-386D-D38D08A81B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8515350" cy="3263504"/>
              </a:xfrm>
            </p:spPr>
            <p:txBody>
              <a:bodyPr/>
              <a:lstStyle/>
              <a:p>
                <a:r>
                  <a:rPr lang="en-US" dirty="0"/>
                  <a:t>In this plot we combine magnitude &amp; phase into a single complex number</a:t>
                </a:r>
              </a:p>
              <a:p>
                <a:r>
                  <a:rPr lang="en-US" dirty="0"/>
                  <a:t>The frequency is no longer an axis but implicit, just like the gain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 Root Locus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92E0435-08CA-461F-386D-D38D08A81B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8515350" cy="3263504"/>
              </a:xfrm>
              <a:blipFill>
                <a:blip r:embed="rId2"/>
                <a:stretch>
                  <a:fillRect l="-447" t="-2335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40B046-B400-CFEE-2194-A54BACBE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B0CD3B-2D39-8821-3F5A-1F8654F0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1A0B0A5-E03A-3712-B923-C74E9C17E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2106715"/>
            <a:ext cx="3086101" cy="267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2382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58EEC9-E681-CE43-997D-A7F7D68AB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Bode to Polar Plot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A6C7DD-A9E6-4410-F8DC-903AA8E20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78140"/>
            <a:ext cx="7886700" cy="3263504"/>
          </a:xfrm>
        </p:spPr>
        <p:txBody>
          <a:bodyPr/>
          <a:lstStyle/>
          <a:p>
            <a:r>
              <a:rPr lang="en-US" dirty="0"/>
              <a:t>If we have the Bode plot, we can extract the polar plot as such: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573607C-28D7-5B62-2B0F-0D3C702BC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E27FC8-F2BE-7F38-1CE8-D7AAFF7E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29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6A8D0A8-4DAF-0BB3-4E3F-8B80E8D44F35}"/>
              </a:ext>
            </a:extLst>
          </p:cNvPr>
          <p:cNvSpPr txBox="1"/>
          <p:nvPr/>
        </p:nvSpPr>
        <p:spPr>
          <a:xfrm>
            <a:off x="7059960" y="1995055"/>
            <a:ext cx="1604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careful: 0dB = 1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82047C9-AA1F-386B-C249-9A6562204C97}"/>
              </a:ext>
            </a:extLst>
          </p:cNvPr>
          <p:cNvSpPr txBox="1"/>
          <p:nvPr/>
        </p:nvSpPr>
        <p:spPr>
          <a:xfrm>
            <a:off x="628650" y="4267016"/>
            <a:ext cx="788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For all of these plots we are sketching, you won't have to precisely draw them, but have an intuition to correctly sketch them</a:t>
            </a:r>
          </a:p>
        </p:txBody>
      </p:sp>
      <p:pic>
        <p:nvPicPr>
          <p:cNvPr id="10" name="Grafik 9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E843A231-3241-4969-BE32-CC6B1A767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225" y="1593635"/>
            <a:ext cx="5466735" cy="256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60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AD27D-8A89-0C85-0D2E-09677A32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9315"/>
            <a:ext cx="7886700" cy="994172"/>
          </a:xfrm>
        </p:spPr>
        <p:txBody>
          <a:bodyPr/>
          <a:lstStyle/>
          <a:p>
            <a:r>
              <a:rPr lang="en-US" noProof="0" dirty="0"/>
              <a:t>Tips for Problem Set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42273338"/>
                  </p:ext>
                </p:extLst>
              </p:nvPr>
            </p:nvGraphicFramePr>
            <p:xfrm>
              <a:off x="628650" y="963383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pPr algn="ctr"/>
                          <a:endParaRPr lang="en-US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42273338"/>
                  </p:ext>
                </p:extLst>
              </p:nvPr>
            </p:nvGraphicFramePr>
            <p:xfrm>
              <a:off x="628650" y="963383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pPr algn="ctr"/>
                          <a:endParaRPr lang="en-US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02500" r="-100481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966" t="-102500" r="-966" b="-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8B719D-70FB-7DAE-35F1-4131F7F4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458931-4B41-5370-0EFE-FCA313A3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30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999B5A6-5CE1-678B-600B-D8284012A26E}"/>
              </a:ext>
            </a:extLst>
          </p:cNvPr>
          <p:cNvSpPr txBox="1"/>
          <p:nvPr/>
        </p:nvSpPr>
        <p:spPr>
          <a:xfrm>
            <a:off x="217251" y="2202418"/>
            <a:ext cx="4033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1(</a:t>
            </a:r>
            <a:r>
              <a:rPr lang="en-US" sz="1600" noProof="0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i+ii</a:t>
            </a:r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): 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Make use </a:t>
            </a: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Bode plot overview</a:t>
            </a:r>
            <a:endParaRPr lang="en-US" sz="1600" noProof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: Rounded Corners 17">
            <a:extLst>
              <a:ext uri="{FF2B5EF4-FFF2-40B4-BE49-F238E27FC236}">
                <a16:creationId xmlns:a16="http://schemas.microsoft.com/office/drawing/2014/main" id="{2393670F-C058-9152-541B-F75E93C8FDAF}"/>
              </a:ext>
            </a:extLst>
          </p:cNvPr>
          <p:cNvSpPr/>
          <p:nvPr/>
        </p:nvSpPr>
        <p:spPr>
          <a:xfrm>
            <a:off x="5557737" y="29241"/>
            <a:ext cx="3586264" cy="733834"/>
          </a:xfrm>
          <a:prstGeom prst="roundRect">
            <a:avLst>
              <a:gd name="adj" fmla="val 1264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noProof="0" dirty="0">
                <a:latin typeface="Segoe UI" panose="020B0502040204020203" pitchFamily="34" charset="0"/>
                <a:cs typeface="Segoe UI" panose="020B0502040204020203" pitchFamily="34" charset="0"/>
              </a:rPr>
              <a:t>I personally would recommend solving at least the problems marked red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EB67D5E-482D-3C07-DA4D-F09375729EFB}"/>
              </a:ext>
            </a:extLst>
          </p:cNvPr>
          <p:cNvSpPr txBox="1"/>
          <p:nvPr/>
        </p:nvSpPr>
        <p:spPr>
          <a:xfrm>
            <a:off x="217251" y="2582615"/>
            <a:ext cx="4033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1(</a:t>
            </a:r>
            <a:r>
              <a:rPr lang="en-US" sz="1600" noProof="0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iii+iv</a:t>
            </a:r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): 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Beware of the integrator and differentiator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36554E0-01E9-A461-CDFE-08389AC3B891}"/>
              </a:ext>
            </a:extLst>
          </p:cNvPr>
          <p:cNvSpPr txBox="1"/>
          <p:nvPr/>
        </p:nvSpPr>
        <p:spPr>
          <a:xfrm>
            <a:off x="217251" y="3167390"/>
            <a:ext cx="40337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Eliminate the easier ones first, and then the harder ones. Try looking at where the bode plot starts and what this means (integrator, differentiator, negative gain?)</a:t>
            </a:r>
            <a:endParaRPr lang="en-US" sz="1600" noProof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39743D9-F1F9-79C6-4D57-083C97C64031}"/>
              </a:ext>
            </a:extLst>
          </p:cNvPr>
          <p:cNvSpPr txBox="1"/>
          <p:nvPr/>
        </p:nvSpPr>
        <p:spPr>
          <a:xfrm>
            <a:off x="217251" y="4182488"/>
            <a:ext cx="4221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3:</a:t>
            </a:r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Apply magnitude &amp; phase rule, here I would rather try to understand the solutions</a:t>
            </a:r>
            <a:endParaRPr lang="en-US" sz="1600" noProof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65E07AE-49AD-C2C1-3B5F-31C89DD9262C}"/>
              </a:ext>
            </a:extLst>
          </p:cNvPr>
          <p:cNvSpPr txBox="1"/>
          <p:nvPr/>
        </p:nvSpPr>
        <p:spPr>
          <a:xfrm>
            <a:off x="4532952" y="2034926"/>
            <a:ext cx="47899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4: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Look at the break points where the slopes change. Remember phase changes start one decade before and end one decade after in the phase plot. </a:t>
            </a: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Doesn't have to be exact, if stuck consult solutions</a:t>
            </a:r>
            <a:endParaRPr lang="en-US" sz="1600" noProof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79DA728-F877-7B1C-5CE3-5669BF9D7506}"/>
              </a:ext>
            </a:extLst>
          </p:cNvPr>
          <p:cNvSpPr txBox="1"/>
          <p:nvPr/>
        </p:nvSpPr>
        <p:spPr>
          <a:xfrm>
            <a:off x="4528449" y="3259440"/>
            <a:ext cx="4615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Will help you understand </a:t>
            </a:r>
            <a:r>
              <a:rPr lang="en-US" sz="1600" noProof="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nyquist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plots better next week, 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but pretty hard imo, so work more with the solutions and try to comprehend it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F00175D-A914-839F-D573-9FFB71CABE73}"/>
              </a:ext>
            </a:extLst>
          </p:cNvPr>
          <p:cNvSpPr txBox="1"/>
          <p:nvPr/>
        </p:nvSpPr>
        <p:spPr>
          <a:xfrm>
            <a:off x="4438830" y="414287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Great visualization tool for Bode Plots from Johannes Schulte-Vels: </a:t>
            </a:r>
            <a:r>
              <a:rPr lang="en-US" dirty="0">
                <a:hlinkClick r:id="rId3"/>
              </a:rPr>
              <a:t>https://bodetooltest.streamlit.app/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37288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E65319-C120-C099-FB22-07576EC8CC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Questions?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ABF65E-A2BE-C5A3-A238-B2C34F5C3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F77125-0866-A1E0-1A75-FABC1474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004AFB-473A-87EE-195F-BED0DD24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31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2721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2236-C78D-1583-548D-CDC22CC08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99514"/>
            <a:ext cx="6858000" cy="1790700"/>
          </a:xfrm>
        </p:spPr>
        <p:txBody>
          <a:bodyPr/>
          <a:lstStyle/>
          <a:p>
            <a:r>
              <a:rPr lang="en-US" noProof="0" dirty="0"/>
              <a:t>Feedback?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B38DF9A-4CB3-2931-74A1-D2FC05310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589" y="2494113"/>
            <a:ext cx="8342822" cy="1241822"/>
          </a:xfrm>
        </p:spPr>
        <p:txBody>
          <a:bodyPr>
            <a:normAutofit lnSpcReduction="10000"/>
          </a:bodyPr>
          <a:lstStyle/>
          <a:p>
            <a:r>
              <a:rPr lang="en-US" noProof="0" dirty="0"/>
              <a:t>Too fast? Too slow? Less theory, more exercises?</a:t>
            </a:r>
          </a:p>
          <a:p>
            <a:r>
              <a:rPr lang="en-US" noProof="0" dirty="0"/>
              <a:t>I would appreciate your feedback. Please let me know.</a:t>
            </a:r>
          </a:p>
          <a:p>
            <a:r>
              <a:rPr lang="en-US" noProof="0" dirty="0">
                <a:hlinkClick r:id="rId2"/>
              </a:rPr>
              <a:t>https://docs.google.com/forms/d/e/1FAIpQLSdHl0kjWo63aNzDkAV0cnmQadCAj5L0D7v7aSh0BK7BBdEgpA/viewform?usp=header</a:t>
            </a:r>
            <a:endParaRPr lang="en-US" noProof="0" dirty="0"/>
          </a:p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382365-2B79-A2DC-45B8-AA3C069F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4564F6-4B5F-BBD9-45BC-F1FCCD4F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32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59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1">
      <a:dk1>
        <a:srgbClr val="101623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EA"/>
      </a:accent2>
      <a:accent3>
        <a:srgbClr val="47DE13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1_Week5_kvaratharaja_annotated" id="{1325B490-456F-614D-BFB2-E826360AF242}" vid="{3DDC5642-7B7C-754C-809D-713C14150B8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1692</Words>
  <Application>Microsoft Macintosh PowerPoint</Application>
  <PresentationFormat>Bildschirmpräsentation (16:9)</PresentationFormat>
  <Paragraphs>292</Paragraphs>
  <Slides>32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41" baseType="lpstr">
      <vt:lpstr>Calibri</vt:lpstr>
      <vt:lpstr>Cambria Math</vt:lpstr>
      <vt:lpstr>Segoe UI Semibold</vt:lpstr>
      <vt:lpstr>Segoe UI Black</vt:lpstr>
      <vt:lpstr>Segoe UI</vt:lpstr>
      <vt:lpstr>Segoe UI Light</vt:lpstr>
      <vt:lpstr>Quattrocento Sans</vt:lpstr>
      <vt:lpstr>Arial</vt:lpstr>
      <vt:lpstr>Office</vt:lpstr>
      <vt:lpstr>CS1 Week 9 Empty</vt:lpstr>
      <vt:lpstr>Recap Last Week</vt:lpstr>
      <vt:lpstr>Quiz 1</vt:lpstr>
      <vt:lpstr>Quiz 2</vt:lpstr>
      <vt:lpstr>Step Response of a 2nd Order System</vt:lpstr>
      <vt:lpstr>Quiz 3</vt:lpstr>
      <vt:lpstr>Course Schedule</vt:lpstr>
      <vt:lpstr>Today</vt:lpstr>
      <vt:lpstr>1. Frequency Response Plots</vt:lpstr>
      <vt:lpstr>Introduction</vt:lpstr>
      <vt:lpstr>Why frequencies?</vt:lpstr>
      <vt:lpstr>Because of this…</vt:lpstr>
      <vt:lpstr>Frequency Response Plots</vt:lpstr>
      <vt:lpstr>2. Bode Plots</vt:lpstr>
      <vt:lpstr>Bode Plot</vt:lpstr>
      <vt:lpstr>Bode Plot</vt:lpstr>
      <vt:lpstr>Example</vt:lpstr>
      <vt:lpstr>Sketch Bode Plots</vt:lpstr>
      <vt:lpstr>Sketch Bode Plots</vt:lpstr>
      <vt:lpstr>More Rules</vt:lpstr>
      <vt:lpstr>Second Order Systems</vt:lpstr>
      <vt:lpstr>Multiple Systems</vt:lpstr>
      <vt:lpstr>Bode Plot: Overview</vt:lpstr>
      <vt:lpstr>Constructing Bode Plot from TF</vt:lpstr>
      <vt:lpstr>Constructing TF from Bode Plot</vt:lpstr>
      <vt:lpstr>PowerPoint-Präsentation</vt:lpstr>
      <vt:lpstr>3. Polar Plots</vt:lpstr>
      <vt:lpstr>Polar Plot</vt:lpstr>
      <vt:lpstr>Bode to Polar Plot</vt:lpstr>
      <vt:lpstr>Tips for Problem Set 8</vt:lpstr>
      <vt:lpstr>Questions?</vt:lpstr>
      <vt:lpstr>Feedback?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 Week 6 Annotated</dc:title>
  <dc:creator>Varatharajan  Kissan</dc:creator>
  <cp:lastModifiedBy>Varatharajan  Kissan</cp:lastModifiedBy>
  <cp:revision>7</cp:revision>
  <dcterms:created xsi:type="dcterms:W3CDTF">2025-10-18T14:01:04Z</dcterms:created>
  <dcterms:modified xsi:type="dcterms:W3CDTF">2025-11-14T13:14:12Z</dcterms:modified>
</cp:coreProperties>
</file>