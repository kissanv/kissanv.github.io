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notesSlides/notesSlide7.xml" ContentType="application/vnd.openxmlformats-officedocument.presentationml.notesSlide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notesSlides/notesSlide8.xml" ContentType="application/vnd.openxmlformats-officedocument.presentationml.notesSlide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notesSlides/notesSlide9.xml" ContentType="application/vnd.openxmlformats-officedocument.presentationml.notesSlide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32"/>
  </p:notesMasterIdLst>
  <p:handoutMasterIdLst>
    <p:handoutMasterId r:id="rId33"/>
  </p:handoutMasterIdLst>
  <p:sldIdLst>
    <p:sldId id="256" r:id="rId2"/>
    <p:sldId id="1199" r:id="rId3"/>
    <p:sldId id="1201" r:id="rId4"/>
    <p:sldId id="257" r:id="rId5"/>
    <p:sldId id="1210" r:id="rId6"/>
    <p:sldId id="1211" r:id="rId7"/>
    <p:sldId id="1212" r:id="rId8"/>
    <p:sldId id="1213" r:id="rId9"/>
    <p:sldId id="1214" r:id="rId10"/>
    <p:sldId id="1196" r:id="rId11"/>
    <p:sldId id="1215" r:id="rId12"/>
    <p:sldId id="1216" r:id="rId13"/>
    <p:sldId id="1226" r:id="rId14"/>
    <p:sldId id="1217" r:id="rId15"/>
    <p:sldId id="1230" r:id="rId16"/>
    <p:sldId id="1218" r:id="rId17"/>
    <p:sldId id="1231" r:id="rId18"/>
    <p:sldId id="1219" r:id="rId19"/>
    <p:sldId id="1220" r:id="rId20"/>
    <p:sldId id="1223" r:id="rId21"/>
    <p:sldId id="1224" r:id="rId22"/>
    <p:sldId id="1229" r:id="rId23"/>
    <p:sldId id="1225" r:id="rId24"/>
    <p:sldId id="1227" r:id="rId25"/>
    <p:sldId id="1228" r:id="rId26"/>
    <p:sldId id="1235" r:id="rId27"/>
    <p:sldId id="1236" r:id="rId28"/>
    <p:sldId id="1232" r:id="rId29"/>
    <p:sldId id="1237" r:id="rId30"/>
    <p:sldId id="1067" r:id="rId3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Quattrocento Sans" panose="020B0502050000020003" pitchFamily="34" charset="0"/>
      <p:regular r:id="rId35"/>
      <p:bold r:id="rId36"/>
      <p:italic r:id="rId37"/>
      <p:boldItalic r:id="rId38"/>
    </p:embeddedFont>
    <p:embeddedFont>
      <p:font typeface="Segoe UI" panose="020B0502040204020203" pitchFamily="34" charset="0"/>
      <p:regular r:id="rId39"/>
      <p:bold r:id="rId40"/>
      <p:italic r:id="rId41"/>
      <p:boldItalic r:id="rId42"/>
    </p:embeddedFont>
    <p:embeddedFont>
      <p:font typeface="Segoe UI Light" panose="020B0502040204020203" pitchFamily="34" charset="0"/>
      <p:regular r:id="rId43"/>
      <p:italic r:id="rId44"/>
    </p:embeddedFont>
    <p:embeddedFont>
      <p:font typeface="Segoe UI Semibold" panose="020B0702040204020203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650"/>
    <a:srgbClr val="CCCCCC"/>
    <a:srgbClr val="E7E7E8"/>
    <a:srgbClr val="E99460"/>
    <a:srgbClr val="FE7606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6AB46D-7F9A-1F62-1FF7-AC60624C6E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83487-D0BB-A389-B60D-19960FD2D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98D86-3ADD-8640-A1CB-F3A8CF3A4024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38B08-6768-38E3-58F8-47B150F727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F451-074A-21A5-21F5-9B26F232E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363B5-5A7D-854B-843E-EB2CC41E3B6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37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06.48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26 187 7959,'-6'-3'-245,"1"1"245,1-2 1608,3 3-522,-2-5-489,3 5 0,5 1-85,1 5 0,5 1-84,0 3 1,1-2-182,3 4 1,0 2 2,2 2 1,0 2-269,2-2 1,0 2 95,1-2 1,-2 3-593,-1-1 0,1 1-161,-3-1 0,0-2-438,-2-2 0,-3-1 282,-2-1 1,-1 1 830,-3-1 0,-4-8 0,-4 0 0</inkml:trace>
  <inkml:trace contextRef="#ctx0" brushRef="#br0" timeOffset="283">0 443 7964,'0'-10'340,"0"2"1,0-2 524,0 2 0,6-4-281,3 2 1,3-5-183,3-2 1,-1-2-568,3 0 1,2 2 207,3 0 0,-1 0-1030,-2-3 1,0 4 986,-2 1 0,4-7 0,-1-2 0</inkml:trace>
  <inkml:trace contextRef="#ctx0" brushRef="#br0" timeOffset="566">186 1 7964,'-6'0'971,"0"0"-760,2 0-903,4 0 692,6 0 0,21 5 0,8 2 0</inkml:trace>
  <inkml:trace contextRef="#ctx0" brushRef="#br0" timeOffset="825">533 167 7964,'-4'4'1438,"-2"-1"-912,6-3 1,0 0-61,4 0 1,5 1-353,4 1 0,1-2-363,3 3 1,1-3-266,3 0 1,0 2 513,2 1 0,15 2 0,5-2 0</inkml:trace>
  <inkml:trace contextRef="#ctx0" brushRef="#br0" timeOffset="1083">552 309 7960,'-4'0'517,"1"0"804,1 0-359,1 0-434,-2 0 0,4 0-316,1 0 0,4-1 11,5-1 0,2 1-789,2-1 1,-1-1 285,3 1 280,3 0 0,17 5 0,7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10.68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0 494 9486,'3'-6'640,"1"-1"-466,5-2 0,1-4-420,5-4 0,2-4 252,5-3 0,1-3-504,2-1 1,-2 1 293,-1 1 0,-3 1 19,1 1 1,-5 1-2,-2 4 1,-3 1-103,-3 5 1,-4 5-29,-1 2 382,-1 4 0,-3 0 250,0 4 0,-3 1-170,0 4 1,0 1 236,-2 1 0,3 2-141,0 0 0,2 0 54,-3 1 1,4 0-148,-1 3 1,-1 1-16,1 1 1,0 0-129,2 3 1,0-3-237,0 5 0,0-2-1259,0-1 1489,0 3 0,11 12 0,3 6 0</inkml:trace>
  <inkml:trace contextRef="#ctx0" brushRef="#br0" timeOffset="208">372 327 7926,'4'0'1324,"1"0"-842,0 0 0,3 0-312,3 0 0,4 0-151,2 0 1,2-2-237,3 0 0,0-2-172,4 2 1,-1-3 388,-2 0 0,11 0 0,-1-2 0</inkml:trace>
  <inkml:trace contextRef="#ctx0" brushRef="#br0" timeOffset="467">520 238 7926,'-4'3'599,"0"3"-293,2-2 1,2 2 155,-3 0 1,3 4-191,0 0 0,0 3-43,3 2 1,-1 1-657,3 4 0,3 1 258,-2 0 1,3 1 168,-1-3 0,16 17 0,7 5 0</inkml:trace>
  <inkml:trace contextRef="#ctx0" brushRef="#br0" timeOffset="665">763 250 7920,'0'7'0,"0"-1"700,0 1 0,0 1-186,0 1 1,3 2 50,1 0 1,5-1-317,2 1 1,1 0-331,1 4 0,2-2-220,0 2 0,2-1-437,-2-1 1,0-1-1171,-3-1 1908,1 1 0,-3-2 0,0 3 0</inkml:trace>
  <inkml:trace contextRef="#ctx0" brushRef="#br0" timeOffset="891">725 481 7878,'-2'-6'1327,"0"0"0,-1-1-983,3 1 0,3-1-116,2-2 0,5-2-222,3-4 1,5 0 12,1-2 0,3-2 0,4 2 0,-3-1-308,1 1 1,-3 1 288,3 4 0,2-7 0,3-1 0</inkml:trace>
  <inkml:trace contextRef="#ctx0" brushRef="#br0" timeOffset="1582">1103 20 7878,'-5'-1'1666,"0"-1"-1143,2 1 0,4-4-267,1 3 0,3 0-35,3 2 1,0-2-278,3-1 0,-1 1 92,3 2 0,-2 0-299,0 0 1,-1 0 171,3 0 0,-3 0-17,-1 0 0,0 0 56,-1 0 1,0 3 18,-3 1 1,-3 0 77,-2 0 1,0 1 189,0 1 0,-2 3 9,-3 2 0,-3-1-114,-3 1 0,1-1 292,-1 3 1,-1 2-114,-1 0 0,0-1 201,4-3 1,1 0-190,1-2 1,2 2-257,0-3 0,3 1-109,2-3 0,0 0-342,2-2 0,4 1-904,3-3 0,3 0 676,1-2 1,0 0 613,4 0 0,20-5 0,7-2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17.37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52 462 7933,'-7'0'1168,"1"0"59,-1 0 255,1 0-676,0 0-586,2 0 0,2 2-3,4 0 1,2 1 15,5-3 1,1 0-490,3 0 1,-1 0 250,1 0 1,3 0-1003,1 0 1,-1 0 18,2 0 988,-4 0 0,13 2 0,0 2 0</inkml:trace>
  <inkml:trace contextRef="#ctx0" brushRef="#br0" timeOffset="242">13 546 7913,'-3'0'399,"-3"0"-205,5 0 1356,-2 0-1008,9 0 1,1 0-416,6 0 1,3 0-342,1 0 0,1 0-483,1 0 0,3 0 697,-1 2 0,23-1 0,4 2 0</inkml:trace>
  <inkml:trace contextRef="#ctx0" brushRef="#br0" timeOffset="780">699 206 7913,'-12'-4'-444,"-1"-1"-20,0 3 0,0-1 919,0 1 1,-2 2-55,0 0 0,0 3 81,3 3 1,-1 3-79,0-1 0,-1 6 194,1-1 1,1 3-269,6-1 1,0 2-125,2-2 0,2 2-266,4-2 1,2-3-41,5-3 1,2-3 35,3-1 1,2 0 127,1-3 1,2-3-487,-2-3 0,1-3 113,2-1 0,-1-2-186,0-3 0,-2-1 121,0-1 0,-2 1-26,0-3 0,0-2 129,0-3 1,-1 0-58,-3 1 0,1 1 144,-4-1 0,0-1-24,-4 0 0,1 1 352,-3 4 1,1 2-143,-3 2 0,0 1 153,0 1 297,2 2 349,-1 5-378,2 1 1,-3 4-168,0 1 0,0 2 65,0 2 0,-1 3-42,-1 2 1,1 2-212,-4 2 0,1 1 70,-2 4 0,-1 0-167,1 1 0,2-1-87,-1 1 1,4 2-109,-1 1 0,1-2-1008,1-1 1,3-1 1231,1-1 0,16 3 0,4 1 0</inkml:trace>
  <inkml:trace contextRef="#ctx0" brushRef="#br0" timeOffset="991">1007 129 7913,'-6'3'218,"2"0"136,-1-3 1,4 3 328,-1 1 0,1 0-219,1 0 0,3 2-238,1 3 0,4 2-8,1-3 0,2 4-400,0-2 0,1 2 207,3 1 0,-3-1-891,1-1 1,-2 1 106,2-1 0,-1 1-268,-1 1 0,0-1 1027,-2-1 0,-1 1 0,-1-2 0</inkml:trace>
  <inkml:trace contextRef="#ctx0" brushRef="#br0" timeOffset="1184">956 308 7880,'-6'0'199,"2"-3"154,2-1 0,2-2 255,2-3 0,3 2-170,6-2 1,0 0-513,6-2 0,3-1 92,4-1 0,1 0-809,0 0 1,3-2 224,0 0 566,0 0 0,-6 5 0,1 1 0</inkml:trace>
  <inkml:trace contextRef="#ctx0" brushRef="#br0" timeOffset="1628">520 507 7880,'3'4'158,"1"-1"532,4-3 1,1 0-222,4 0 1,2 0 107,6 0 0,3 0-182,4 0 0,1 0-56,6 0 1,1 0-134,5 0 0,-2-1-169,1-1 0,-3 1-520,-3-1 0,-1 1 391,-1 1 0,-3 1-2357,-1 1 2449,-5 2 0,11 2 0,-1 0 0</inkml:trace>
  <inkml:trace contextRef="#ctx0" brushRef="#br0" timeOffset="2174">719 764 7880,'-13'0'0,"0"0"0,1 0 42,1 0 0,-1 0 476,1 0 1,1 3-93,-3 1 1,4 2-84,-4 3 0,4-1-115,-2 2 0,3 2 221,-1 3 0,3-2-55,2 2 0,1-1-106,3-1 1,0-1-151,0-2 1,3 0-114,4-4 1,2-2-89,4-2 1,0-2 101,2-2 0,0-2-404,2-2 1,0-4 226,2-3 1,0 0-547,1-2 0,-3-1 228,0 1 1,-1-2 26,1-1 0,1-2 58,-3-2 0,0-1-18,-2 1 0,-3-2 237,-2 1 0,-1-1-63,-3 3 0,-1 2 382,-3 6 1,0 4-233,0 0 541,0 5 0,-1 1-91,-1 3 0,1 1 131,-4 4 1,1 0-178,-2 5 1,-1 2-12,1 3 1,-1 1 114,-2 3 1,2 3-109,-1-1 1,0 0-363,2-1 0,2 1 116,-1 0 1,4 3-1157,-1-3 0,2 1 169,2-3 898,2 0 0,22-5 0,5-2 0</inkml:trace>
  <inkml:trace contextRef="#ctx0" brushRef="#br0" timeOffset="2426">1046 610 7880,'-7'3'451,"1"1"-76,0-2 0,2-1 562,2 4 0,-1 0 32,1 3 1,-1 2-432,1 3 0,1 3-105,-1 1 1,-1 4-159,1 3 0,0 1-203,2 0 0,0-2-192,0-1 0,0 0-328,0-1 0,2-2-150,0-5 0,3 0-821,-1-1 0,0-3-1214,0-2 2633,1 0 0,1-16 0,0-4 0</inkml:trace>
  <inkml:trace contextRef="#ctx0" brushRef="#br0" timeOffset="2592">937 764 7872,'-7'0'2676,"1"0"-1830,2 0-98,1 0-431,12 0 0,0 0-104,8 0 1,1 0-1447,3 0 0,2 0 1233,2 0 0,27 0 0,5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14.65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287 108 7890,'-1'-10'0,"-1"-1"0,1 3 795,-4 0 0,4 0-276,-1 2 0,-2 0 165,0 2 1,0 1-329,0 3 0,0 1-291,-3 1 1,1 2-9,-1 5 1,1 1 24,0 3 0,0 0 20,2 2 0,-2-1 91,2 4 0,0-1-1,0 2 0,2 0-124,0 0 0,1 3 53,-1-1 1,1 3 87,-1 0 1,2 3 15,2 1 1,-1-3-253,4-1 1,-1-1 135,2 0 1,3 2-397,0-4 1,-1 0 161,-2-1 1,0-1-160,-2 0 0,1 0 97,-2 1 1,1-3 117,-2 0 0,0-1 73,-2 1 1,-3 3 111,-1-3 1,-2 3 157,-3-6 0,1 2-106,-2-1 0,-1-1 47,-2 1 0,-2-3-14,0-1 0,-2-2-65,2-2 1,-3-1-6,1 1 0,1-4-358,1-1 0,2-1-33,0-1 0,1-1-40,1-1 1,3-3-1152,3-4 1,0-3 1450,3-1 0,9-37 0,3-12 0</inkml:trace>
  <inkml:trace contextRef="#ctx0" brushRef="#br0" timeOffset="781">1037 211 7934,'-6'3'727,"-1"-2"1103,4 4-1067,0-4 0,4 4-324,1-3 1,2 0-198,5-5 0,1 2 5,3-3 1,1-1-381,1-4 1,3 1 32,-1-2 0,2-2-56,0-3 1,3 1-49,-1-3 0,0 0-409,-1-2 1,-4 1 15,-1 1 0,-2 3 236,-3-1 0,-3 4 71,-5 3 60,-1 1 0,-4 3 210,-1 2 0,-2 2 108,-1 2 1,2 2 231,0 2 0,0 3 4,0-1 1,2 3 224,-1-2 0,2 2-12,0 0 1,1 1-204,1 1 1,0-1-332,0 1 0,0 2 165,0 0 0,1 3-1134,1-1 0,0 1 203,2-1 763,0 2 0,14 3 0,3 4 0</inkml:trace>
  <inkml:trace contextRef="#ctx0" brushRef="#br0" timeOffset="1849">646 442 8939,'1'-4'728,"1"2"0,-1 2-373,4 0 0,-1 0-136,2 0 0,3 0 9,-1 0 0,4 0 4,-2 2 1,3-1-125,2 1 1,1 1-38,1-1 1,4 1-129,-2-1 0,4-1 73,-2 1 1,3-1-72,0-1 0,1 0-49,0 0 1,-2 0 30,-1 0 0,0 0 195,-1 0 1,1 0-117,-3 0 0,-3 0 199,-1 0 0,-1 0-144,-2 0 1,1 0-49,0 0 0,-1 0-25,-1 0 1,1 0-166,-1 0 1,1 0 41,1 0 1,-1 0 146,-2 0 1,2 0-90,-4 3 0,4-3 24,-1 2 1,-2-1 123,-1-1 0,2 2-60,-2 0 1,1 1 29,-3-3 1,3 2 28,-1 0 1,1 0 14,-3-2 1,1 0-99,-1 0 1,1 0 39,2 0 1,-2 0-83,1 0 1,0 0 76,1 0 1,-2 0-113,1 0 0,2 0 80,-2 0 1,3 0-4,-2 0 0,2-2-49,0 0 0,-1-3-6,0 3 1,-1-1 48,2 1 1,-3 2-4,3-3 0,-3 1-74,0-1 47,2 1 32,0 2 0,0 0 51,-1 0 0,-2 0 10,-1 0 1,-2 1-29,1 1 5,-1-1 1,2 2-7,1 0 1,-3-3-10,0 2 1,1-1-36,1-1 0,1 0 36,-1 0 1,0 0-44,1 0 0,-1 0 32,1 0 1,-1-1-7,0-1 0,1 2-42,-1-3 0,1 3-85,2 0 1,-2-2 157,2-1-50,-2 1 1,-1 2 193,1 0 1,-1 0-116,0 0 0,1 0 146,-1 0 0,1 0 16,-1 0 0,0-2 1,1 0 0,-1 0-24,1 2-49,-1 0 1,1 0-35,-1 0 139,-3 0-323,3 0 1,-4 0 99,2 0-411,-3 0-336,2 0-336,-3 3-363,0-3 1424,0 3 0,-8-3 0,-3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21.51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19 726 7856,'-3'3'750,"-3"2"-374,2-3 1159,1 1-1088,0-3 0,8-1-218,1-1 0,6-5-44,1-3 0,2-3-135,2-2 1,1-2-621,-1-2 0,4-1 360,0-1 1,3-3-441,-3-2 1,1-1 318,0 3 1,-4 2-97,1-2 0,-7 8-82,-1 1 457,-6 9 68,-2 0 0,-6 10 406,-2 2 0,0 4-107,-2 5 0,1-1-126,-1 4 1,1-1 362,0 2 0,1 1-141,1 1 1,1 0-215,-2 2 1,0-2-207,3 0 1,0 2-362,2-2 0,0 1-1654,0-1 2024,3-3 0,12 3 0,5-5 0</inkml:trace>
  <inkml:trace contextRef="#ctx0" brushRef="#br0" timeOffset="182">417 591 7856,'6'4'176,"-1"1"43,-1-3 0,-2 1 543,2-1 0,1-2-271,4 3 1,-1-3-542,2 0 1,2 0 69,3 0 0,-1 0-811,3 0 1,-2 0 119,2-3 671,0 3 0,5-9 0,1 2 0</inkml:trace>
  <inkml:trace contextRef="#ctx0" brushRef="#br0" timeOffset="392">500 520 7861,'-2'4'0,"0"2"545,-2-2 1,2 2-62,0 0 1,2 1 46,0 2 1,0 3-419,0 3 0,0 3-259,0-1 0,2 1-266,3 2 0,0-1 158,2 0 254,2 0 0,7 1 0,4-1 0</inkml:trace>
  <inkml:trace contextRef="#ctx0" brushRef="#br0" timeOffset="590">738 540 7861,'0'3'1035,"0"3"-644,0-2 1,0 4 449,0 1 0,0 0-346,0-1 1,2 2-227,0 3 1,4 2-31,0 0 1,1 3-314,4-1 0,-3-1-306,3-1 1,0 0-351,2 0 0,-1 0 730,-2-5 0,3-3 0,-3-4 0</inkml:trace>
  <inkml:trace contextRef="#ctx0" brushRef="#br0" timeOffset="774">667 713 7861,'-3'0'1112,"-3"-6"0,5 2-890,-1-5 1,4 2 3,2-2 0,6-1-244,3-3 1,3 0 84,5-2 0,2 0-1563,3-2 1496,2 0 0,7-2 0,4 0 0</inkml:trace>
  <inkml:trace contextRef="#ctx0" brushRef="#br0" timeOffset="1101">937 424 7053,'4'-2'1916,"0"0"1,1-2-1507,4 2 1,-2-3-407,4 3 1,0-2-95,2 2 1,-3 0-192,1 2 0,-3 0 163,0 0 138,0 0 0,-4 2 30,0 3 1,-3 1 26,-1 3 0,-3 0 148,-3 2 1,-3 2 265,0-1 0,1 1 301,2 2 0,-1-1-291,1-2 1,1-1-428,1 0 1,3-1 71,-1 1 1,2-3-858,2-4 1,2 1 479,5-3 1,1 1 230,2-3 0,24-26 0,5-6 0</inkml:trace>
  <inkml:trace contextRef="#ctx0" brushRef="#br0" timeOffset="1799">1488 309 7816,'4'-2'558,"1"0"1,-4-1-342,1 1 1,1 0 107,-1-2 1,0 0 107,-2-3 0,0 1-367,0-1 0,0 0 59,0-1 1,0 0-303,0-3 1,-2 3 195,-3 0 0,-1 1-275,-3 0 0,-1 4 170,-3 1 0,-1 2-54,-1 2 0,-3 6 106,3 5 0,-2 4 225,2 0 0,0 4 229,3 0 0,2 1-146,1 0 1,5-4-213,2 1 0,2-6 115,5-1 1,3-6-287,6-2 1,1-3 95,2-3 1,2-5-180,2-6 1,4-3-63,-2-3 0,-1-3-164,0-1 1,-2-2 79,-1-1 0,-2 0 91,0-2 0,-3 1-144,1 0 1,-4 0 57,-2 2 0,-3 2 52,-2 1 0,-1 5 96,-3 2 1,0 5 301,0 1 80,-3 5 1,0 1 274,-4 3 1,3 0 87,0 0 1,2 1-255,-3 1 1,3 2 10,-2 5 1,2 1-16,0 2 0,1 5 48,-1 2 0,1 1-93,-1 4 1,1-1-129,1 3 1,0 0-111,0 2 1,1-2-316,1 2 1,2-1-870,2 1 1,3-4 213,-1 2 951,4-5 0,6-10 0,6-6 0</inkml:trace>
  <inkml:trace contextRef="#ctx0" brushRef="#br0" timeOffset="2008">1777 213 7876,'0'7'713,"0"1"0,0 0-216,0 3 1,3-3 143,1 3 0,2 0-214,0 2 1,1 1-474,2-1 0,-1 1-288,2-3 1,1 1-265,2 1 1,2-3 290,0 1 1,-2-3 306,-3 0 0,1-3 0,2-3 0</inkml:trace>
  <inkml:trace contextRef="#ctx0" brushRef="#br0" timeOffset="2200">1758 367 7876,'-1'-7'625,"-1"1"1,1-1-284,-1-2 1,2 1 196,2-2 1,2-1-525,5-2 1,2 0 13,3 0 0,3 1-173,2-1 1,3 0 94,2 0 1,0 1 48,-1 1 0,14-1 0,0 2 0</inkml:trace>
  <inkml:trace contextRef="#ctx0" brushRef="#br0" timeOffset="2417">2187 200 7859,'7'0'0,"-1"0"422,1 0 1,0-1 633,1-1 1,2 1-881,3-1 0,0-1-11,0 1 1,2 0-1360,0 2 1,0 0 1193,-3 0 0,7 6 0,1 1 0</inkml:trace>
  <inkml:trace contextRef="#ctx0" brushRef="#br0" timeOffset="2617">2200 290 8412,'7'0'761,"-1"0"0,4-3-1254,3 1 1,2 0 492,5 2 0,19 3 0,5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25.18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321 32 7869,'-3'-4'457,"0"-2"150,-3 2 1,1 0-133,1 0 0,0 2 44,-3-2 1,1 2-363,-1 0 0,0 2 31,-1 2 1,0 2-85,-3 2 1,1 4 108,-3 0 1,1 5 74,1-1 0,1 5-3,1 0 1,2 1 103,-1 4 1,3 0-187,0 4 1,4 1-1,-1 3 0,1-2-315,1 0 1,3-3 149,1 1 0,3-2-91,1 0 1,-1-4 52,2-3 0,0-2-628,0-5 0,1 1 146,-1 0 0,-1 0-37,-4 0 0,-1-1 248,-3-1 1,0 1 87,0 1 1,-4-2 287,-2 2 1,-3-2-107,-4 2 0,-2-1 104,0-1 1,-3-3-29,1-3 0,-2 0-113,0-3 1,1 0-83,1-2 1,1-3-188,3-1 1,1-2-26,1 0 0,3-3-289,3 0 1,3-2-1068,2 0 1688,0-1 0,17-3 0,4-2 0</inkml:trace>
  <inkml:trace contextRef="#ctx0" brushRef="#br0" timeOffset="425">482 372 7869,'-15'-3'879,"0"1"1,0 0-317,2 2 1,1 0 59,1 0 0,1 3-223,2 1 0,0 5-165,0 1 0,2 0-87,1 1 1,2-1-130,3 1 0,0 0-30,0-2 0,1 1-75,1-4 0,4 1 20,3-5 0,1 1 38,-1-3 1,4-1-224,0-1 1,2-3 70,0-3 0,1-5-142,4-4 0,-1-2 68,0 0 1,0-2-32,-2-1 0,1-3 15,-1 0 0,1-4-107,-1-3 0,-2 0-73,-4 0 1,-2 3 81,-2 1 0,-4 2 207,-1 3 0,-1 7-53,-1 5 1,-3 4 357,-1 2 95,-2 3 1,0 7 192,-1 1 1,1 7-5,0 0 0,0 4 462,2 3 0,-1 0-109,3 3 0,-1 1-287,1 1 1,1 1-413,-1 0 0,1-1 83,1 1 0,0 0-436,0-1 1,1 0-456,4-1 0,-1-3 726,5-4 0,9-4 0,3-4 0</inkml:trace>
  <inkml:trace contextRef="#ctx0" brushRef="#br0" timeOffset="656">834 70 8138,'-2'16'608,"1"-1"-83,-1 4 1,1-1-114,1 6 1,0 0 172,0 1 1,0 2-180,0 0 0,0 2-578,0 1 0,0 1 188,0-1 0,2-1-1157,0-2 0,3-4 268,0-4 0,-2-3-852,1-5 1725,-2-5 0,1-17 0,-3-7 0</inkml:trace>
  <inkml:trace contextRef="#ctx0" brushRef="#br0" timeOffset="806">757 288 7868,'7'3'0,"-4"-2"0,4 2 946,-1-1 1,4-1-511,2 1 0,2 1-347,1-1 0,1 0-89,4-2 0,10 6 0,4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0:49.11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173 173 7983,'4'-6'0,"1"2"70,-3-1 0,1 4 640,-1-1 321,-1-2-186,2 4-283,-3-3-438,0 0 1,-1 1 128,-1-2 0,0 2-222,-2-2 1,2 0 128,-2 0 1,2-2-153,-3 2 0,1 0-132,-2 0 1,-2 3-62,0-2 0,0 3-65,-3 0 0,1 0 31,-3 3 0,0 2 99,0 4 0,0 4 72,1 0 1,1 4 150,0 0 1,3 1-107,0-1 1,3 2 166,3-2 1,0-1-120,-1-1 0,2-3-34,3-1 1,2-4-57,2-5 0,3-2-141,-1 0 0,4-2-75,-2-3 1,2-5 82,1-3 0,0-4-72,0 0 0,-2 0 81,-1 0 0,-1 0-15,1-2 0,-2 0 121,1 2 0,-3 2 155,-1 4 1,0 2 225,-3 3-92,0 2 0,-2 3 322,0 5 1,0 1-270,0 6 0,0 0 201,0 4 1,0-1-119,0 3 1,0-2-309,0 3 1,0-4-133,0 4 1,3-4-90,1 1 1,0-2-1053,3 0 1,-2 0 1218,3 0 0,11-9 0,1-2 0</inkml:trace>
  <inkml:trace contextRef="#ctx0" brushRef="#br0" timeOffset="451">398 109 7978,'0'-6'0,"-3"0"430,-1 2 1,0-2-65,0 2 1,2-1 436,-2 1-503,2-2 0,-3 2-429,3-2 0,-3 2-36,1 2 1,-2 1-31,0 1 0,-2 3 92,0 2 0,1 2 163,-2 2 0,2 2 118,1-3 0,-1 4-133,1-2 1,2 0 212,-1-2 1,4 1-116,-1 0 0,1 0-108,1 0 1,1-4 23,1 1 0,4-1-106,5 2 1,1-3-263,1 0 1,0-2 141,2 0 1,-1 1-246,1-1 1,1 0 148,-1-2 0,0 2 23,-3 0 0,1 2 56,-3-2 0,-1 3 234,-2 0 0,-1 0 100,-2 2 1,-1 1 109,-3 1 0,-1 2-26,-1 0 1,-2 0-63,-2 0 1,-3 1-327,1-4 1,-4 3 142,2-3 0,-2 0-304,-1-4 0,1 1 90,1-2 0,-1-1-3,1-2 0,2-2-144,0-2 0,2-1-471,1-6 843,2 4 0,13-40 0,5-6 0</inkml:trace>
  <inkml:trace contextRef="#ctx0" brushRef="#br0" timeOffset="850">629 58 7978,'-10'3'-178,"0"2"178,1-2 0,2 1 725,-1-2 1,-2 2-237,2-2 0,-3 3-345,3-3 1,-3 2 63,2-2 0,0 3-139,1-1 1,3 1 108,-2 0 1,3 0 64,0 0 0,-1 0-140,2 2 1,1-1 81,2 1 0,1 1-104,1 1 1,2 1 30,2-1 0,1 0-239,2-3 0,1 0 122,3 1 0,-1-1-496,1-2 1,1 1 90,1-3 0,-2 2-70,2-2 1,-1 1 285,-1-1 0,-3 0 37,-2 2 0,-1 0 197,-3 3 0,-1 1-89,-3 1 1,-1 2 476,-1 0 0,-4 0-197,-2 0 0,-4 3 47,2-4 0,-5 3-173,0-4 1,0-1-300,3-1 1,-1-4-435,3-1 1,-2-1 328,4-1 1,0-3-549,4-1 0,-1-3 325,3-1 1,-1 0 521,3-3 0,17-14 0,5-5 0</inkml:trace>
  <inkml:trace contextRef="#ctx0" brushRef="#br0" timeOffset="1193">738 128 7950,'-4'13'0,"-1"-1"842,0 0 1,2-2-284,1 3 1,2-3 145,0 1 0,0 1-269,0-1 1,2-2-370,0 0 1,3-1-172,-1-1 0,2 0-456,0-2 253,1-2 0,-1-1 238,1-2 1,0 0-406,1-2 0,-2-3 163,2-3 0,-3-4-131,3-3 0,-4-3 73,2 1 1,-1 0 166,2 0 0,-2 3 117,0-1 1,0 1 250,0 2 0,-2 2 724,1 1-712,-2 2 0,1 3 119,0 2 1,-3 7-112,2 1 0,-1 5 185,-1 2 0,2 1-72,0 3 1,3 0-344,0 2 0,-2-2-209,2 0 1,-1-2-331,2 2 0,1-3-1482,2-1 2065,-2-3 0,11-12 0,-1-3 0</inkml:trace>
  <inkml:trace contextRef="#ctx0" brushRef="#br0" timeOffset="1684">1026 186 7909,'-6'13'651,"2"0"177,0 0 0,1-3-289,-1 1 0,3-1-46,-1 1 0,1-2-986,1-3 440,0 1-573,0-4 1,2-1 425,0-4 1,1-2-192,-1-4 1,-1-2 202,1-3 0,1 0-30,-1 0 0,0 0-50,-2 0 1,2-2 277,0 0 1,1 3 190,-1 1 0,-1 1-126,1-1 1,1 0 225,-1 2 0,1 1-72,-1 1 0,0 2 440,2 0-431,0 3 0,3 3 219,-1 3 0,-2 2-72,1 7 0,-3-2-28,2 4 1,0 1-135,0-1 0,1 2 23,-3-2 1,2 0-510,-2-2 1,3-1 226,0-2 0,-2-1-661,1-5 1,1-1 361,1-3 0,1-1-483,-1-1 0,0-4 267,1-5 1,-1-1 171,1-1 0,-2 0 300,0 1 0,0-1-120,0 3 1,-2-2 406,1 4-232,-2 2 1,1 3 603,0 3 1,-3 1-291,2 1 0,-1 4 267,-1 2 1,0 4-291,0-2 0,1 2-179,1-1 1,-1 0-431,4-3 0,-3 2 231,2-2 1,0-1-134,0 2 1,2-3 114,-2-1 1,2-2 128,0-3 0,12-20 0,2-5 0</inkml:trace>
  <inkml:trace contextRef="#ctx0" brushRef="#br0" timeOffset="2018">1373 122 7886,'-3'9'0,"2"-4"1358,-4 2 0,4-2-591,-1 1 1,2-2-621,2 1 0,-1-4-123,4 1 1,-1-1-120,2-1 0,1 0-183,-1 0 0,1-3-450,-1-1 1,0-2-44,1 0 1,-3 1 389,0 1 1,-2 0 221,0-3 0,-1 1-178,-1 0 0,0 1 499,0 1 1,-3 0-53,-2 0 1,0 1 121,-2 3 0,-1 0-51,-1 0 0,-1 1 111,1 1 1,0 2 426,3 5 1,0-1-264,-1 3 1,2-1 262,0 3 1,2 0-248,3 0 0,0 0-137,0 2 1,3-1-121,2 1 1,1-2-653,2-3 0,2 0-37,3-4 0,3 0-376,1-2 1,2-1-790,0-3 1639,3-6 0,9-15 0,6-10 0</inkml:trace>
  <inkml:trace contextRef="#ctx0" brushRef="#br0" timeOffset="2467">1867 51 7865,'0'17'741,"0"-1"-556,3-4 1,0 1 966,4 0 0,2 2-535,2 0 0,1 3-356,3-1 0,1 1-229,1-1 1,2-2-227,-2-5 0,-1 1-2389,1-4 2583,0 0 0,0-9 0,-2 2 0</inkml:trace>
  <inkml:trace contextRef="#ctx0" brushRef="#br0" timeOffset="2717">1835 270 8897,'0'-8'867,"3"0"0,1-1-715,4-4 0,2 1-177,3-5 1,4-3-529,2-3 0,3 1 407,4 0 0,-3 2 146,1 1 0,8 0 0,4 0 0</inkml:trace>
  <inkml:trace contextRef="#ctx0" brushRef="#br0" timeOffset="3084">2200 128 7865,'-10'3'0,"1"1"765,3 2 0,-1 0-278,1-2 1,-1 4 94,1-2 1,2 3-175,-1 0 0,2-2-363,-1 4 0,0 0 48,2 2 0,1 0-68,-1 2 1,1-2 63,1 0 1,1-1 31,1-4 1,0 3-72,2-2 0,-1-1 11,2-1 0,0-4-130,0-1 0,0 0 47,2 0 1,-1-1-221,1 1 0,0-4-21,1 0 1,-1-5-141,2 1 1,-1-3 63,0 1 0,0 0-89,0-3 1,-1 0 103,0-4 1,-2 2 101,0 0 0,0 0 240,-3 3 0,0 0-116,-2 2 0,-3-1 305,-1 3 0,-2-1-146,0 4 1,-4-1 3,0 2 0,-2 0-163,-1 2 1,2 0-155,0 0 0,3 2-951,0 0 650,4 3 553,1-1 0,26-4 0,5 0 0</inkml:trace>
  <inkml:trace contextRef="#ctx0" brushRef="#br0" timeOffset="3317">2412 90 7865,'-6'3'2650,"-1"-3"-1499,4 6-722,0-5 0,6 2-208,4-3 1,1 0-144,3 0 1,3-1-142,-1-1 0,2 1-915,0-1 1,-2 1 336,2 1 641,2 0 0,13 3 0,8 1 0</inkml:trace>
  <inkml:trace contextRef="#ctx0" brushRef="#br0" timeOffset="3524">2438 148 7865,'-3'6'1045,"1"0"0,-3-1-434,1-1 1,1-2-253,1 2 0,2-2-178,2 0 1,2-1-105,2-1 1,3 0-290,2 0 0,4 0-560,2 0 0,2 0-763,0 0 1535,3-3 0,24-6 0,8-5 0</inkml:trace>
  <inkml:trace contextRef="#ctx0" brushRef="#br0" timeOffset="3901">2816 32 7848,'-13'4'1272,"3"-1"0,-1-1-546,2 0 0,0 1 196,0-1 1,4-1-391,-1 4 1,4-3-364,0 2 0,0 2-81,0 3 0,2 2-119,-3 0 1,5 1-151,0 1 1,3 1 226,-1 1 1,2-3-255,0 1 1,3 0 82,-1-2 1,3-2-303,-2 0 0,2-3 173,0-2 1,-1-1-255,0-3 1,1-1 106,2-1 0,0-2-37,0-5 1,-3-1-58,1-2 1,-2-3 125,1 0 0,-3-2 479,0 2 0,-2-1-142,-2 1 1,-1 1 26,-2-1 1,-4 2-54,-2 0 0,-1 1 70,-4 1 1,0 3-11,-2 3 1,-2 0-119,0 3 1,-2 1-12,0 3 0,-2 2-143,0 2 1,2 3 269,0-1 0,8 3 0,0-1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57.51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116 103 7929,'0'-6'474,"0"0"0,-2 1-64,0 1 1,0 3 140,2 1 0,0 7-119,0 5 1,0 6-31,0 5 0,0 2-118,0 7 0,0 0-29,0 7 0,1 1-349,1 4 0,-2 1 125,3-3 1,-2-3-436,1-5 1,-1-2 247,1-2 1,1-6-963,-1-5 0,1-5-116,-1-1 1234,-1 0 0,-4-29 0,-4-3 0</inkml:trace>
  <inkml:trace contextRef="#ctx0" brushRef="#br0" timeOffset="182">7 341 7929,'-3'-5'1276,"1"1"-235,1 3 0,2-4-435,4 3 1,2-1-307,8 1 1,2 1-874,2-1 1,3 1 401,2 1 0,1-2-1219,3 0 1390,4 0 0,15 2 0,6 0 0</inkml:trace>
  <inkml:trace contextRef="#ctx0" brushRef="#br0" timeOffset="399">443 347 7929,'-6'4'1102,"0"-2"1,2-1-454,2 1 0,3-1-129,3 1 1,4-1-300,7-1 1,2 0-360,4 0 0,0 0-1062,2 0 1,-1 0 280,1 0 919,1 0 0,7 0 0,2 0 0</inkml:trace>
  <inkml:trace contextRef="#ctx0" brushRef="#br0" timeOffset="616">443 475 7929,'0'4'0,"0"-1"871,0-3 1,3 0-318,2 0 1,1 0-204,2 0 1,3 0-687,4 0 1,4-1 334,2-1 0,32-4 0,5-4 0</inkml:trace>
  <inkml:trace contextRef="#ctx0" brushRef="#br0" timeOffset="1391">1149 347 7925,'0'-13'-51,"-1"0"-77,-1 1 1,-1 1 333,-1 0 0,-2 1 332,2 0 1,-4 0-142,0 4 0,-4 2-108,2 2 1,-3 1-73,1 1 1,-1 6 13,0 3 1,-1 3-37,-1 3 0,4 1-5,-2 3 1,4 1 17,-2-1 1,3 1-62,0 1 1,4-3-174,1 1 1,3-1-318,0 1 1,0-2 231,3-2 1,3-5-505,5-1 0,1-5 322,3-2 0,0-2-25,2-5 1,0-2-20,2-8 0,-2-2-8,0-2 0,-2-1 91,2-1 0,-3 0 13,-1-3 1,-2 4 297,-4-2 0,0 5-75,-2-1 1,-2 7 574,-1 0-437,-2 6 0,-2 3 344,0 4 0,-2 5-173,2 3 1,0 5 0,2 0 0,0 3-62,0-1 1,0-2-51,0 0 1,0 1-414,2-1 0,2 2 171,2-2 0,1 0-740,-1-2 1,3-1 147,-1-1 654,4 1 0,1-11 0,3 1 0</inkml:trace>
  <inkml:trace contextRef="#ctx0" brushRef="#br0" timeOffset="1651">1361 424 7928,'-3'4'263,"2"1"0,-4-3 103,3 2 0,-2-2-89,2 2 0,-3-1 565,3 1-241,0-3 134,-1 2-554,2-3 0,-1-1-63,2-1 0,0-4 8,0-5 1,0-1-175,0-1 0,0-2-61,0 0 0,2-3 80,0 1 0,3-1-39,-1-1 1,4 1 2,0 1 0,4 1-577,-1-1 1,1 3-99,1 4 1,0 2 739,2-1 0,30 14 0,10 2 0</inkml:trace>
  <inkml:trace contextRef="#ctx0" brushRef="#br0" timeOffset="1909">1694 289 7928,'-13'-6'0,"1"-3"734,-1 1 1,3 1-212,1 3 0,2 1-89,1-2 1,-3 2-267,1 3 1,-1 1-171,3 1 1,-1 4 324,1 3 0,0 3-104,2 0 1,-1 1 140,3 2 1,-1 2-67,3 0 0,0-1-284,0 1 1,3-2-223,2 0 0,1-2-266,3 0 0,1-3 226,2-2 1,3-3-199,0-3 0,5-1-757,-1-1 1,2-5 1206,-2-2 0,29-41 0,7-8 0</inkml:trace>
  <inkml:trace contextRef="#ctx0" brushRef="#br0" timeOffset="2368">1919 1 8290,'0'4'789,"0"0"0,0 1-355,0 4 1,0 1-15,0 5 0,0 5-58,0 6 1,-2 3-121,-1 5 0,1-1-144,2 1 0,0 1-170,0-3 1,0 1-593,0-6 1,3 0 451,1-3 0,0-5-1091,0-4 0,0-1 1303,0-1 0,-1-15 0,-3-3 0</inkml:trace>
  <inkml:trace contextRef="#ctx0" brushRef="#br0" timeOffset="2549">1784 238 7930,'0'-6'1408,"0"-1"0,0 3-914,0 0 0,5 2-215,1-3 0,6 4-633,1-1 0,3 1-148,5 1 0,4-2-1327,3 0 1829,3 0 0,24 4 0,9 2 0</inkml:trace>
  <inkml:trace contextRef="#ctx0" brushRef="#br0" timeOffset="2901">2194 270 7930,'-12'-3'0,"2"0"1132,1-4 1,0 1-490,0-1 0,1 2-194,1 0 0,1 0-268,-1 0 1,1 1-356,0-1 0,-3 2 24,1 3 0,-1 2-185,3 2 0,-3 1 249,0 6 1,1-1 124,2 3 1,1 1 263,1 1 0,3-1-241,-2 3 1,3-2-41,0 2 0,0-3-52,0 1 1,3-1-82,4-1 0,2-4-127,4-3 1,0-2-391,-1-4 0,4-1-259,1-4 0,-1 0 361,-1-5 1,1-3 121,-2-2 0,1-2 184,-2 2 1,-3 0 304,-1 2 1,-2 0 70,-1 0 1,0 3 424,-2 2-123,-1 1-282,-3 3 0,0 5 70,0 5 1,0 1-36,0 4 0,1 0-520,1 2 1,-1-1 80,4 1 228,-4 0 0,13 11 0,1 3 0</inkml:trace>
  <inkml:trace contextRef="#ctx0" brushRef="#br0" timeOffset="3193">2380 347 7930,'-2'6'0,"-2"-1"482,-2-1 1,1 0-59,1 3 1,2-3 265,-2 0-176,2-2-714,-1 1 0,4-3 34,1 0 0,2-3-162,2-2 0,1-2 337,-1-2 0,1-2 125,2 0 0,-2 1 227,1-1 0,0 3-169,-2-3 1,1 2 98,2-1 1,-2 2-29,1-1 0,0 2-88,1 1 0,1 2 82,3-1 1,-3 4 69,1-1 1,-3 5-147,0 3 1,2 4-158,-2 5 0,0 1-361,-4 4 1,0 1 206,-2 0 1,-1 4-1258,1-2 0,1 0 1387,-1 0 0,0 1 0,-2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0:58.02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84 58 8725,'-7'0'1017,"1"0"1,0 2-573,-1 0 1,3 4-51,0 1 0,0 3-144,0 7 1,-2 5 67,2 8 0,-2 3-245,0 8 0,1 2-158,1 4 1,1 0-144,-2 0 0,2-6-377,3-7 1,1-5-962,1-3 1,4-2 1564,3-7 0,8-14 0,0-11 0</inkml:trace>
  <inkml:trace contextRef="#ctx0" brushRef="#br0" timeOffset="206">193 283 7967,'-4'6'554,"2"1"1,2 0 529,0 1 0,0 2-461,2 3 1,3 0-129,3 0 0,2 2-108,3 0 1,0 2-522,0 1 0,2-2-212,0 1 0,2-3-415,1 1 0,-2-1-76,1-1 1,-3-3 244,1-2 592,-4 2 0,-5-6 0,-3 2 0</inkml:trace>
  <inkml:trace contextRef="#ctx0" brushRef="#br0" timeOffset="406">129 501 10390,'3'-7'967,"4"0"-621,6-1 0,5-2-617,6-3 0,1-3 198,3-1 1,-1 1-1559,3 1 1631,-3 2 0,16-14 0,0-4 0</inkml:trace>
  <inkml:trace contextRef="#ctx0" brushRef="#br0" timeOffset="724">430 0 7967,'5'3'1292,"-1"-1"0,0 3-555,2-1 0,2 2-347,0 0 0,5 4 253,4 3 1,2 1 507,3 5 1,0 2-549,1 5 1,-1 0-200,-5 2 0,-4 3-368,-2 5 1,-6 0 119,-1 5 1,-5 0-523,-3 0 0,-4 2 301,-1 0 1,-1-2-1468,1 0 0,0-5 101,0-1 1431,2-3 0,-28 6 0,-3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2:51.48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13 450 7865,'-4'0'2012,"0"0"-1087,2 0-580,-1 0 1,9 0 124,3 0 1,3-3-701,3-1 1,2 0 171,4 0 0,2 0-1807,3 0 1865,-1 1 0,38 15 0,9 2 0</inkml:trace>
  <inkml:trace contextRef="#ctx0" brushRef="#br0" timeOffset="335">276 238 7865,'-3'4'1018,"3"1"-873,-6-1 1,5 2-106,-1 1 1,2-1 121,2 1 0,2-1-48,5 1 0,1 0-296,3 1 1,0-1 73,-1 2 1,1 0-250,-3 0 0,2 1 67,-1-1 1,-2 2 172,0 0 0,-3 1 99,-1 1 1,-3 2 87,-2 0 1,0 0 354,-2-2 1,-4-3-221,-3 1 1,-2-1 75,0 1 0,0-3-63,0-3 1,-1 0-181,1-3 0,-1 2-268,-1-2 1,3 0 229,-1-2 0,-8-14 0,-5-4 0</inkml:trace>
  <inkml:trace contextRef="#ctx0" brushRef="#br0" timeOffset="818">764 213 7865,'0'6'702,"0"0"0,0 1-205,2-1 1,2 3-264,2 2 1,3 4 19,-1 2 1,6 2 96,-1 0 0,5 3-426,1 2 1,-2-2-430,2-1 1,-3-1-679,1-1 0,-3-2 201,1-2 981,-1-2 0,-4-3 0,-1-1 0</inkml:trace>
  <inkml:trace contextRef="#ctx0" brushRef="#br0" timeOffset="1026">744 501 7865,'-6'0'1196,"-1"0"0,2 0-490,1-3 0,1-2-342,3-4 1,6-5-272,5-1 0,4-4-154,7-2 0,3-4-106,5-3 0,2-2 188,0 3 0,0-1-1900,0 5 1879,3 1 0,-5 8 0,1 2 0</inkml:trace>
  <inkml:trace contextRef="#ctx0" brushRef="#br0" timeOffset="1417">1200 52 7332,'3'0'1048,"0"0"306,-3-3-763,0 3 0,0-2-177,0 4 1,0 4-289,0 5 0,0 4 38,0 5 1,-1 3-125,-1 7 1,1 3-213,-3 5 1,2 1 205,0-1 1,1 0-822,1-2 0,0-4 367,0-6 0,3-4-1533,1-5 1953,2-2 0,6-13 0,2-4 0</inkml:trace>
  <inkml:trace contextRef="#ctx0" brushRef="#br0" timeOffset="1643">1360 91 7849,'-3'6'152,"3"1"-152,-3-1 0,1 3 754,-1 2 1,1 2-239,2 2 0,1 2-68,1 4 0,0 2-312,2 3 1,0 0-357,2 2 0,1-4-825,-1 2 1,1-3 579,-1 1 1,1-1-119,-1-2 1,0-5 582,1-1 0,-6-13 0,-2-6 0</inkml:trace>
  <inkml:trace contextRef="#ctx0" brushRef="#br0" timeOffset="1808">1283 290 10936,'7'0'379,"2"0"-1039,4 0 0,3-1 343,3-1 1,4 1 316,3-1 0,25-7 0,10-2 0</inkml:trace>
  <inkml:trace contextRef="#ctx0" brushRef="#br0" timeOffset="2093">1437 1 7829,'0'3'1776,"2"1"-1354,0-2 0,3 0-132,0 2 1,3 1 291,3 3 1,2 2-187,2 3 0,1 1 5,3 1 1,0 3-193,-2 4 1,-1 2-253,-4-1 0,0 4-54,-4 1 0,0 3-102,-6-1 1,0 0-565,-4 0 1,-1 2 411,-2-2 0,0-2-308,1-3 0,1-2-52,1-4 711,-2-2 0,-2-7 0,-4-5 0</inkml:trace>
  <inkml:trace contextRef="#ctx0" brushRef="#br0" timeOffset="2326">1777 264 7829,'2'4'288,"0"0"1,3-2 452,0 0 1,1-1-582,2-1 1,2-1 21,3-1 1,0 0-987,0-2 0,2 1 138,0-2 666,3 0 0,12-2 0,7-3 0</inkml:trace>
  <inkml:trace contextRef="#ctx0" brushRef="#br0" timeOffset="2528">1790 341 7814,'6'3'2089,"1"0"-1496,-1-3 0,0 0-345,1 0 0,2 0-243,2 0 0,2-2 66,2 0 0,-1-1-1529,3 1 1458,0 1 0,14 1 0,2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2:55.74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122 180 7934,'3'-7'1054,"-2"1"-626,1 0 1,-2 1 784,0 1-423,0 3-373,0-2 1,0 8-85,0 4 1,0 6 91,0 4 1,0 5-264,0 4 0,1 5-156,1-1 0,0 2-592,2-2 0,-3-2 473,2 0 0,-1-1-1430,1 1 1,1-5 195,-2-3 1347,0-2 0,-2-10 0,0-1 0</inkml:trace>
  <inkml:trace contextRef="#ctx0" brushRef="#br0" timeOffset="205">7 353 9285,'-4'0'1489,"2"0"-1282,4 0 0,4 0-135,5 0 0,3 0-103,1 0 1,5 1-272,0 1 1,3 1-1833,1 4 2134,3-1 0,28 6 0,9 2 0</inkml:trace>
  <inkml:trace contextRef="#ctx0" brushRef="#br0" timeOffset="549">462 398 7905,'-13'0'0,"0"0"455,0 0 0,1 0 678,2 0 0,-2 0-738,1 0 1,1-1-286,-1-1 1,3 1-561,-3-1 1,2-1 245,-1 1 1,2 0 178,-1 2 1,4 2 73,1 0 1,1 5 415,-2 0 0,2 3-127,3-2 1,0 3 29,0-2 1,1 2-323,1 0 0,2-3-208,2-1 0,3-2-596,-1-2 0,6-1 450,-1-2 1,2-3-571,0-1 0,-1-5 339,3-2 1,-2-1 29,2-1 0,-3 3 258,1-1 1,-4 3 272,-3 0 0,2 1 283,-2 3 236,-2-2 0,-3 8 510,-3 0 0,-1 6-504,-1 3 0,-2 1-158,-2 1 1,2 0-17,2 0 0,2-1-1165,0 1 0,0-3 287,0-1 505,0-2 0,20-6 0,5-2 0</inkml:trace>
  <inkml:trace contextRef="#ctx0" brushRef="#br0" timeOffset="842">629 456 7854,'-10'4'1354,"1"0"1,2 0-592,1 0 1,0 0 377,2-2-1064,1-2 0,3 3-528,0-6 0,3-1 290,1-4 0,4 0-165,0-3 1,3 3 101,-2-3 0,1 2 110,-1-1 1,2 2 621,-3-1 0,1 2-379,-3 1 1,3 0 1009,-1 2-670,1 1 1,-3 3 143,1 0 0,-2 5-407,0 1 1,-2 7-291,-1 0 1,-1 3-132,1-1 1,-1 2 228,2-2 1,-2 3-1503,3-1 0,-2-1 95,3-1 1393,2-2 0,17-14 0,7-4 0</inkml:trace>
  <inkml:trace contextRef="#ctx0" brushRef="#br0" timeOffset="1116">1065 64 7838,'0'7'0,"-3"1"1159,-1 1 1,-1 4-511,1 0 0,-2 7 457,2 2 0,-3 5-488,-1 3 0,0 4-197,-3 2 0,3 1-217,0 0 1,1-5-31,0-2 1,4-3-284,0 1 0,3-5-400,0-4 1,5-1-1002,1-5 0,5 0 374,-1-7 1136,3 2 0,17-19 0,4 0 0</inkml:trace>
  <inkml:trace contextRef="#ctx0" brushRef="#br0" timeOffset="1365">1270 77 7810,'-10'4'912,"2"-2"0,0 1-502,2-1 1,2 5 442,0-1 1,2 5-165,0 0 0,1 7-1,1 3 0,0 1-370,0 2 0,0 1-234,0 3 0,0 2-47,0-2 1,0 0 109,0-3 0,2 1-685,1 0 1,-1-3 411,-2 1 0,0-4-1497,0 2 0,0-5 1623,0 1 0,0-1 0,0 2 0</inkml:trace>
  <inkml:trace contextRef="#ctx0" brushRef="#br0" timeOffset="1547">1155 321 9675,'0'-4'1543,"3"-1"0,1 3-732,4-2 1,1 3-594,4-2 0,-1 3-491,5 0 1,1 0-466,3 0 1,0 2 737,2 0 0,12 11 0,5 2 0</inkml:trace>
  <inkml:trace contextRef="#ctx0" brushRef="#br0" timeOffset="1834">1354 0 7804,'4'0'794,"0"0"1,-2 1 350,3 1 0,-1 2-528,2 2 0,3 3 857,-1 2 0,4 4-506,-2 2 1,2 2-207,-2 3 1,2 0-317,-4 1 0,1 2-107,-3-1 0,0 3-204,-2 1 1,-1 0 71,-3 0 0,-3 1-715,-4 3 0,-3 5 382,-5-1 0,-1 1-1663,-3-3 0,-1 2 58,-2 2 1,0 0 1730,-1-2 0,-22 11 0,-3-1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2:58.57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109 20 8076,'0'-4'2142,"-2"-1"-1575,1 4 1,-2-1-137,3 4 0,3 5 66,1 6 0,5 3-99,1 6 1,2 1-176,1 5 1,0 1-192,0 3 0,2 0-217,0 0 1,1-2-1048,-1 0 1,-2-6 694,2-3 0,-4-2 537,0-7 0,-6-6 0,1-7 0</inkml:trace>
  <inkml:trace contextRef="#ctx0" brushRef="#br0" timeOffset="234">0 328 7910,'4'-3'718,"-1"1"-293,-3-2 0,0 0 318,3-3 0,3-2-261,5-2 0,7-4-148,3-4 0,7-6-952,4-5 1,3-2 401,3 0 1,-2 6 215,-2 2 0,7 7 0,2 1 0</inkml:trace>
  <inkml:trace contextRef="#ctx0" brushRef="#br0" timeOffset="519">513 135 7910,'-6'9'0,"0"1"0,-1 0 0,4 0 1616,1-4 0,4 1-718,2-1 1,4 0-153,3-2 0,4-1-489,2-3 1,2 0-333,0 0 1,5-1-468,-1-1 0,3-2-780,-2-2 1,1-3 1321,1 1 0,5-4 0,2 2 0</inkml:trace>
  <inkml:trace contextRef="#ctx0" brushRef="#br0" timeOffset="1008">796 1 7887,'0'4'3034,"0"0"-2204,0-2-602,0 3 1,3-4 61,1 1 0,4 1-75,3-1 0,3 1-811,1-1 0,3-1 174,-1 4 0,1-1-214,-1 2 0,1 2 427,-3 0 1,-2 4 134,-3 3 1,-4 3 534,1-1 1,-5 4-302,0 0 1,-5 1 10,-3 0 0,-2-5-74,-2 0 1,1-4 138,-2-2 1,3-2-378,-3-2 0,3-4-544,0-1 0,1-1 685,0-1 0,-2-25 0,-1-8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3:00.85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148 264 7887,'4'-7'-120,"-2"1"-60,-2 0 1,0-1 1008,0 1 0,3 1 283,-1 1-58,3 0-678,-2 0 1,4 2 85,-1 4 1,-2 3-62,-2 3 0,-1 3-37,1 4 0,-1 2-254,1 4 1,-4 1-191,-2 2 1,-4 1 57,-1-2 0,-1 2 135,1 1 1,-4-1-470,0-2 0,-1-3 205,1-2 1,-2-6-351,0 0 0,0-6 84,2-2 1,3-4-5,1-4 1,2-2 122,1-6 1,2 0-31,2-3 1,1-1 431,1-1 0,0 0-93,0 0 1,1 3 109,1-1 1,2 2-70,2 0 0,1-2 399,2 3 1,-1-2-111,3 6 0,0 1 41,4 3 0,-2 2-4,2 0 1,0 2 68,0 2 0,-2 5 15,2 4 1,1 1-181,-1 0 0,0 1-186,-2 0 0,0 0 106,2 0 1,-1-3-152,1-2 0,-4-1-141,0-3 0,-1 1-285,0-3 1,2 0 137,-1-5 1,-2-1-230,0-4 1,-2-2 31,-1-3 1,-1 0 166,-1 0 1,-3-2-78,2 0 0,-3 0 77,-3 0 0,-1 0-116,-4-2 0,0 3 34,-3-1 0,0 1-2,-1 2 1,-3 2 175,0 1 1,0 2 1,2 1 0,0 2 125,0 2 1,0 1-104,1 1 1,1 2 133,0 2 1,5 1-52,0 5 0,2-1-201,-1 2 1,3-1-35,4 0 303,2 0 0,20-1 0,3 1 0</inkml:trace>
  <inkml:trace contextRef="#ctx0" brushRef="#br0" timeOffset="327">558 469 7887,'0'7'0,"0"1"0,-2 1 0,1 0 1417,-1-1 1,1 2-654,1 3 0,0 5-502,0 1 0,0 5-426,0-1 1,0 2-1033,0 1 1196,3-3 0,0-10 0,4-4 0</inkml:trace>
  <inkml:trace contextRef="#ctx0" brushRef="#br0" timeOffset="871">1007 59 7882,'0'-5'715,"0"1"1,0 3-152,-2-2 1,1 3-177,-1 3 1,-1 3-15,1 5 1,0 7-160,2 3 0,0 4 106,0 3 1,0 4-156,0 7 0,0 2-141,0 4 0,3-4-146,1-2 1,1-4-343,2-5 1,-1-1-960,1-5 0,-1-4 1422,1-7 0,5-3 0,1-1 0</inkml:trace>
  <inkml:trace contextRef="#ctx0" brushRef="#br0" timeOffset="1085">866 309 7882,'5'0'1066,"-1"0"1,1 0-673,3 0 0,3-1-398,4-1 0,3 0 71,5-2 1,2 3-68,5-1 0,51 1 0,15 1 0</inkml:trace>
  <inkml:trace contextRef="#ctx0" brushRef="#br0" timeOffset="1345">1303 334 7882,'-3'4'477,"2"2"0,-2-3 45,3 4 1,0-3 317,0 0 0,1-2-257,1 3 0,2-4-184,5 1 1,3-1-842,3-1 1,5 0 333,-1 0 0,5 0-481,-1 0 0,1 0 347,0 0 0,0 0 242,-3 0 0,12 3 0,1 0 0</inkml:trace>
  <inkml:trace contextRef="#ctx0" brushRef="#br0" timeOffset="1670">1521 213 7882,'-3'3'0,"-2"-1"1755,0 2-1191,1-3 0,2 2-198,4-1 0,5-1-113,3 1 1,5-1-594,2-1 0,2 2-34,0 0 0,0 1-272,1-1 0,-1 1 490,0 1 0,0 3 9,-2-1 0,-4 1 299,-5 4 1,-1-1-164,-3 3 1,-2 3 792,-4 1 0,-2 2-384,-5 0 1,1-2-13,-3 0 0,1-1-421,-3 2 1,1-3-555,1-5 0,2 0 589,2-4 0,-10-22 0,-4-7 0</inkml:trace>
  <inkml:trace contextRef="#ctx0" brushRef="#br0" timeOffset="2208">2027 123 7882,'0'3'256,"-3"-1"1,3 2 517,-2 0 0,0 3-247,0 1 1,1 2-120,-1 3 1,2 1-137,0 1 1,0 2-901,2 4 1,2-3-172,2 1 0,1-4 799,-1 0 0,12-19 0,3-4 0</inkml:trace>
  <inkml:trace contextRef="#ctx0" brushRef="#br0" timeOffset="2335">2143 142 7902,'-3'10'0,"2"0"376,-1-2 0,1 2-59,-1 3 0,1 2-285,-1 0 1,1 2-147,1-2 0,0 3-747,0-1 861,0-1 0,-6 0 0,-1-4 0</inkml:trace>
  <inkml:trace contextRef="#ctx0" brushRef="#br0" timeOffset="2636">1950 142 7902,'-6'0'825,"2"0"0,-1-1-65,3-1-61,-3 1-69,5-4 0,0 1-207,4-2 0,4-1 111,3 1 0,3-1-168,1 1 0,3 0 182,-1 2 0,0-1-105,0 3 0,-1 0 280,1 2 0,-2 3-106,-4 1 0,0 2 70,-2 3 1,2 0-226,-3 2 0,-2 0-180,-1-2 0,-2 2-181,2-3 1,0 1 67,0-3 0,0 0-676,2 1 1,-1-4 209,1 0 1,1-3-889,1-3 0,2-1-15,0-4 1,1-2-532,1-3 1,2-2-519,0 0 2249,0-3 0,-3-4 0,1-4 0</inkml:trace>
  <inkml:trace contextRef="#ctx0" brushRef="#br0" timeOffset="2878">2393 1 7902,'-4'6'0,"-1"1"1371,3-1 0,-1 3-597,1 2 0,2 1 163,-3 1 0,3 3-397,0 4 0,0 2-146,0 3 1,-1 4-165,-1 1 1,0 1-124,-2 1 1,0 0-139,-3 0 1,-1 0-245,-1 1 1,1-4-948,1 1 1,0-3 605,0 1 0,0-1 616,5-2 0,0-2 0,2-1 0</inkml:trace>
  <inkml:trace contextRef="#ctx0" brushRef="#br0" timeOffset="3197">2502 283 10096,'6'0'2618,"1"0"-2211,-1 0 0,1 2-527,-1 0 0,1 0-3,2-2 1,-2 3-96,1-1 0,0 1 331,-2-1 1,0-1 209,-2 3 0,-1-1 23,0 1 0,-3 0-215,2 3 0,-4 1 329,-2 1 0,-4 2-133,0 0 0,-4 1 147,2 1 0,0 2-132,-1 0 1,3-1-3,0-3 0,0 1-178,2-2 0,2 0-150,2-2 1,2-1-747,0 0 0,3-4 495,4-1 1,2-1-394,4-1 0,2-1 281,0-1 0,2-3-2379,0-4 2730,5-2 0,4-8 0,3-4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54:12.724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86 233 7983,'-8'0'866,"3"0"95,0 0-508,3 0 0,-2 2 278,1 1-289,3 3 0,-4-1-150,4 5 1,3 0-27,-1 3 0,2 0-63,-2 5 1,0-1-85,3 4 0,-3 0-225,0 2 0,2-3-167,-2 1 0,2-1-272,-2 0 1,-1 2 41,2-4 0,-2 0-440,-1-3 1,2 0 249,1-2 693,-1 1 0,5-8 0,2 0 0</inkml:trace>
  <inkml:trace contextRef="#ctx0" brushRef="#br0" timeOffset="442">16 557 7983,'-4'0'0,"0"0"0,1 0 396,2 0 175,-2 0 1,3 4-162,0 1 1,1 2 13,1 4 1,0-2-63,3 4 0,0-1-194,3 1 1,2 2-114,1-3 0,-1 2 82,-2-1 0,2 1-230,0-4 0,1-2 80,-4-3 1,1-3-108,0 0 0,0-1 85,-1-1 1,1-1-69,0-1 1,0-4-189,-1-4 1,0-4-66,-2-4 0,1-1-167,-3 1 0,0-2 18,0-3 1,-2 3-883,1 2 1387,-1-2 0,-8-6 0,-1-6 0</inkml:trace>
  <inkml:trace contextRef="#ctx0" brushRef="#br0" timeOffset="734">47 256 7983,'-7'0'159,"2"0"0,-2 0 763,2 0-122,2 0-234,-1-4 1,10 3-212,2-5 1,5 2-255,0-1 0,4-1-173,1 3 1,4-3 36,-2 1 0,3 2-491,0 0 526,0 2 0,14 1 0,3 0 0</inkml:trace>
  <inkml:trace contextRef="#ctx0" brushRef="#br0" timeOffset="1716">673 132 7886,'-8'-8'88,"1"1"0,-1 2 214,0-1 1,1 1 472,2-2 1,-4 0-414,1 2 0,-1-2-299,1 5 0,-2-3 51,-1 2 1,-2 1 81,0 2 0,1 4-6,-1 4 1,3 3-5,0 4 1,1 4 7,2 2 1,2 1-54,3 1 0,1 0-37,1-3 0,2-1-411,3-4 0,1 1 207,7-1 1,0-5-396,6-2 0,-2-6 214,3 1 1,-2-6 9,3-2 1,-4-5 125,1-3 1,-2-2-32,0 0 1,-2-4-29,-1-2 1,-1 2 12,-5 1 1,-2-1 50,-3 1 1,-2-2 47,-2 2 1,-3 0 39,-2 2 0,-5 1-119,-1-1 0,0 3-110,0 2 0,-1 2 50,4 6 1,0 1-381,2 2 611,0 0 0,11 24 0,2 6 0</inkml:trace>
  <inkml:trace contextRef="#ctx0" brushRef="#br0" timeOffset="1982">874 233 7930,'-8'3'844,"1"-2"-71,-1 2 57,0-3 1,3 0-474,0 0 0,3-3-137,0-2 0,1-3 17,1-2 1,0 0-3,0-3 0,1 1-28,1-4 0,0 1-70,3-1 0,0 2-97,3 1 1,0-4-90,-1 4 1,2-2-297,1 5 0,0-1-360,3 4 0,-1 0 374,4 2 0,-1-1-726,1 3 0,-1 1 1057,1 5 0,13 25 0,3 10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54:17.426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47 372 7929,'-5'4'682,"1"2"24,2-4-166,1 1-347,-3-3 1,10 0 27,2 0 0,2-3-55,1-3 1,1 0-107,3-2 1,1 0-106,-1 0 1,0 0-43,-3-2 0,3 1-43,-2-1 1,-2 1-14,-1 1 0,-1-2-64,-1 0 0,-4 2-88,-1 3 114,-3 0 0,-3-2 21,-2 2 0,-5 0 20,-3 3 1,-2 1-13,0-2 1,-2 0 107,-1 0 0,2 1 108,-2 2 1,2 3 47,0 2 1,3 3 294,0 2 1,4 2-31,-1 4 1,2 0 156,3 2 1,1-1-230,4 1 0,0 0-59,0 0 1,4 1-248,1-4 0,3-3-284,2-2 1,2-2-402,3-3 1,4-1 129,2-4 0,1-4 556,1-1 0,32-36 0,6-10 0</inkml:trace>
  <inkml:trace contextRef="#ctx0" brushRef="#br0" timeOffset="408">394 209 7929,'-7'-3'-137,"-1"2"764,0-2 0,0 0-230,-3 0 1,3 2-146,-3 3 0,3 3-31,0 2 0,0 5 0,-3 0 0,3 3 33,-3 0 0,4 1 84,2-1 0,-2 2 8,5 1 0,-1-5-229,3 3 1,1-6-140,2 0 0,1-1 2,4-1 1,3-4-253,2-1 0,-1-3 132,1-3 0,0-2-58,2-5 1,1 0-105,-1-3 0,0 3-294,-3-3 0,3 3 146,-2-3 1,-2 1 236,-1-1 1,-2 2 223,-3 3 152,2 0 231,-6 4 1,2 2-171,-6 8 1,0 0 196,-3 6 0,0 1-168,0 3 0,2-1 94,-1 1 0,1 3-29,-2 1 1,3 0-147,3 1 0,-3-1-196,1 3 1,-1 0-124,3-3 1,1 2-359,2-4 1,0 0-16,2-3 1,2 1-517,-2-1 0,3-4 321,2-3 715,-1 0 0,9-42 0,-2-5 0</inkml:trace>
  <inkml:trace contextRef="#ctx0" brushRef="#br0" timeOffset="775">588 233 7929,'-8'4'233,"0"3"0,3-6 415,0 5 1,1 0-154,-2 4 1,2-1-199,1 4 0,3-3-112,-3 3 0,2 0-13,1 3 1,4-1-94,1 1 1,-1-4-88,1-2 0,1 0-376,5-2 1,-3 1 356,2-7 0,0 1 26,0-3 0,-1-4-958,1-1 1,-1-3 445,-2-2 0,1-2 165,0-3 1,0-2 140,-1-1 1,1 2 148,0-2 0,-3 2-21,0 0 0,-2 1 208,2-1 0,-4 4-8,2 2 0,-1 2 389,0 3-23,-1 2 0,3 3-175,-4 3 0,0 2-12,0 6 1,-3-2-156,0 4 1,1 2-144,2 3 1,0 0-25,0-2 1,0-1-294,0 1 1,1-2 45,1-1 0,0 1 269,3-4 0,7 1 0,5-4 0</inkml:trace>
  <inkml:trace contextRef="#ctx0" brushRef="#br0" timeOffset="973">850 279 7927,'0'8'577,"0"-1"-330,0 1 0,0 0-131,0 0 1,0 2-17,0 0 0,0 1-103,0 0 1,0-3-209,0 2 0,1-1-1078,2-1 1289,1-4 0,11-14 0,1-7 0</inkml:trace>
  <inkml:trace contextRef="#ctx0" brushRef="#br0" timeOffset="1140">889 86 7909,'-8'0'712,"0"0"1047,1 0-1149,-1 0-560,4 0 0,0-1-808,4-2-428,0 2 0,1-2 1186,2 3 0,11 7 0,7 1 0</inkml:trace>
  <inkml:trace contextRef="#ctx0" brushRef="#br0" timeOffset="1415">974 1 7909,'-4'0'246,"-3"3"0,6-1 430,-2 3 0,0 0-379,0 3 0,2 3-281,3 2 1,0 2-47,3 0 1,-2 6 47,2 3 0,-3 3-103,3-1 1,0 3-138,0-1 1,1 5-327,-4 0 0,2-2 51,-2-6 0,-1-2 497,2-2 0,1-12 0,0-7 0</inkml:trace>
  <inkml:trace contextRef="#ctx0" brushRef="#br0" timeOffset="1632">1136 271 7893,'0'8'0,"-2"2"361,-1 0 0,0 3-53,3-2 1,0 2-455,0-3 0,0 3-199,0-3 0,0 0-891,0-2 742,4 0 494,-3 0 0,9-14 0,-1-4 0</inkml:trace>
  <inkml:trace contextRef="#ctx0" brushRef="#br0" timeOffset="1790">1128 86 7893,'-6'1'109,"0"1"107,-1-1 1,7 6 107,-3-2-324,2-2 0,15 25 0,3 2 0</inkml:trace>
  <inkml:trace contextRef="#ctx0" brushRef="#br0" timeOffset="2276">1237 32 7893,'-5'0'0,"-2"0"315,7 0 0,-4 1 624,4 1 1,0 0-493,0 3 1,0 1-309,0 4 0,0 2-119,0 4 1,0-1-188,0 1 1,0 0 195,0 2 0,0 1-109,0 1 0,3-1-26,-1-3 1,1-4-693,-3-2 326,3 2 1,2-7 161,2 0 1,1-3 74,0-2 1,-1 0 195,1 0 0,0-2 239,0-1 0,0-3-73,3 1 1,-3 1 228,2 2 1,2-2-131,-2 2 0,0-3 14,-2 2 0,2 1 95,0 2 0,1 0-65,-3 0 1,-1 0-172,1 0 0,-1 3 4,-2 2 1,1 2-149,-3 1 1,-1 0 82,-2 3 1,0-2-101,0 4 1,-3-3 141,-2 3 0,-2-3 12,-1 3 1,-1-3-18,-1 0 0,1-1-22,-4-2 0,2-2-104,-1-3 1,-1-1-93,-3-1 0,4 0-188,2 0 1,-1-1-90,0-1 0,2-3-291,4-2 1,-1-4 126,3 1 1,2-3-947,3 3 1530,-1-4 0,44-25 0,6-11 0</inkml:trace>
  <inkml:trace contextRef="#ctx0" brushRef="#br0" timeOffset="2541">1515 279 7884,'0'8'242,"-4"-1"1,3 1 380,-1 0 0,1-3 232,1 0-285,0 0-502,0 3 0,3-3 87,-1 0-155,1-3 81,-3 1 1,1-3 13,1-3 1,-1-1-75,2-4 0,0 0-246,0 1 1,0-4-155,0 1 1,-2-1 179,4 0 1,0 2-181,0-4 1,2 4-103,-2-2 1,2 0-281,0 1 1,2 0 760,1 2 0,23 4 0,8 0 0</inkml:trace>
  <inkml:trace contextRef="#ctx0" brushRef="#br0" timeOffset="2766">1739 256 7372,'-5'0'1651,"2"1"-928,3 1-499,0-1 0,0 6-44,0-2 0,-3 2 44,1 1 0,-1 3-165,3 2 0,0-1-251,0 1 0,0-3-417,0 3 0,0-3 609,0 3 0,14-21 0,3-2 0</inkml:trace>
  <inkml:trace contextRef="#ctx0" brushRef="#br0" timeOffset="2941">1824 63 7842,'-5'3'360,"-1"-1"452,4 3-503,-4-3-282,5 4 1,-2-1-404,3 2 1,0 2 375,0 1 0,13 23 0,4 8 0</inkml:trace>
  <inkml:trace contextRef="#ctx0" brushRef="#br0" timeOffset="3294">1916 209 8345,'-2'6'1117,"-1"-1"0,0-3-729,0 3 1,2 1 71,-1 1 0,1 4-95,1-1 1,0 4-70,0-2 0,0 3-189,0 1 0,0-1-129,0 0 1,3 0-88,-1-2 1,5-2-295,1-3 0,-1-4 56,4-1 0,0-2-398,-1-1 0,1-4 203,0-1 0,-2-5 145,4 0 1,-4-4 137,2 2 0,-3-3 140,0 0 0,-3 2 198,0 0 77,0 3 0,0-1 957,-3 3-304,3 4-90,-4-3 0,2 7-55,-3 0 0,1 4-263,1 3 1,-1 4-179,2-1 1,-2 4 0,-1-1 0,0-1-480,0 1 0,2-1-332,1 0 1,0 2-1599,0-4 2186,1 1 0,11-3 0,1-1 0</inkml:trace>
  <inkml:trace contextRef="#ctx0" brushRef="#br0" timeOffset="3768">2241 325 7818,'0'8'1014,"-3"-3"-231,1 0-92,-4 0 1,5 3-388,-2 0 0,2 0-144,1-1 1,0-2-43,0 1-476,0-1-921,0-1 856,0 0 1,1-5 0,2-2 0,0-2 181,2-5 1,2 0-49,-1-3 1,-2 0 131,1-2 0,0 0 278,3-1 0,-3 1-128,0 3 0,-1-2 174,2 4 1,0-1 423,0 4 1,-2-1-95,1 0 1,-2 1 119,2 2 1,-3 2-218,3 3 1,-2 0 2,2 0 1,-3 4-212,0 4 0,-1 3-124,-1 4 0,0 1-43,0-1 0,0-2-249,0 0 1,3-3-141,0 3 1,-1-3-273,-2 0-20,4-2 0,0-3 286,4-3 1,-1-2-3,1-2 0,1-3 250,1-2 1,1-4 132,2 1 1,1-3 67,-1 3 1,-1-3 315,-2 3 0,1-1 279,-1 4 0,3 0-211,-3 2 1,1-1 11,-3 3 1,-3 1 66,0 5 0,-3 2 114,4 5 1,-5 2-264,2 4 0,-2 2-123,-1 0 0,0 3-62,0 0 1,-3 1 103,1 2-312,-1-1 0,-11 0 0,-3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54:26.255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248 124 7930,'-6'0'356,"1"0"1,3 0 312,-3 0-555,-1 0 0,-1 0-77,-1 0 0,-1 0-177,-1 0 1,1 3 196,-1 2 0,-1 0-106,1 0 0,-3-2 47,3 2 0,-2-1-129,2 1 0,1 1-29,-1-3 0,5 0 127,2 0 0,0-2 137,0 5 0,1-4-10,2 3 0,1-2 137,1 2 0,3-1-74,2 1 0,1 2-32,0-2 0,2 2-70,0 1 0,2 0 14,-2 0 0,-2-1-172,3 1 1,-3 0 66,0-1 1,0 1-40,-1 0 0,-1 0 104,-1-1 0,-3 1-4,0 0 1,-2 2-39,-2 0 1,-4 1 16,-4-4 0,1 4-52,-4-1 0,0-1-118,-3-3 1,-2 0 24,0 0 0,0-3-67,3 0 1,-1-3-181,1 0 1,3-2 18,2-1 1,2-3-457,3 1 825,1-5 0,42-33 0,9-11 0</inkml:trace>
  <inkml:trace contextRef="#ctx0" brushRef="#br0" timeOffset="340">302 170 7930,'-8'5'324,"1"1"-133,2 0 1,-1 0 369,3 2 0,-2 0-147,3 0 1,-2 3 52,2 2 0,1-1-210,-2 1 0,2-1-50,1 4 1,4-4 11,1-2 1,-1-1-369,1-1 0,1-3-514,5 0 1,-3-3 380,3 0 0,-2-4-188,1-4 1,0-1 176,3-4 1,-3-1-111,3-3 1,-4-1 29,2 1 0,0 0 22,-1-1 0,-1 1 371,-3 3 295,0 0 362,-1 5-439,-1 2 0,-1 8 238,-3 5 0,0 5-259,0-1 1,0 3 24,0 1 0,0 2-120,0 0 1,0 0-138,0-3 0,3 0-632,0-2 0,2-2 647,-3-4 0,18-6 0,2-2 0</inkml:trace>
  <inkml:trace contextRef="#ctx0" brushRef="#br0" timeOffset="808">564 0 7930,'0'8'229,"-2"-3"183,-1 0 0,1-1-192,2 3 0,0 0-13,0 6 0,0 0-113,0 3 1,0 2-174,0 3 1,2 1-223,1-2 1,-1 2 120,-2-1 1,3 0-76,-1 0 1,1-3 191,-3-5 0,3-2-51,-1-3-64,1 0 0,-2-4-40,1-2 0,0-3 174,3-2 0,-2-3 39,2 1 0,0-2 147,3-1 0,-1 2-50,1 0 0,0 0 89,0 0 0,0 2-130,2-1 1,0 3 93,3 0 0,-1 0-16,1-1 1,-1 3 0,-2-3 1,-1 3-42,4 3 0,-3-2-23,0 4 0,-1 1-18,-2 1 0,-2 1 67,-3 0 0,2 0-8,-2 3 1,0-2-77,-5 4 1,1-4-77,-6 2 1,1 0 26,-6-1 0,3 0-132,-3-2 0,0-1 93,-2-2 1,-3 1-97,0-3 0,0-1-61,2-2 1,3 0-100,1 0 0,2-3-66,0-2 1,5-5 54,2 0 1,2-3 323,1 3 0,28-21 0,6-3 0</inkml:trace>
  <inkml:trace contextRef="#ctx0" brushRef="#br0" timeOffset="1225">1028 178 7861,'-12'-4'192,"-3"-3"0,6 3 314,-4-1 0,4-1-125,-2 4 1,-1-1-214,-1 3 0,2 0-290,1 0 266,1 0 0,2 4 40,2 1 0,2-1-83,3 1 1,0 0-68,0 3 0,0 0-111,0-1 1,3 1 103,2 0 1,2 0-180,1-1 0,2 1-44,1 0 1,0 0-37,-1-1 1,-1 0 149,1-2 0,-1 2-95,2-2 1,-3 2 118,3 1 1,-5 0 6,-1-1 1,-4 4 181,2-1 1,0 0-124,0-2 1,-1 0 154,-5-1 1,-2 1 13,-5 0 1,0 0-104,-3-1 0,1-2-144,-4-3 1,1-1-222,-1-1 1,-2-1-52,0-1 0,3-3-369,2-2 0,3-2-320,-3-1 1031,7 1 0,19-23 0,13-1 0</inkml:trace>
  <inkml:trace contextRef="#ctx0" brushRef="#br0" timeOffset="1700">1097 441 7861,'-3'23'1064,"0"-3"-666,-3-2 1,0 1 15,4 2 1,-1-1-214,3 0 1,0 0-177,0 1 1,1-2 41,2-4 1,-2-3-355,1-2 255,2-5-106,-3-1 0,4-6 20,-3-3 1,-1-1 93,2-7 0,-3-1-308,0-4 0,0-1 56,0-5 1,0 0 57,0-1 0,0 0 98,0-4 1,0 2-127,0-1 1,0 1 184,0 4 1,0 0 90,0 0 0,0-1 23,0 1 1,3 3-90,0 2 0,3 6 299,-1 1 0,-1 3-41,1 3 1,0 2 46,3 3 0,2 1-126,1 1 1,2 3-51,-3 2 1,3 2-53,-3 1 1,3-1-110,-3 1 1,3-1-38,-3-2 1,-2 1 93,-3 0 1,0 0 51,0-1 1,-2 1 12,-3 0 1,0 0 130,0-1 1,-1 1-126,-1 0 1,-3-1 20,-2-2 1,-4 2-52,1-2 1,-4-2 17,1 0 1,0 0-333,0 0 0,-2-1 149,2-2 1,0 0-531,0 0 1,-1 0 84,4 0 0,2 0-527,3 0 1107,3 0 0,16-13 0,7-5 0</inkml:trace>
  <inkml:trace contextRef="#ctx0" brushRef="#br0" timeOffset="2059">1491 217 7847,'-4'0'0,"-3"-3"183,2 0 1,1 1 368,-1 2 0,0 0-218,-3 0 1,-1 0 11,-1 0 0,1 1-71,-4 1 0,0 3 101,-3 2 1,3 2-2,1 1 0,2 0-96,0 3 0,1-1-218,1 4 1,4-3 22,2 0 0,1-1-42,1 1 0,1-2-106,1-4 0,5 1-336,3 0 1,2-4 75,-2-1 0,1-3-338,2-3 0,1-1-96,-1-4 0,-1-2 279,1 0 0,-2-4 314,1 1 1,-2 2 167,0 0 1,-1 3 260,-2 0 1,-1 0-39,-1 1 150,-4 2-195,3 2 1,-4 6 249,0 3 1,0 1-231,0 4 0,0 0-26,0 2 1,0 1-787,0-1 0,0-1 113,0 1 498,0-4 0,3 6 0,2-3 0</inkml:trace>
  <inkml:trace contextRef="#ctx0" brushRef="#br0" timeOffset="2307">1708 232 7824,'-8'-3'799,"0"2"-431,1-2 0,-1 2 142,0 1 0,0 0-84,-3 0 1,3 1-161,-3 2 1,3 1 22,0 4 1,3 0 87,0-1 0,0 4-109,0-1 1,1 4-60,1-2 0,3 3 180,-3 1 0,3-4-94,3 1 1,-2-1-87,4 1 0,1-2-237,1-3 0,1-1-317,0-2 1,2 1-738,0-3 0,2-1 1082,-2-2 0,16-17 0,6-4 0</inkml:trace>
  <inkml:trace contextRef="#ctx0" brushRef="#br0" timeOffset="2684">1909 263 8155,'0'4'1072,"0"0"0,3-5-1124,2-2 1,2 2 129,1-5 1,0 4-271,-1-3 1,0 2 36,-2-2 0,2 1-94,-2-1 0,2-2 154,1 5 0,-3-4-149,0 1 1,-3 0-184,1 0 208,-3 0 1,0-2 171,-3 2 0,-1 2-62,-4 3 0,-3 0 385,-2 0 0,1 0 189,-1 0 1,1 3 405,-1 2 0,-1 3-252,4 2 1,0 0 278,2 3 1,1-3-415,2 3 0,-1-1-39,3 1 0,2 1-14,3-1 0,3-1-113,6 1 0,-2-3-528,4 0 1,1-2-198,4-3 0,-2-2-427,2-3 1,1 0-71,-1 0 1,0-3 903,-2-2 0,2-23 0,2-5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54:38.815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158 262 7872,'2'-3'207,"-1"-3"1,3 2 967,-2-2-719,2-1 0,1 1-173,0-1 1,-2 0-202,0 1 1,-3-1 83,3 1 0,-3 1-96,0 1 1,-3 2 133,-1-2 0,-4 2-101,-1 0 0,0 1 37,0 1 0,0 1-225,-2 1 1,-2 0-42,2 2 1,2 0 12,0 3 1,3-1 37,1 1 0,0 0 52,3 2 1,0-2-8,2 2 1,0-2 68,0 0 1,1-1-5,1 1 1,4-1-31,2 1 1,2-1 4,-2-2 1,3 2-10,2-2 1,-2 0 15,0 0 0,-1 0-104,1 0 0,-2 2 87,-2-1 1,-1 0-7,-2 2 0,-1-1 28,-3 1 1,-1 2-1,-1-1 1,-5 2-69,-4-1 0,1-2-76,-1 2 0,-2-2 5,-2 0 1,0-4-35,2-1 0,-3-1-133,1-1 0,0-1 34,2-1 0,2-1-168,3-4 0,0 0-7,2 1 1,2-3-566,2 0 990,1 1 0,25-8 0,5-1 0</inkml:trace>
  <inkml:trace contextRef="#ctx0" brushRef="#br0" timeOffset="192">308 275 7872,'-3'7'368,"-1"0"70,2-1 1,1 1 33,-1 2 0,1-1 306,1 3 0,-2-3-534,0 1 1,0-1-410,2 0 1,0 0-863,0 0 1,2-2 189,0-2 1,1 0 836,-1 0 0,7-24 0,5-10 0</inkml:trace>
  <inkml:trace contextRef="#ctx0" brushRef="#br0" timeOffset="334">341 72 7872,'-4'0'1006,"-1"0"0,3 1-1058,-2 1 0,2 0-364,0 2 0,1 0 416,1 3 0,9 23 0,2 6 0</inkml:trace>
  <inkml:trace contextRef="#ctx0" brushRef="#br0" timeOffset="593">433 380 9020,'-4'-3'525,"0"0"-148,2-4 1,1 0-480,-1-2 0,2 0-192,0-4 0,0 2-219,2-5 1,0 3 369,2-1 0,1 1 256,4 0 1,-2 3 2,2 1 0,-2 3 165,0 1 1,-1 2-42,1 3 0,0 1 136,-1 1 1,1 5-20,-1 4 1,-2 1-24,-2 1 0,-1 3-95,2-1 1,-3 2-510,3-1 0,-3 0-425,0-1 0,0 1 429,0 1 266,0-1 0,3 3 0,1 2 0</inkml:trace>
  <inkml:trace contextRef="#ctx0" brushRef="#br0" timeOffset="1071">734 308 7872,'0'-9'413,"0"1"157,0-3 1,0 1-184,0-1 0,1-1 9,1 3 1,-1 0-212,1 0 0,-2 2-208,-2-2 1,-2 5-437,-3 2 1,0 1 222,-2 1 0,-1 3 0,-3 1 1,0 5 358,0 2 0,0 1 265,3 1 0,0 2-145,4 1 1,0-3 150,1-2 1,2-2-243,3 1 0,0-2-19,0 1 1,3-2-356,2-3 0,1-1-41,0-3 1,4 0-191,0 0 1,3-3 147,0-1 1,0-4-207,0-1 0,0-2 201,0 2 0,-2 1-25,-3 1 0,0 1-124,-2 2 294,-2 1 145,-1 3 0,-3 6 112,0 3 1,-3 3 255,-2 3 0,0 2-89,-2 3 1,3 0 214,-1 2 1,1 1-73,-3 3 1,1 0 111,-1-2 0,3 2-121,0 0 1,0-3-21,0 1 1,-2-2-276,1-3 0,2-1 31,-2-1 0,3-5-78,-2-1 0,-1-6 41,-1-3 1,2-1-200,-1-1 1,1 0-43,-3 0 0,1-5-159,-1-2 0,1-4-148,-1 0 1,0-3-343,1-2 1,2-2-1305,-1 1 2102,4-2 0,1-10 0,3-1 0</inkml:trace>
  <inkml:trace contextRef="#ctx0" brushRef="#br0" timeOffset="1445">871 243 7872,'-6'3'250,"-1"3"1,3-3 407,0 1 1,2 2-284,0-1 0,1 1-148,1 3 0,0-1 280,0 3 1,0-3 393,0 1 1,0 0-594,0 0 0,0-1-280,0-1 1,2-3-458,1 1 0,2-4-43,-1 1 0,2-1-399,0-1 1,3-3 241,0-1 1,2-4-364,-2-1 0,2 0 619,-3 0 1,3 1 179,-2-3 0,2 1 142,-2-1 0,-1 1-109,-1 4 1,-1 1 433,1 1 0,-1 3 58,1-2-33,0 3 1,-2 3-68,0 4 0,-2 0 108,0 4 1,-3-2-168,2 2 1,-1 0-183,-1 2 0,0-1-203,0-1 0,0 1 212,0-4 0,0 4 0,0-2 0</inkml:trace>
  <inkml:trace contextRef="#ctx0" brushRef="#br0" timeOffset="1685">1160 46 7872,'0'5'791,"0"-1"1,0 0-290,0 3 1,0 2 28,0 2 0,0 4-128,0 3 0,0 3 46,0 1 0,-3 3-422,1-1 1,-3-1 49,1 1 0,0-3-760,0 1 1,2-2-117,-3 0 1,4-3-1503,-1 1 2301,1-4 0,4-3 0,0-6 0</inkml:trace>
  <inkml:trace contextRef="#ctx0" brushRef="#br0" timeOffset="2121">1369 262 7872,'0'-6'-176,"0"-4"0,0 3 371,0-2 1,0 2 482,0 0 1,0 0-226,0-2 1,0 3-52,-3-1 1,0 2-128,-4 2 1,0 0-39,-2 1 1,1 2-25,-3-3 1,2 6 203,-1 1 0,1 2 57,-2 3 1,3-1-64,-1 3 0,2 0 122,0 2 0,3 0-261,0 0 0,0 0-116,0 1 1,1-4-154,3 1 0,0-2-281,0 2 1,0-3-485,3 1 0,2-5 440,4-2 1,3-1-651,-1-1 1,3-1 312,2-1 0,-1-4 101,-2-2 0,0-4 158,0 1 0,0 1 124,-3-1 0,0 1 165,-4-1 0,-2-1 174,-2 3 0,-1 1-11,-1 1 152,0 3 1,-3 2 265,-1 2 0,0 2-138,0 3 1,-1 3 35,-1 1 0,1 2-187,1 0 1,3 2-161,-2 0 0,3-2-148,0-1 0,0 1-388,0 2 0,3-2-1539,1 0 2054,2-3 0,27-10 0,6-6 0</inkml:trace>
  <inkml:trace contextRef="#ctx0" brushRef="#br0" timeOffset="2369">1533 328 7853,'-7'3'200,"1"3"371,-1-4 52,4 3-163,-3-2 1,5 2 7,-1-1-370,1-2 3,1 1 148,0-3 1,1-3-24,1-2 0,-1-1-224,1 0 1,0-3-89,0 0 0,-1-1-130,4 1 1,-2-2 0,2 2 0,0 0 667,0 0 0,1 2-111,0-2 1,4 2-693,0 0 1,1 1-93,0-1 0,2 3-309,2-1 1,3 4 751,0-1 0,12 10 0,4 3 0</inkml:trace>
  <inkml:trace contextRef="#ctx0" brushRef="#br0" timeOffset="2762">1769 0 7853,'0'4'304,"0"2"0,3-5 455,1 4 1,3-1-294,1 3 0,3 0-107,2 2 1,3 1-117,1 6 1,2-2 52,1 4 1,2-1 141,-1 3 0,0 0-288,-3 2 0,-6-2-233,-5 2 0,-3 1 90,-4-1 0,-3 2 164,-2 0 1,-3 1-212,-3-1 0,-3 2-189,-1 1 1,-2 0-278,-2 3 0,-2-2-391,0 0 1,0-3 896,-1-1 0,-36 23 0,-9 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54:36.065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73 1 7970,'-7'0'323,"3"0"651,-1 0-596,1 0 0,-2 0 128,-1 0 0,3 3-34,-1 4 1,2 2-183,-2 4 0,0 6-19,3 0 1,-3 8-121,1 1 1,1 4-110,0 1 0,3-1-18,0 1 1,0-1-231,0-1 0,0-5-204,0-4 0,0-2-661,3 0 0,-2-1 1071,3-2 0,4-1 0,2-3 0</inkml:trace>
  <inkml:trace contextRef="#ctx0" brushRef="#br0" timeOffset="233">145 236 7968,'0'4'0,"0"0"570,0-2 0,0-1-114,0 4 1,0-2-24,0 3 0,0-1-227,0 4 0,0 1-202,0 1 1,0-1 30,0 1 0,2 0-173,0 2 1,3-2-985,-3 0 0,2-3 1122,-2 1 0,3-11 0,-1-2 0</inkml:trace>
  <inkml:trace contextRef="#ctx0" brushRef="#br0" timeOffset="383">184 40 7951,'0'-4'-562,"0"-2"1,-2 5 270,0-3 291,0 2 0,7 5 0,3 4 0</inkml:trace>
  <inkml:trace contextRef="#ctx0" brushRef="#br0" timeOffset="719">387 132 7951,'0'-14'0,"0"4"279,0-1 1,0 0 445,0-2 1,-2 2-371,0 0 1,-1 3-176,1-1-168,-2 2 0,-2 3 98,-1 2 0,0 2-46,1 2 1,-1 2 165,1 5 1,0 1 183,2 4 1,-2 1-145,1 0 1,2 3-84,1 0 1,2 1 33,0 3 0,-3-1 83,1 3 1,0-3-566,2 1 0,0 1 253,0-1 1,0 0-703,0 0 0,2-2 8,0-1 1,1 0-309,-1-3 1,1 0 277,2-3 1,0 1 731,-3-5 0,3-12 0,-1-5 0</inkml:trace>
  <inkml:trace contextRef="#ctx0" brushRef="#br0" timeOffset="916">263 256 7929,'0'4'0,"-3"-1"0,2-1 1144,-2-1 238,3 2 1,1-3-971,1 0 1,2 0-427,2 0 1,4 0-883,1 0 0,2-1 523,2-1 0,0 1-729,2-4 1102,1 1 0,30-8 0,8-2 0</inkml:trace>
  <inkml:trace contextRef="#ctx0" brushRef="#br0" timeOffset="1412">682 361 7929,'-4'3'715,"-2"3"1114,3-2-820,-1 2-490,1 1 1,4-3-191,1-2 0,2-1-96,2-1 0,4-4-138,1-3 0,1-2 7,1-4 1,0-1-196,0-1 1,3 0-29,-1-2 1,1-4-398,-1-3 0,0-2 139,2-2 1,-3-1-292,-1-2 0,0 3 53,-5 4 1,1 1-330,-2 3 776,-1 7 165,-2 3 0,-1 8 136,-3 4 1,0 2 94,0 5 1,0 1 354,0 4 1,0-1-114,0 3 0,0-2 347,0 4 0,0-1-65,0 3 0,0 2-284,0-1 0,2 3-374,0-2 1,3 0-248,0-2 1,-2 0-355,2 2 0,-1-2-132,2-1 0,1-1-856,0-3 0,-3-1 613,0 1 884,1-1 0,-2-10 0,0-1 0</inkml:trace>
  <inkml:trace contextRef="#ctx0" brushRef="#br0" timeOffset="1650">793 289 10299,'7'0'567,"-1"0"0,4-1-581,1-1 1,2 1-324,2-1 0,2-1-880,3 1 1,1-3 1216,1 3 0,17-9 0,3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3:44.84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96 36 8047,'0'-6'0,"0"0"-549,0-1 213,0 1 1907,0-1-960,0 4 0,0 4-15,0 5 1,0 3-234,0 4 1,0 2 63,0 0 1,0 3-142,0 2 1,0 2-56,0 3 1,0 0-194,0 0 0,0 0 106,0 5 0,0 2-343,0 3 1,0-2-81,0-3 0,0-2-274,0-2 0,0-2 136,0-2 1,0-4-255,0-8 0,2-1-1691,1-2 2362,2-1 0,-2-22 0,4-6 0</inkml:trace>
  <inkml:trace contextRef="#ctx0" brushRef="#br0" timeOffset="434">19 441 8047,'-6'0'200,"2"0"288,-1 2 175,4-1 1,-2 5 242,3-2 1,0 2-369,0 0 0,3 1 143,1 2 0,3 2-248,1 4 0,0-2-127,3 2 1,-1-1-126,0-2 0,0 1-130,-1 0 0,-2-3 89,2-1 1,0-3-122,-1-2 1,1 1 72,-3-3 1,-1 1 35,-1-3 1,0-4-132,0-2 1,1-4 29,0-3 0,0 0-531,-1-2 1,2-1-181,-2-4 1,2 1-450,0 0 0,1 0 179,-1-1 0,0-1 954,1 0 0,-4-18 0,0-2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3:47.70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39 302 7992,'0'-10'44,"0"1"0,-1 2 169,-1-2 1,1 4 178,-1-1 0,1 1 199,1-2-132,0 4-7,0-3-407,0 5 0,0-1 78,0 4 0,0 2 293,0 5 1,0 1-198,0 3 1,1 0-207,1 2 0,-1 2-527,1 2 1,-1 1 322,-1 1 1,0-1-220,0 2 0,0-2 207,0-1 0,0 0 203,0 0 0,5 1 0,2-1 0</inkml:trace>
  <inkml:trace contextRef="#ctx0" brushRef="#br0" timeOffset="198">26 58 7992,'-5'0'349,"1"0"-349,0 0 0,-3-3-436,4 3 270,0-3 1,4 3 165,1 0 0,21 11 0,9 3 0</inkml:trace>
  <inkml:trace contextRef="#ctx0" brushRef="#br0" timeOffset="543">231 97 7992,'0'-10'-270,"-1"-4"225,-1 3 0,1-1 585,-1 3 0,-1 0-115,1 0 1,-1 2 92,1-1-228,2 3-49,-6 2 1,4 4-170,-2 1 0,3 3 78,-1 3 1,1 2 286,1 3 1,-2 2-105,0 0 0,-1 2 102,3-2 1,0 3-67,0-1 1,0 4-157,0 0 0,3 0-459,-1-1 0,1-1 264,-1 3 1,-1-1-371,3 2 1,0 0 238,0 0 0,2-1-1264,-2-2 1,1 0 606,-1 0 0,2-3-1086,-2-7 1856,-1 0 0,-3-21 0,-3-4 0</inkml:trace>
  <inkml:trace contextRef="#ctx0" brushRef="#br0" timeOffset="707">141 308 10870,'5'0'413,"2"0"1,-2 0-492,6 0 1,2 0-411,2-3 1,3 2 487,1-3 0,26-1 0,10-1 0</inkml:trace>
  <inkml:trace contextRef="#ctx0" brushRef="#br0" timeOffset="1101">564 77 8030,'-4'-3'1300,"0"1"-419,2 1-103,0 1-484,2 0 0,0 4-108,0 2 0,0 4-20,0 5 1,2 2 27,0 4 1,3 4-179,-1 3 0,0 5-274,0-1 1,0 4-892,0-2 1,2 2 592,-2-2 1,-1-3 555,2-5 0,-4-4 0,2-2 0</inkml:trace>
  <inkml:trace contextRef="#ctx0" brushRef="#br0" timeOffset="1283">532 340 7980,'0'-3'1490,"0"0"0,3 1-1047,2 0 0,3 0-919,3 2 1,3 0-168,1 0 0,4 0-1405,0 0 2048,3 0 0,15 5 0,3 2 0</inkml:trace>
  <inkml:trace contextRef="#ctx0" brushRef="#br0" timeOffset="1711">706 77 7933,'-7'0'567,"4"0"180,-3 0 1,4 0-119,-2 0 1,3 1-207,-1 1 0,2 2-314,2 2 0,1 6 124,4 0 1,-1 6-262,1-1 0,-1 2-28,0 2 1,0 3-79,-2 4 1,1-4 131,-2 1 0,-1-1-102,-2 0 1,0-5-31,0-1 0,0-5 30,2 0 0,-1-5-324,1-4 290,-1-3 0,1 2 40,0-6 0,3 0 92,-3-3 0,3-3-9,-1 0 1,0 0 53,0 1 0,-1 0 149,2 0 0,0 1 127,0 0 1,-2 3 88,2 0-18,-1 2 1,2 0-61,1 2 1,-1 0-20,0 2 1,-1 4-119,-1 3 1,0 2-110,0 0 1,2 3-152,-2 1 0,-1 1-380,2-1 1,-1-2-849,2 2 0,1-3 636,-1-2 1,1-2 662,-1 1 0,9-28 0,2-7 0</inkml:trace>
  <inkml:trace contextRef="#ctx0" brushRef="#br0" timeOffset="2044">994 366 7933,'-3'3'2884,"-3"-2"-1583,5 4-875,-2-4 0,4 2-253,1-3 1,3 0 46,3 0 0,-1-2-504,2 0 1,-1-3 54,0 0 1,-1 0-187,2-2 1,-2 1 234,-1-1 0,-1 2-200,-1 0 1,-1-2 166,2 0 0,-2-1 34,-3 2 0,-1-1 148,-1 1 0,-4-2-95,-3 2 0,-2-2 221,0 4 0,-1 1 261,-1 1 0,1 1 256,-1 1 0,3 3-176,1 1 1,2 3 274,1 1 0,2 2-237,2 3 0,1 2-135,1 0 1,1 0-692,1-2 0,5 2 272,3 0 0,3-3-395,2-4 0,-1 1-29,3 0 1,3-1-2299,1-4 2802,0-1 0,16-20 0,3-4 0</inkml:trace>
  <inkml:trace contextRef="#ctx0" brushRef="#br0" timeOffset="2258">1251 430 7910,'-7'4'0,"-1"1"939,-1 0 0,3-2 195,2 2 796,-1-4-1406,-1 2 0,2-3-269,-1 0 1,4-3-69,-1-1 1,1-2-143,1 0 0,0-3 72,0 0 0,0-1-172,0 1 0,2-2-386,0 0 0,3 1 263,-3-1 0,3 3-641,-1-3 0,2 1 330,0 0 1,1 0-738,-1 4 0,3-1 92,-1 1 1134,3 0 0,14 11 0,5 2 0</inkml:trace>
  <inkml:trace contextRef="#ctx0" brushRef="#br0" timeOffset="2554">1379 372 7879,'0'7'2095,"0"-4"-1633,0 3 0,0-4 102,0 2-330,0-3 1,1 2-7,1-3 0,1-3-267,4-1 0,-1-2 93,1 0 1,-1-1-556,1-2 0,0 1 73,1-2 1,-1 1-222,-1-2 0,0 4 230,-1-2 0,-2 1 67,2 0 1,-4 3 436,1-2 0,-4 3-143,-2 0 1,-3 1 325,-1 3 0,0 0-148,-3 0 1,3 3 1172,-3 4 0,3 0-183,0 4 1,0-3 93,2 3 1,0 0-564,-1 1 0,4 2 22,1 1 0,1-1-422,1 3 0,3-3-13,1 1 0,4-1-880,3-1 0,3-3 470,1-2 1,3-1-415,-4-3 0,6-1 179,0-3 417,3-3 0,9-18 0,4-6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3:53.70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7 251 9533,'0'6'870,"0"1"-544,0-1 0,0 3-212,0 2 1,0 3 61,0 1 0,2 3-566,0-1 0,1 1 125,-1-1 0,0 1-146,2-3 1,0-1 410,0-3 0,4-10 0,0-6 0</inkml:trace>
  <inkml:trace contextRef="#ctx0" brushRef="#br0" timeOffset="166">7 84 7770,'-3'4'-829,"0"1"24,3 0 805,0 0 0,17 16 0,4 3 0</inkml:trace>
  <inkml:trace contextRef="#ctx0" brushRef="#br0" timeOffset="519">296 264 7936,'-7'-7'216,"1"4"0,-2-3 393,2 2 1,-4-1-203,3 1 0,-1 0-124,2 2 0,-3 1-422,1-1 0,-4 1 100,2 1 0,0 3 20,-1 1 1,3 2 69,0 1 0,1-1 24,3 0 0,-1 1 81,3-1 1,0 1-19,2 2 1,1-1 53,1 2 1,2-2-99,4 1 1,0 0-131,3 0 0,0-1 104,4-1 0,-1-1-180,1 0 1,-2 0-148,0-2 1,0 1-201,0-2 0,-1-1 127,-1 1 0,-2-2-398,-3 3 718,1 1 1,-4 1-116,-3 0 1,-4 1 171,-4-1 1,-2 1-40,-3-1 0,-1 0-377,-1 1 0,1-1-10,-3-2 1,0 1 380,0-3 0,-13-11 0,0-6 0</inkml:trace>
  <inkml:trace contextRef="#ctx0" brushRef="#br0" timeOffset="970">783 270 7936,'-6'-6'423,"-1"-1"1,-1 1 35,-1 0 1,1-1 288,1 1 0,-1 1-368,-1 1 1,-2 3-292,0-1 1,1 2-48,-1 2 1,1 0 136,0 4 0,-2 0-113,4 5 1,1-1 77,3 3 1,0 0-40,-3 0 0,3 0-15,0 0 1,2-1-187,0 1 0,2-1 5,2-1 1,2 0-270,2-5 0,4 1-383,0-5 0,3 1 359,-1-3 1,3-4-315,0-2 1,1-2 242,-1-2 1,-2-1 67,0-2 0,-1 3 291,-1-1 1,-2 3 186,0-1 0,-4 2 156,-1 1 783,0 2-169,0 1 0,-1 8-407,-3 2 1,-1 4-292,-1 2 1,1 0 70,-1 2 1,1-1-1113,1 1 0,1-1 878,1 1 0,13-2 0,6 0 0</inkml:trace>
  <inkml:trace contextRef="#ctx0" brushRef="#br0" timeOffset="1262">892 328 7927,'-6'3'1254,"-1"-2"0,3 1 165,0-2-371,2 0-992,0 0 1,2 0-518,0-2 1,2-2 262,3-2 1,0-1-273,2 1 1,-1-3 292,1 1 1,1-2 148,1 2 1,0 1 186,0-2 1,-2 2-258,1 1 1,-1 0 1065,0 2-473,-1-2 1,1 5 252,-1-1 0,0 1 38,1 1 1,-1 5-312,-2 2 1,2 1-43,-2 1 0,-1 1-151,2 3 1,-3 0-167,2 2 0,-2-1 117,2 4 0,-2-4-1113,0 4 1,1-3 297,-1 2 582,0-3 0,-2-1 0,0-4 0</inkml:trace>
  <inkml:trace contextRef="#ctx0" brushRef="#br0" timeOffset="2266">1470 123 7902,'-5'-2'1213,"1"-1"-212,3 1-497,-5 2 0,5 3-128,-1 1 1,1 6-147,1 3 0,0 2-71,0 4 0,0 3 58,0-1 0,0 3-378,0 0 1,0 1 183,0 1 1,2-4-600,1-3 1,-1-3 121,-2-3 1,2-2-673,0-1 783,0-5 1,-2 0 37,0-7 0,0-2 24,0-5 0,0-1 30,0-5 1,-1-2 64,-1-2 1,2-3-36,-3-1 1,2-2 167,-1-1 0,1 0 74,-1 1 1,-1-2 145,1 0 1,-2 0 104,2-1 0,-1 5 270,3 1 0,0 5 480,0 2-690,0 8 0,1 1 243,1 6 0,2 1-147,2 1 0,1 1-289,2 4 0,1-1-185,3 0 1,0 1-361,2-1 0,0 1-834,2-1 0,0-2 1240,2 1 0,17-10 0,5 1 0</inkml:trace>
  <inkml:trace contextRef="#ctx0" brushRef="#br0" timeOffset="2802">1463 257 9272,'7'-2'1515,"2"0"1,1-2-1315,3 2 0,2-3-667,2 3 1,2 0 295,0 2 0,3-2-1913,-1 0 2083,-3 0 0,4 13 0,-2 3 0</inkml:trace>
  <inkml:trace contextRef="#ctx0" brushRef="#br0" timeOffset="2902">1470 405 7902,'-4'3'877,"1"-3"1,4 3-93,1-3 1,4 1-804,2 1 1,6-1 49,-1 1 0,3 1-913,-1-1 0,3 1 458,-1-1 0,2-1 423,2 4 0,19 8 0,7 4 0</inkml:trace>
  <inkml:trace contextRef="#ctx0" brushRef="#br0" timeOffset="3285">1803 110 7902,'0'-7'0,"0"1"1119,-3 0-262,2-1 87,-1 1-608,2 2 1,0 5 137,2 5 0,0 4-111,2 5 1,-2 5-129,0 3 0,1 2-43,-1 1 1,0 0 37,-2 2 1,1-3-235,1 1 0,-1-3 101,3-4 1,-1-2-490,1 0 1,0-6 240,3-2 0,-3-5-202,0-4 1,0-1 77,3-4 0,0 0-17,1-8 1,0 1 5,0-6 0,-1 4 79,0-4 1,0 2-74,1-1 0,-3 1 67,2 3 1,-2 3 231,1-1 0,1 6-98,-1 1 1,-2 2 425,1 2 0,-3 4 5,2 2 0,0 4 208,0 2 0,1 3 72,0 0 1,-2 3-223,2-1 1,-1-1-105,2-1 1,1-4-26,-1 0 0,1-3-240,-1 0 1,0-3 112,1-3 0,-1-2-93,1-2 1,-1-5-76,0-3 1,1-3-91,-1 1 1,0-4-261,-2-1 0,1-2 181,-3 0 0,3 0-544,-3 0 0,0-1 350,-2-2 1,-1 2-296,-1-4 0,1 4 209,-4 1 1,1 0-1430,-2 2 1892,-1 1 0,-16 9 0,-5 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4:18.55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20 225 7932,'-3'0'1462,"-3"0"1,5 1-1175,-1 1 0,-1 5-253,1 3 1,0 2-312,2 1 0,0 1-367,0 1 0,1-1-1210,1 3 1853,-1-3 0,7 2 0,-1-3 0</inkml:trace>
  <inkml:trace contextRef="#ctx0" brushRef="#br0" timeOffset="57">20 97 7944,'-6'-3'-145,"-1"0"423,4 0-852,0 2 1,4 0 573,1 4 0,16 10 0,6 1 0</inkml:trace>
  <inkml:trace contextRef="#ctx0" brushRef="#br0" timeOffset="58">161 1 7944,'-3'3'532,"3"3"0,-4-2 130,2 2 1,1 3-194,-1 2 1,2 2-9,0 2 0,0 3-122,0 4 1,0 4-91,0 0 1,2 3-243,0-1 0,0 2 85,-2-2 1,2-3-697,0-1 1,2-4 350,-1-1 1,1-3-1095,-2-3 0,2-3 1347,-2-1 0,-5-19 0,-4-5 0</inkml:trace>
  <inkml:trace contextRef="#ctx0" brushRef="#br0" timeOffset="59">110 245 9765,'6'0'942,"2"0"-1062,0 0 0,1 0-262,3 0 0,1 0-1101,4 0 1483,0 0 0,25-20 0,6-5 0</inkml:trace>
  <inkml:trace contextRef="#ctx0" brushRef="#br0" timeOffset="60">290 14 7947,'-4'3'847,"-2"-3"-466,6 6 1,-3-2 23,3 2 0,0 0-28,0 1 0,0 3-110,0 3 0,1 0-229,1 4 0,-1 1 136,3 3 0,-2 0-207,0 3 0,-1-4 93,-1 2 1,0-3-257,2-2 0,-1-3-267,1-4-226,-1-2 505,2-1 0,-2-5 69,4-4 1,-3-2 124,2-2 1,0-3-91,0 0 0,2 0 202,-2 1 0,4 0-52,0 0 0,1 1 295,-3 0 1,1 2 19,2 0 0,-1 0 141,2 3 0,-2 0-106,1 2 0,0 2 138,0 0 1,-1 6-132,-1-2 1,-1 4-122,0-1 0,0 4-295,-2 0 0,1 1 84,-3-1 0,1 2-1135,-3 0 1,2 0 1039,0-2 0,3-3 0,-2-1 0</inkml:trace>
  <inkml:trace contextRef="#ctx0" brushRef="#br0" timeOffset="61">950 168 7836,'-4'-2'480,"0"-1"-204,2 1 219,-3-1 1,4 3-77,-1 0 1,1 3-78,1 4 1,0 2-39,0 2 1,0 3-25,0 1 0,0 3-154,0-1 1,2 2-168,0 2 1,0-1-284,-2-1 1,3 0 252,-1-2 1,0-2-381,-2-2 1,0-3 37,0-4 2,0-2 1,0-2 88,0-4 1,0-4-26,0-5 0,0-2 26,0-2 0,0-1 80,0-4 0,0 0 215,0-1 0,1-1-42,1-2 1,-1 0 322,3 3 1,-1-3-176,1 3 0,-1-2 412,2 4 0,0 1-167,0 5 0,0 3 68,2 2 1,1 1-48,1 3 0,-1 1 113,-1 3 1,1 0-322,1 0 1,-1 1 95,-1 1 0,-1-1-244,1 4 0,-2-1 78,0 2 0,0 1-186,-3-1 0,0 3-3,-2-1 1,-1 3-89,-1-2 0,-1 1 117,-4-1 1,1 2-31,-1-3 1,1 3-16,-1-3 0,-1 1 46,-1-3 0,-1 1 157,1-1 1,1 1-125,1-1 0,-1-2 212,-1 1 0,1-3 53,4 2 0,-1-2 79,3 2 0,0 1 60,2 1 1,0 0-103,0 1 0,3-1 9,1 1 1,4 1-90,0 1 1,4 2-218,-2-3 0,2 3 109,1-3 1,0 3-533,0-2 1,0 1-177,0-1 1,0 2-479,2 0 1,-1 0 1129,1 0 0,10-5 0,2-3 0</inkml:trace>
  <inkml:trace contextRef="#ctx0" brushRef="#br0" timeOffset="62">1252 277 7868,'0'3'541,"-3"3"0,2-5 267,-1 4-339,1-4 1,4 2-121,1-3 1,2 0-329,1 0 1,0-1 12,1-1 0,-1 1 0,2-4 0,0 1-386,0-2 1,-1-1 282,-1 1 1,-2-1-260,0 1 0,0 0 119,-3-1 0,0 1 36,-2-1 0,0 1 39,0 0 1,-4-1 188,-2 1 1,-1 0-82,-4 2 0,0 0 130,-1 2 0,-1 1 134,0-1 1,0 4-76,0 3 1,0 1 492,1 3 0,2 1-244,1 5 0,3 0 460,1 2 0,0 0-342,3 2 0,1-2-382,3 0 1,4-3-279,5 1 1,2-1-352,2-1 1,-1-3-1052,3-2 0,1-1 828,3-3 0,0-1 704,3-3 0,25-29 0,9-6 0</inkml:trace>
  <inkml:trace contextRef="#ctx0" brushRef="#br0" timeOffset="63">1572 7 7868,'-4'0'767,"0"0"-291,2 0 0,-1 1-8,1 1 0,1 2 252,-1 5 1,-1 2-253,1 7 0,-1 2 115,1 8 1,1 2-176,-4 4 1,4 3-296,-1 2 0,-1 1 58,1-6 0,0-1-363,4-7 1,2-3-405,2-2 0,1-2-1824,-1-2 2420,3-4 0,1-6 0,3-4 0</inkml:trace>
  <inkml:trace contextRef="#ctx0" brushRef="#br0" timeOffset="64">1701 290 7868,'-10'6'1189,"0"0"242,4-2 0,0 0-115,2-2-684,1-2 0,4 3-162,1-3 1,2-1-130,2-1 1,0-1-652,1-4 1,1-1 247,1-1 1,2-2-701,-3 0 1,3-1 248,-3-1 0,3 0-80,-2 1 0,1-2 125,-1-1 1,0 1 60,-3-3 0,2 0 205,-2-3 1,1 4-13,-5 1 1,3 1 245,-3 2 0,0 2-133,-2 1 475,0 5 1,0 2 58,0 7 1,0 0 257,0 5 0,0 1 240,0 2 1,0 3-395,0 1 0,2-1 43,0 1 1,3-2-188,0 2 1,0 0-230,2 3 1,-1-4 48,0-1 1,3-2-858,0 0 0,2 0-249,0 0 0,0-1-777,0-1 0,1-2-1417,-1-3 3087,-2 1 0,0-15 0,-2-3 0</inkml:trace>
  <inkml:trace contextRef="#ctx0" brushRef="#br0" timeOffset="65">1861 296 7868,'-10'9'282,"-2"1"0,5 1 445,-2 0 1,2-3-336,1 3 1,1-3-130,1 3 0,3-3-1102,-1 0 0,2 0 839,2-2 0,7-8 0,5-2 0</inkml:trace>
  <inkml:trace contextRef="#ctx0" brushRef="#br0" timeOffset="66">1957 7 7868,'7'2'-85,"-1"1"1,1 2 134,-1-1 1,3 2 404,2 0 0,3 1-70,1 2 0,2 1-56,-2 5 0,0-1-116,-2 1 1,0 1-185,0 1 0,-3 2 0,-2 0 1,-4 0 11,-1 1 1,-3 2-254,0 1 0,-2 1 154,0 0 0,-3 0-710,1-2 0,-2-1 381,0-2 1,0 2-836,2-2 1222,-2-1 0,2-8 0,-2-1 0</inkml:trace>
  <inkml:trace contextRef="#ctx0" brushRef="#br0" timeOffset="67">2304 200 6677,'6'0'372,"0"0"0,2 0 113,0 0 1,1 0-475,4 0 1,-1 0 55,5 0 1,0 0-871,2 0 0,-2 2 803,0 0 0,6 9 0,3-1 0</inkml:trace>
  <inkml:trace contextRef="#ctx0" brushRef="#br0" timeOffset="68">2355 277 7821,'-6'3'-397,"1"1"460,1-2 239,3-1 0,-2 2-81,3-1 1,3-1-127,1 1 0,4 0 127,3 0 0,1-1-579,1 1 0,3-2-62,1 0 1,1 0 418,2 0 0,19-8 0,5-3 0</inkml:trace>
  <inkml:trace contextRef="#ctx0" brushRef="#br0" timeOffset="220">2798 129 7821,'-7'-6'56,"1"-1"0,-1 2 119,1 0 0,2 3 284,-1 2 1,1 0-116,-2 0 0,-1 0 86,1 2 0,-1 6 33,1 4 1,0 2-16,2 3 1,-2 0-98,2 2 1,1 3 120,1-1 0,1 0-336,1-1 0,2-1 72,2 0 1,1-3-361,6-3 0,2-1 167,2-4 1,2-2-672,0-4 1,0-2 392,0-2 1,0-2-926,2-5 1,0 1 361,-2-5 0,1 1 218,-3-2 0,1-3 545,-3 0 0,-2 1-34,-4-1 0,-2-1 27,0-1 1,-3 1-85,-4 1 1,-3-1 136,-3 3 0,-3 0 96,-4 2 1,0 3 133,-3 1 0,-2 5-59,1 2 0,-4 1 85,1 1 1,0 1-309,2 1 0,1 2 46,6 5 0,3 1 23,5 3 0,14 8 0,5 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4:23.80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7 199 8495,'-4'4'4493,"1"-2"-3381,3-2-253,0 0-291,3 0 0,2 0-180,3 0 0,0-2-264,3-3 0,0-3-252,4 0 0,-1-3-439,3 0 0,1-2-393,1-2 1,0-1 470,0-4 1,-2 3-261,-2 0 1,-3 3 234,-1-1 1,0 2-363,-5 2 597,-1 5 342,-5 3 0,0 7 186,0 2 1,0 3 412,0 4 1,0 0 551,0 0 0,0 2-563,0 0 1,0 2-52,0-2 0,1 2-159,1-2 1,2 3-627,2-1 0,0-1 23,1 1 0,1-2-86,1 0 0,0-2-422,-3 0 0,2 0-907,1 0 0,0-3 1577,-3 1 0,0-3 0,1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4:46.69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352 213 7930,'-4'0'0,"-1"0"900,0 0 1,0 1 215,1 1-63,-2-1 0,3 4-383,-1 0 1,-2 0-144,2 2 1,1 2-1165,1 2 0,-1 1 458,-2 1 1,2 0-2976,-1 2 3154,2-1 0,-4 13 0,3 0 0</inkml:trace>
  <inkml:trace contextRef="#ctx0" brushRef="#br0" timeOffset="1">12 207 7927,'-4'3'82,"1"-3"0,1 2 0,1-3 0,2-2 0,2 0 0,4-2 0,0-2 0,3-1 0,0 0 0,1-1 0,0 1 0,1-2 0,-1 0 0,0 0 0,1-1 0,1 0 0,0-2 1,0-1-1,-1-1 0,-1 2 0,-1 2 0,-1 1 0,-1 1 0,-1 2 0,-1 1 0,-2 3 0,-2 2 0,-1 4 0,-1 2 0,0 2 0,1 2 0,0 2 0,2 1 0,0 1 0,0-1 1,1 1-1,1 1 0,1 1 0,0 1 0,1 1 0,-1-2 0,1 0 0,1 0 0,1 0 0,0 0 0,1 0 0,-2-1 0,-1 1 0,-1-1 0,0 1 0,-1-1 0,-2 0-82,0-2 0,-3-2 0,-4 0 0</inkml:trace>
  <inkml:trace contextRef="#ctx0" brushRef="#br0" timeOffset="2">25 194 8058,'-7'6'62,"2"1"0,0-2 0,1 0 1,1 0-1,2-1 0,3-1 1,2 0-1,3-3 0,0-3 1,3-2-1,0-2 0,2-2 1,1-1-1,2-1 0,0-1 1,-2-1-1,0-1 0,0 0 1,2-2-1,0 1 0,-2-1 1,-1 1-1,-2 0 0,0 0 1,-1 2-1,-1 1 0,-3 4 1,-2 2-1,-1 4 0,-2 5 1,0 4-1,0 3 0,0 2 1,0 1-1,0 1 0,1 0 1,0 2-1,2 0 0,0 2 1,1 1-1,-1-1 0,0 0 1,1-1-1,1 0 0,0 0 1,0-1-1,-1-2 0,1-2 1,1 0-1,0-2 0,0 0-62,1 0 0,-1-5 0,1-2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6:46.88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99 13 7849,'4'-3'-74,"-1"2"0,-3-1 745,3 2 0,-2-3-155,3 1 0,-2 0-141,3 2 0,-1 3 5,2 1 0,1 3-148,-1 1 1,3 0-209,-1 3 0,3-1 19,-2 0 0,2 3-548,0-3 1,-1 2 293,0 1 211,1-3 0,8 2 0,1-2 0</inkml:trace>
  <inkml:trace contextRef="#ctx0" brushRef="#br0" timeOffset="581">112 39 8031,'0'-5'0,"0"1"614,0 3 58,0-2 97,0 3-460,-3 0 1,0 3-1,-4 1 1,1 2-117,-1 3 1,-1 0 50,-1 2 0,0 1-297,1-1 1,0 1 104,0 1 0,-1-3-244,0 1 0,1-3 123,4 0 69,-2 2 0,8-5 0,-1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7:43.632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22105 7106 7876,'-9'3'627,"0"1"-440,2-2 1,0 2 607,1 0 0,3-2-194,-1 2 1,3-2-74,-1 1 0,2-1-198,2-1 0,1 0-63,2-1 1,3-1-98,1 0 0,1-4 57,1-2 1,2-3-252,1 1 1,0-3 87,0 0 0,-2-3-510,2 1 0,1-2-5,1-2 0,-1-1-438,-1-2 0,-1-2 517,-2 0 0,-2 0-64,-1 1 0,-4 3 121,-4 2 0,0 0 35,0 1 1,-4 1 281,-1 0 1,-3 4-91,0 2 0,0 2 216,0-2 0,0 3 103,0-1 0,1 0 436,2 0 0,2 1-457,1-1 0,2-1 93,0 1 0,0-2-38,2 2 1,2-2-79,3 0 1,1-1-87,3-1 1,-1 2 46,1 0 0,0 0-193,2-1 1,-1-1-26,2 0 1,-4 3-152,0 1 1,0-1 97,1 1 1,-3 1-378,-1 2-659,-3-1 481,-2 5-1011,-2-5 1689,0 5 0,0-12 0,0 0 0</inkml:trace>
  <inkml:trace contextRef="#ctx0" brushRef="#br0" timeOffset="1">22174 6504 7844,'0'-3'0,"0"0"-1319,0 1 912,0 1 612,0-4 1,1 5 186,0-2 445,0 2-213,4 0 1,-2 0-240,2 0 1,-1 0 216,-1 0 0,1 0-187,1 0 1,1 0 83,1 0 0,0 0-193,1 0 1,1 0-236,2 0 0,1-1-21,1-1 0,2 1 107,-1-3 1,1 1-374,1-2 0,0-1 165,-2 1 0,-1 0-537,-2 2 1,-1-2-54,-1 4 264,-2-1 0,-4 5 75,-1 2 1,-3 1 411,-1 3 1,-2 0 214,0 2 0,1-1-212,0 1 1,2 0-239,-1-1 0,1-1 113,1 0 0,1-4 12,1 0 0,10-22 0,5-4 0</inkml:trace>
  <inkml:trace contextRef="#ctx0" brushRef="#br0" timeOffset="2">21449 5960 8042,'-5'-6'188,"2"1"1,-2-1 398,4-1 0,-3 1-199,2-1 0,1-1 72,1 1 1,0 0 397,0 2-314,2-1 54,1 1-339,2 2 1,-1 1-154,-1 2 1,-1 2 10,-1 2 0,0 3-143,-1 4 1,0 2-174,0 3 1,0 4-497,0 2 1,0 5 227,0 1 0,0-12 0,-1 1 357,1 0 0,-1 0 1,-1 1-1,1 0-193,-2 0 1,0-1 0,1 1 0,-1-1 208,0 1 0,1 0 0,0-2 0,0 0-36,0 1 0,0-2 0,0 10-33,-2-5 0,2-4 178,2-1 1,0-3-545,0-3 0,2-2-436,2-3 1079,3-2 0,3-26 0,-3 9 0,0 1 1</inkml:trace>
  <inkml:trace contextRef="#ctx0" brushRef="#br0" timeOffset="3">21449 6189 7997,'0'-5'749,"1"0"-335,0 2 1,0-2-115,3 1 0,0 2-82,1 0 1,3 0 21,0 0 1,1 0-148,0 2 1,0 1 147,1 1-339,1-2 144,0 5 1,-1-2 49,-1 2 1,-2 1-140,-1 1 0,-4 0 84,0 2 0,1-2 64,-2 2 1,1 0-62,-2 1 1,-2 2 52,-2 0 1,-1-1-76,-2 2 1,0-2 13,-2 0 0,1-1-105,-1 1 0,-1-1-96,1-1 1,-1-1 62,0-3 0,-1 0-95,3-2 1,-4 1 99,1-2 1,1 0-151,1-2 0,0-1 41,-1-1 1,0 2-225,1-2 1,1-1-1,3 0 1,2 0 429,1-1 0,11-9 0,3-4 0</inkml:trace>
  <inkml:trace contextRef="#ctx0" brushRef="#br0" timeOffset="4">21715 6227 7996,'0'-3'193,"-2"-1"180,-1 0 1,-2 0 9,-1 0 0,1 0 196,0 0 1,0 2 5,-1 0 0,-1 1-184,0 1 0,-1 1 3,1 1 0,1 1-43,-1 4 0,-1 2-11,1 1 1,0 2-73,2 0 0,1 0 131,1 2 0,2 0-259,-1 0 0,2 1-114,2-3 0,1 1-281,2-3 0,3-2 244,0 0 0,3-3-745,2-2 0,-2 0 392,4-3 0,-3-1-486,2-3 0,-1 0 239,1-5 1,-2-2 58,0-1 1,-1-3 148,0 1 0,-3-1 111,0-1 1,-3 1 240,1 1 0,-3 1-66,-1-2 1,-5 2 201,-2 3 0,-3-1-140,-3 0 1,1 3 356,-1 1 1,-1 3-125,-1 0 0,0 3 58,1-1 0,1 4-172,-2 2 1,4 1-54,2 2 1,2-1-563,1 1 0,2-1 68,2-1 473,5 1 0,10 1 0,7 2 0</inkml:trace>
  <inkml:trace contextRef="#ctx0" brushRef="#br0" timeOffset="5">21875 6190 7989,'-5'-3'343,"0"-2"0,-1 5-138,1-2 1,0 1 1068,-1 1 1,3 0-392,-1 0 1,3 3-190,-3 3 1,3 1-229,-1 4 0,1 0-5,1 2 1,1 0-378,1 3 0,1-2 74,2-2 1,1 1-366,1-3 1,0 2 222,2-5 0,-1-1-160,3-2 1,0-2-143,-1-2 1,0 0-316,1-2 1,-4-3-61,4-4 1,-2-2 244,2-1 1,-1-2-73,-1 0 1,1-1 95,-3 1 0,-1-1 144,-2 1 0,0-1 22,-2 2 1,-1 2 358,-1 2 1,0 2 117,-2 3 0,1 2 377,-3 2 1,1 0-103,-3 0 0,3 4-225,-1 1 0,3 4 514,-3 0 0,3 3-252,-1 0 0,1 1-175,1 0 1,0 0-164,0 1 1,1 1-737,1-3 1,1 2-308,2-1 1,0 1-822,1-2 1,1 0 1622,0-3 0,17-11 1,2-4-1</inkml:trace>
  <inkml:trace contextRef="#ctx0" brushRef="#br0" timeOffset="6">22131 6254 7968,'-5'5'0,"0"1"860,-1-1 0,1 0-56,0 1 1,1-1 39,1 0 0,1-1-509,1-1 167,0-1-1104,1 0 563,2-7 0,1-1-323,3-4 1,0-1 292,1 0 1,-1-1-92,1-1 1,0-1 3,1 2 0,0-3 89,0 3 1,-1 0 468,0 1 1,-1 1-165,1 1 1,1 1 977,-1 3-848,0 2 0,-2 2 136,-1 4 1,0 3-104,-2 5 1,-1 3-371,-1 2 1,0 2-13,-2 3 0,1 1-28,0-1 0,-2 0-1324,1 1 0,1-1 659,1 0 1,3-4 673,2-3 0,19-19 0,-8 0 0,0 0 0</inkml:trace>
  <inkml:trace contextRef="#ctx0" brushRef="#br0" timeOffset="7">22409 6195 7917,'-11'2'334,"0"0"1,2 1 512,1-1 1,1 2 185,0 0 0,1 1-472,1 0 0,1 3-42,1 1 0,1 1-129,-2 0 1,2 3 86,-1 1 0,2 0-112,-1 0 0,1-2-276,1 1 1,3-4-106,0 0 0,4-3-216,2-1 0,0-2-226,2-3 0,-1-3 270,4-2 1,-2-3-264,3-5 0,-2 0 169,2-3 0,1-3-348,0 0 1,-2-2 305,2 0 1,-3-3 74,1-1 0,-2-1-70,0-1 1,-3 1-156,-2-1 0,-1 0-38,0 1 0,-3 1 143,1 2 1,-3 4 328,1 3 0,-2 4-304,0 4 788,-2 3 1,-1 1-340,-2 4 0,1 1 786,0 2 0,1 2-256,-2 3 1,0 4 309,1 2 0,0 2 111,0 2 1,0 1-510,0 2 0,0 0-356,0 1 1,1-1 53,-1 0 1,3 2 257,-1 1 0,2 0-114,0-1 0,0 0-1427,0-3 1,2 1-207,2-1 1,2-2-396,1-4 1,3-3-1,-1 0 1,0-2 1638,0-3 0,3-2 0,-2-4 0,-3 0 0,-1 0 0</inkml:trace>
  <inkml:trace contextRef="#ctx0" brushRef="#br0" timeOffset="8">22691 6185 7911,'-3'3'2881,"-2"-1"-1273,3 0-1156,-1-1 1,3 1-293,3-2 0,2 0 85,3-2 0,-2-1-301,3-2 1,0-1 109,2 1 0,-1 0-481,-2-1 1,3 1 36,-3 0 0,0-1-312,-1-1 0,-1 1 53,-1-1 1,0-1 255,-1 1 1,-2 0 339,-2 1 0,-3 3-135,-2-1 0,-2 3 419,-3-1 0,0 2-135,-2 2 1,-1 3 298,0 4 1,-1 1 208,2 1 0,-1 2 484,3 1 1,-1 2-391,3 0 1,0 1 92,3 1 0,2 0-262,1-2 0,4-1-136,1 0 1,2-2-847,3-3 0,0-1 348,3-2 1,2-1-1229,1-1 0,1-3 678,1-2 0,1-3-984,1-4 1,1-2 1488,4-3 0,-7 0 0,0-2 1,1-1-1,1 0 0</inkml:trace>
  <inkml:trace contextRef="#ctx0" brushRef="#br0" timeOffset="9">22952 6190 7903,'-5'-5'0,"0"1"457,-1 0 1,2 3-59,-1-3 0,1 2 721,-1-1 1,-2 2-322,2-1 0,-2 1-103,2 1 1,-1 4-248,-1 2 0,1 3-27,-1 0 1,1 1 66,3 3 1,-1 0-141,2 1 0,0 1-249,2-3 1,1 1 129,1 0 1,1-5-245,4 1 1,1-3 105,3-2 0,0-2-475,2-2 1,0-5-86,3-2 0,0-4-302,0-4 1,1-2-358,1-3 1,-3-3 628,1-2 0,-2-2 166,-7 13 1,0 0 0,0-1-1,-1 0 123,0-2 0,-1 0 0,-1 2 1,-1-1-201,0 0 0,0 0 0,0-12 23,-3-1 1,0 4 79,0 0 1,0 7 244,0 2 1,0 8 181,0 3 1,-1 3 632,-1 0 0,1 4-465,-2 1 1,1 3 884,-2 1 0,3 3-209,-3 5 1,2 1 589,-1 1 0,1 5-759,-2 3 0,1 2 67,0-12 0,0 0 1,0 14-432,1-14 0,0 1 0,2 0 0,-1-1-163,0 1 1,0 0-1,1 1 1,0-1-309,0 1 0,0 0 1,0-2-1,0 0-371,1 2 1,0-2-1,0 12-1229,3 0 1,-1-5 1638,3 0 0,0-2 0,1-4 0,-1-3 0,3-1 0,0-1 0</inkml:trace>
  <inkml:trace contextRef="#ctx0" brushRef="#br0" timeOffset="10">23582 6179 7758,'1'-8'730,"1"1"0,0-1-239,-2 1 1,0 0 117,0 2 1,0-1-149,0 1 1,-1 0 28,0-1 1,-3 1-270,-3 0 1,-2 1-185,-3 1 1,0 1-33,-3 1 0,1 0 106,-2 1 1,0 0-219,0 0 1,3 1 122,3 0 0,1 2-89,4 3 0,0 0 32,2 1 0,0-1 242,3 3 1,1 0-143,1 2 0,1-1 109,4 1 0,2-1-196,1-1 1,3 1 109,2-1 1,0-1-120,1-1 1,1-1 79,0-1 1,-1-2-172,0 1 1,1-1-7,-2 1 0,-3 0 103,-5-3 0,-2 4 15,-1-2 0,-3 4 29,-2 0 1,-3 2-121,-3 0 1,-2-1 95,-3 1 0,-2 0-149,0 0 1,-1-2 88,1-1 0,0-2-121,0 0 1,0-2-99,0-2 1,1-3-229,2-2 1,1-1-75,1-3 1,2-2-228,4-1 0,0-3 819,3 1 0,10-6 0,4-4 0,1-2 0,0 1 0</inkml:trace>
  <inkml:trace contextRef="#ctx0" brushRef="#br0" timeOffset="11">23747 5913 7786,'3'-1'1711,"-1"-1"-240,-2 2-888,0 2 1,0 4 60,0 5 0,0 4-205,0 3 0,0 4-37,0 3 1,-2 4-455,2-13 1,-1 0 0,-1 0 0,-1 1 160,2 1 0,-1-1 0,0 0 0,1 0-7,-1-1 1,0 1 0,1-1 0,-1 0 42,1 0 0,-1-1 1,-2 12-190,2 0 1,0-6 351,2 2-308,0-4 0,2-1 0,0-4 0,-1-2 0,0 0 0</inkml:trace>
  <inkml:trace contextRef="#ctx0" brushRef="#br0" timeOffset="12">23619 6126 7786,'3'-4'600,"-1"1"1,-1 1-1050,1-1 0,1 1 441,2-2 0,3 3 462,0-1 1,3 2-838,2 0 1,0 0 102,3 0 1,0 2 279,0 2 0,-1 4 0,0 3 0,2 0 0,0 1 0</inkml:trace>
  <inkml:trace contextRef="#ctx0" brushRef="#br0" timeOffset="13">23923 6201 7917,'-3'-6'803,"1"1"-693,-1 0 0,-2 1-390,1 0 0,-1 3 201,-2 0 1,0 0 33,-2 1 1,0 2 117,-1 2 0,-1 1 534,0 2 0,1 3-123,2 3 1,-1 2 20,2-1 0,3-1-199,-1-1 0,3 1-101,0 0 0,2-3-92,2-3 0,1-1 117,5-1 1,0-2-187,2-1 1,2-3-49,0-2 0,0-3-162,2-5 0,0 1-59,2-1 1,-2 0-170,-1 1 1,-2-1 153,-1 0 0,2 1 123,-1 1 1,-2 0 225,-3 4 0,-3-1-160,1 4 195,-3 1 1,1 2 112,-2 2 0,0 1 150,0 5 0,0 0-233,0 0 1,1 1-100,1-1 1,-2 1-412,2 0 0,-1 1 186,1 0 1,-1-1-834,1 1 1,0-2 461,0 0 0,1-1-1761,-1 1 2282,2-1 0,6-15 0,4-2 0</inkml:trace>
  <inkml:trace contextRef="#ctx0" brushRef="#br0" timeOffset="14">24173 5918 7785,'0'-8'0,"-1"2"783,-1-1-2,0 1-421,2 1 1,0 3-93,0 2 1,0 3 13,0 4 0,0 2 127,0 3 1,1 2-90,0 4 0,0-1 71,1 3 0,-2 1-116,0 2 1,-1 2-202,-1-2 1,-2 3-58,2-1 0,-2 1-329,1 0 1,-2-1-169,0 0 0,-1-2-588,1 0 1,1-3 510,-1-1 557,3-1 0,-6-1 0,4-1 0,2 0 0,0 1 0</inkml:trace>
  <inkml:trace contextRef="#ctx0" brushRef="#br0" timeOffset="15">24072 6142 7785,'8'-2'635,"2"-1"-445,-3 0 1,2 0 404,0 1 0,2 1-163,1 0 0,2 0-88,2 1 0,1 0-445,0 0 1,1 0-433,1 0 0,-1 0-197,1 0 0,-3 0 730,0 0 0,-4 5 0,1 1 0</inkml:trace>
  <inkml:trace contextRef="#ctx0" brushRef="#br0" timeOffset="16">24317 6270 7785,'-5'2'683,"2"-1"0,1 1-41,4-2 1,3-2-333,4-2 1,4 0-98,1-2 1,4-1-114,1 0 1,0-2-39,1 2 0,-1-2 9,0 2 1,-1-2-121,-4 2 1,-2 0 102,-5 2 18,0-3 0,-7 2-272,0-1 0,-2 1 52,-3 1 1,-3 0-175,-1 1 1,-3 0 96,0 2 1,-3 1 125,1 1 0,-3 1 0,-1 1 1,2 4 197,2-1 0,2 4 112,-1 0 0,2 4 194,0 1 0,2 1-11,1 1 0,1 0-153,0 0 1,3 2-71,3 0 0,0-1 2,1-3 1,1-1-506,3-2 0,2-1 187,4-1 0,3-1-919,2-3 0,3-2 1064,3-1 0,5-9 0,3-2 0,-7 2 0,-1 0 0,1 0 0</inkml:trace>
  <inkml:trace contextRef="#ctx0" brushRef="#br0" timeOffset="17">24797 6206 9020,'-3'-2'1403,"-2"0"-1334,2-1 1,-2-1 79,0-1 0,2 0-59,1-1 0,2 1 68,0 0 0,0-1-755,0 1 1,0 1 248,0 1 0,-2 1-26,0-1 1,-2 1 617,0 1 1,-2 1-63,-1 1 0,-3 4 13,1 2 0,0 3-66,0-1 1,-1 1 6,3 3 1,0-3-3,2 1 1,2 0-114,1-2 1,2 1 107,0 0 1,3-1 156,2 0 0,4-2-13,4 0 1,2-1 90,1-1 0,0 0-237,2 1 0,-3-3 54,-1 1 0,-2-1-352,3 3 1,-6-3 163,0 1 0,-5-1-35,-2 3 1,-2-1 78,-2 0 1,-2 1-136,-5-1 0,0 0-194,-6 1 1,3-2 86,-2 0 0,0 0-598,-2-2 1,0 0 802,0-2 0,-5-5 0,-3-2 0,-2-1 0,1 1 0</inkml:trace>
  <inkml:trace contextRef="#ctx0" brushRef="#br0" timeOffset="18">21449 8317 7934,'0'3'1220,"0"-1"-776,0 1 0,0-2 334,0 3 1,-1-3 548,0 0-930,0 2 0,-1 0-114,2 3 1,-2-1-37,0 0 1,-2 3-307,3 1 0,-3 1 53,0 1 0,1 1 78,-1 1 0,1 1-239,-2 1 0,0-2 79,1 1 1,2-2-14,2 1 0,0 0 97,0-1 0,0-1 12,0-2 1,3-1 5,2 1 1,1-1 13,3-3 0,0-1-276,2-1 1,-1-2 102,1 1 0,2-2-344,1-2 0,0-1 191,0-4 0,-2 0-1928,3-2 2226,-1 0 0,7-6 0,1-2 0</inkml:trace>
  <inkml:trace contextRef="#ctx0" brushRef="#br0" timeOffset="19">21604 8482 7885,'-6'0'760,"1"0"500,2 0-482,1 0-550,9 0 1,-3 0-227,7 0 1,-1 0 54,0 0 1,0 2-189,-1 0 1,1 2 55,-1 0 1,1 0 67,-2 2 0,2 1-33,-3 0 0,0 2 89,-4-2 1,1 2 226,-2 0 1,0 0-97,-2-1 0,-3 1 217,0 2 0,-2-3-109,0-1 0,-3 1 74,-1-1 0,-1 1-245,0-1 1,-1-2-349,0 1 0,1-1-247,-1-1 1,0-2 285,1 0 1,1-2 191,2 0 0,8-9 0,3-3 0</inkml:trace>
  <inkml:trace contextRef="#ctx0" brushRef="#br0" timeOffset="20">22051 8488 7818,'0'-6'1017,"-2"2"-529,-2 0 0,0-1 256,-2 2 1,2-1-280,-1 0 1,1 0-196,-3 2 1,-2 0-319,0 2 0,-1 1 107,-3 1 1,2 3-397,-4 4 1,3-1 224,-2 1 1,2 0-214,-1 2 1,4-2 149,2-1 0,1-1-51,1 0 1,2-1 110,1-1 1,2 0 20,2-1 0,2 0 146,3 0 1,-1 1-78,3 0 1,0-1 214,2-1 0,-1 1-11,1 1 0,0-1-176,2-1 0,-2 0-65,1 1 1,-2 0-142,-1-2 0,-2 2-83,2-1 253,-3 2 0,0 0 231,-5 1 1,-1 1-100,-1 0 0,-5 1 66,-3-1 0,-1-1-91,-3 3 1,0-2 49,-3 0 0,0-1-124,2-1 0,-1-2 18,1-1 0,0-2-330,2 0 1,1 0 141,2-2 1,4-2-681,3-3 0,2 0 850,2-4 0,18-10 0,-7 7 0,0 0 0</inkml:trace>
  <inkml:trace contextRef="#ctx0" brushRef="#br0" timeOffset="21">22147 8344 8162,'-5'0'1638,"2"0"0,-1 3-875,2 2 1,0 3-263,2 5 1,0 1 61,0 4 0,1 3-485,1 4 0,-1 2-339,2 1 1,-1-1 112,2 2 0,-2-1 165,1-1 1,-1-2-990,1-3 1,-1-3 600,-1-2 1,0-1 370,-1-4 0,0-9 0,0-6 0</inkml:trace>
  <inkml:trace contextRef="#ctx0" brushRef="#br0" timeOffset="22">22062 8498 8747,'5'0'1367,"1"0"-1080,-1 0 1,3 0-165,1 0 1,3-1-422,2-1 1,2 0-1404,0 2 1701,2 0 0,3 0 0,3 0 0,3 0 0,0 0 0</inkml:trace>
  <inkml:trace contextRef="#ctx0" brushRef="#br0" timeOffset="23">22393 8504 7849,'-6'-3'0,"1"-1"772,0 2 1,-1-2-149,1 0 1,-1 2-54,-1 0 1,0 0-268,-1 0 1,0 0-80,0 2 0,-1 2-131,-2 2 1,0 2 73,1 2 1,1 1 103,0 0 1,2 3-39,0 0 0,1 2-13,1-1 0,2-1-105,1-1 1,2 0-199,0-1 0,2-1-467,2-2 1,2-2 356,1-1 0,3-2-606,-1-2 1,1-2 400,3-2 1,-2-4-237,1-2 1,1-2 155,0-2 0,-1 2 108,-1 0 0,0 1 342,-1 2 0,0 0 247,-1 2 0,-1 0 1282,-3 4-1213,1-2 0,-2 7 677,0 0 0,-2 2-389,-2 3 0,0 2-101,0 1 1,0 2-193,0 0 0,0 0-265,0 2 1,0-2-348,0 0 1,0 0-463,0 1 1,1-4 533,1 2 256,1-4 0,11-9 0,4-4 0</inkml:trace>
  <inkml:trace contextRef="#ctx0" brushRef="#br0" timeOffset="24">22569 8280 8140,'0'5'863,"-1"-1"-460,-1-1 0,2 1-116,-2 1 1,1 3 469,1 1 0,0 1-273,0 3 1,1 3 371,1 6 0,-2 2-405,2 4 0,0 2-548,-1-14 0,0 0 1,0 0-1,0 0 75,-1 0 1,0 0 0,1 1 0,0 1-190,0-1 1,-1 0 0,1 0 0,0-1-344,-1 11 0,2-4-1631,0-5 86,2-1 953,-1-9 1146,2-3 0</inkml:trace>
  <inkml:trace contextRef="#ctx0" brushRef="#br0" timeOffset="25">22494 8493 7862,'3'0'2027,"0"0"-626,-1 0 1,1-2-666,2 0 1,1-1-257,1 1 0,1-1-207,3 1 1,2-1-364,1 2 0,2 0-533,0-1 0,1 2-776,1 0 0,-1 0 1399,-3 0 0,2 9 0,-2 3 0</inkml:trace>
  <inkml:trace contextRef="#ctx0" brushRef="#br0" timeOffset="26">22739 8557 7862,'-5'2'3276,"0"-1"-916,2 1-1292,0-2-896,8-2 0,-2-1-249,5-2 0,-3-1-80,1 1 1,-1-1-348,0-1 1,1 1 22,-1-1 1,-1 0 364,-1 0 0,-2 1-749,1-1 1,-1 1 245,-1 1 1,-1 0 449,-1 2 1,-2 0 229,-3 3 0,-3 0 306,1 0 1,-1 4 950,0 2 0,1 3-649,0 2 0,2 2 467,0 3 0,1 0-523,1 0 0,2 0-261,1 0 0,2-1-140,2 0 1,1-2-543,5-3 0,0-1-297,5-2 1,1-2-640,1-1 0,3-4-2011,0-4 3132,2-3 0,-3-7 0,2-4 0,2-2 0,0 0 1</inkml:trace>
  <inkml:trace contextRef="#ctx0" brushRef="#br0" timeOffset="27">22968 8445 7834,'-10'0'691,"1"0"-519,-3 0 1,1 0 1248,0 0 1,0 1-486,1 0 1,1 2-216,0 3 0,3 0-210,1 1 0,0-1-40,3 1 1,0 0-594,2 1 1,1-1 165,1-2 1,1 2-466,2 0 0,3 0 335,3-1 0,0-2-556,1 0 0,2 1 58,0-2 0,-1 0-52,0 1 1,0-1 226,-1 3 1,0-3 155,-3 1 0,0-1 297,-2 3 0,-1 0-128,-3 1 0,-2-1 514,1 3 0,-4-1-253,-1 1 1,-4 1 405,-2-1 0,-1 1-226,-1 1 0,0-3-117,-2-1 0,2-1-893,-1 0 1,-1-3 378,0-2 1,1-1-635,1-1 0,1-3 908,1-3 0,2-5 0,-1-3 0,1-3 0,0 1 0</inkml:trace>
  <inkml:trace contextRef="#ctx0" brushRef="#br0" timeOffset="28">23480 8509 7873,'0'-5'488,"0"-1"155,0 1 1,0 0-142,0-1 0,-2 3-109,1-1 0,-3 1-84,0 0 0,-1-1-95,-2 2 0,0-2 285,-2 2 1,0 1-131,-1 1 0,-3 2 84,1 2 1,-1 2-70,3 1 1,-3 4-45,1 0 1,1 3-154,2 1 1,3 0-120,1 1 1,0-1-710,3 0 0,2-1 472,3-1 1,4 1-1471,5-2 1,2 0-109,2-3 1747,0-3 0,-2-8 0,2-1 0,1-2 0,0 1 0</inkml:trace>
  <inkml:trace contextRef="#ctx0" brushRef="#br0" timeOffset="29">23603 8520 7873,'-13'0'860,"2"0"-157,-2 2 1,2-1-236,0 3 1,2 2 246,0 3 1,4 1-282,-1 0 0,1 2 289,4 0 0,-1 0-225,2 2 1,1-1-13,0 1 1,4-3-270,2 0 1,3-1-167,1-3 1,1-1-288,3-2 1,0-2 255,-1-2 0,2-2-150,0 1 0,-1-5 115,-1 0 1,0-2-760,-2-1 0,-1-2 127,2-1 0,-2 0-45,-3 0 1,0-1 160,-2 0 0,-4-1 164,0-1 0,-1 2 133,-1 1 0,-5 1 6,-2 0 1,-3 0 280,-3 1 1,2 1-99,-4 2 0,1 3-35,-2 1 0,2 1 13,0 1 0,2 0 109,-1 1 1,5 1-237,0 0 0,5 2-247,1 3 0,2-1 441,2 0 0,9 3 0,5-1 0,1 2 0,1-1 0</inkml:trace>
  <inkml:trace contextRef="#ctx0" brushRef="#br0" timeOffset="30">23768 8600 7873,'0'3'817,"-2"1"1,1-2-269,-3 1 1,3-1 805,-1 1-350,2-1-713,-3 0 0,3-3-312,-2 0 1,1-2 119,1-3 1,1 0-441,1-1 0,-1 1 277,2-3 0,1-2-600,1-1 0,1-1 206,-1 3 0,0-2-24,1 0 1,1 2 198,0 0 1,2 0 309,-2 0 0,0 2 122,1 3 0,-2 0-139,3 3 0,-2 0 622,2 2 0,-3 3-266,2 0 0,-3 4 486,1 2 0,-1 2-321,0 1 0,0 0-216,-1 2 0,-1-1-283,-1 1 0,-2 0-286,2 0 0,-2 1-1157,0-3 0,2 0 746,0-3 0,2 0 664,-3-2 0,15-18 0,2-8 0</inkml:trace>
  <inkml:trace contextRef="#ctx0" brushRef="#br0" timeOffset="31">24035 8413 7863,'0'-5'3276,"0"2"-2695,0 0 1,0 4 275,0 1 0,0 1-340,0 4 1,0 2 498,0 4 0,-2 0-482,0 3 1,0 0 32,2 0 1,0 0-184,0 0 1,2 2-219,0 0 1,2-2-312,0-2 1,0-3 205,2 0 0,0-1-407,1-3 1,-1-2 267,3-3 1,-2-2-481,2-2 0,-1-1 207,1-2 1,1-3-102,-3-1 0,2-2 34,-2-1 0,0 0-54,-2-2 1,1 1-59,-1-1 1,-1 1 153,-1-3 0,0 3-649,1-3 0,-2 4 433,-2-1 0,0 2-1068,0 0 1660,2 3 0,-3 5 0,0 4 0</inkml:trace>
  <inkml:trace contextRef="#ctx0" brushRef="#br0" timeOffset="32">24269 8520 7842,'-4'5'221,"0"0"0,0-1 878,2-1 718,0 1-1095,2 1 0,0-1 32,0-1 0,3-1-306,0-1 0,2 0-299,0-1 0,2 0 75,1 0 1,-1-1-457,0 0 1,2-1 233,1-1 1,-1-1-568,0-1 1,0-1 159,2-1 1,-1 1-207,-1-1 0,0 0-109,-2 0 1,0 1-148,-4-1 1,0 0 119,-3-1 1,0 1 297,0 2 1,-5 0 143,-2-1 0,-3 3 305,0 2 0,-3 0 0,-2 1 0,2 1 0,1 0 0,1 2 299,0 3 0,0 0 313,1 1 0,1-1-311,2 3 1,2 2 795,1 1 0,0 2-389,2-1 0,1 1-108,1-1 1,2-1-168,2-1 0,3-1-725,2 1 1,1-3-201,0-1 1,3-1-461,2 0 0,2-3-1630,1-2 2582,2 0 0,1-9 0,5-4 0,0-1 0,-3 2 0,-1 1 0,0 0 0,1-1 0</inkml:trace>
  <inkml:trace contextRef="#ctx0" brushRef="#br0" timeOffset="33">24584 8584 7780,'0'-6'-1279,"0"1"1023,0 0 1,0-2 590,0-1 0,1 1 9,0 2 1,0-2-7,3 0 0,0-3-201,1 1 1,2 1-141,0-1 0,1 1-316,-1-1 1,1-1 189,1 1 0,-1 1-713,-1 1 842,-1 1 0,2 6 0,-3 0 0</inkml:trace>
  <inkml:trace contextRef="#ctx0" brushRef="#br0" timeOffset="34">24866 8477 7780,'0'-5'5,"0"-1"0,0 1 158,0 0 1,-1-1-86,-1 1 0,-2 0-1,0 2 0,-1-2-116,-2 1 1,-1 2 2,-3 0 1,0 2-186,-2 2 0,1 2 241,-2 3 1,2-1 49,0 3 1,1 0 299,2 2 0,1-1-127,1 1 1,3-1 19,1-1 0,2 0-68,1-1 0,0-2 11,2-2 1,1 0-155,5-2 1,0-1-228,5-1 0,-1-2-565,2-2 0,-2 0 409,0-2 0,1 1-487,0 0 1,-3-1 487,-1 1 1,0 0 329,-1 2 0,-2-1 0,-2 2 0,-3-2 0,1 4 0,-4 0 0,-1 2 0,-2 3 0,-2 1 116,0 1 1,0 2-4,1 1 1,1 2 424,0 0 1,-1 2 59,1 2 0,1 1 216,1 1 1,1 3-535,-2 0 1,3 2-18,-1 3 1,1-2-489,-1 3 0,0-2 384,-1 2 0,-4 0-375,2-1 0,-2-2 204,2-3 0,0-5-198,2-5 105,-2-5 0,2-4-56,-2-4 0,-1-1-59,1-3 0,-1-1 16,-1-2 1,1 1-178,-1-1 1,-1 0 372,1 1 0,-2-4-536,2 1 1,0-1 178,4 2 1,-1-1 364,2 0 0,14-11 0,-3 9 0,0 0 0</inkml:trace>
  <inkml:trace contextRef="#ctx0" brushRef="#br0" timeOffset="35">24973 8498 7714,'0'-3'2143,"0"-1"-925,0 1-244,0 0-89,0 0-572,3 3 0,-2 0 514,2 0-789,1 0 1,1 1 65,0 1 0,-1-2-359,0 2 1,-1-1 216,2-1 0,1 0-700,-1 0 1,0 0-39,1 0 0,-1-1-350,0-1 1,1 1 362,-1-2 0,-1-1 305,-1-1 0,-2-1 458,1 1 0,-2 0 0,-2-1 0,-1 3 0,-2-1 0,-3 1 0,0 0 0,-3 0 0,1 3 0,1 1 61,0 1 1,2 1 237,-2 2 0,3 1-125,-2 1 1,2 1 52,1 3 1,0 0 300,2-1 1,0 3 179,3-1 0,1 1-862,1-3 1,1-1-360,5 0 1,2-2-1476,2 0 1988,3-4 0,1-6 0,5-3 0,0-1 0,4-1 0,-1 0 0,0 0 0</inkml:trace>
  <inkml:trace contextRef="#ctx0" brushRef="#br0" timeOffset="36">25277 8386 7769,'-11'-5'8,"-2"0"149,-1-1 0,1 3-317,1 2 0,2 0 165,1 1 0,3 0-390,-1 0 0,1 2 205,3 2 1,-1 1 205,2 0 0,-1 2 250,2 0 0,0 1 347,-1-1 0,2-1-199,2 1 0,2 0 61,3 0 1,0-1-272,2 1 1,1-1 18,-1-1 1,1 1-404,1 1 1,-1-3 189,-1 2 1,0-2-282,-1 1 1,-3 1 72,-2 1 1,0-1-50,1 1 1,-2-1 55,-2-1 1,-3 1 87,-2 1 1,-3 0 236,-2 2 0,-2-3-75,0 1 0,-2-2 41,-2-2 0,1-2-40,1 1 1,-1-1-773,3-1 1,-3-2 701,3-1 0,-3-10 0,1-7 0</inkml:trace>
  <inkml:trace contextRef="#ctx0" brushRef="#br0" timeOffset="37">23096 8919 10566,'0'4'739,"0"0"1,2 0-207,0 3 0,2 2-49,0 6 0,-1 2-158,0 6 1,-1 3-496,0-11 0,-1 1 1,0-1-1,0 1 228,0 0 0,-1 0 0,1 0 0,-1-1-640,0 16 1,0-5 429,0-3 0,1-2-1160,0-2 0,0-4 1311,1-1 0,1-14 0,0-4 0</inkml:trace>
  <inkml:trace contextRef="#ctx0" brushRef="#br0" timeOffset="38">23022 9122 7777,'3'2'817,"-1"-1"0,0 3-272,2-2 1,1 0-696,0 0 1,3-1 47,3 3 0,1-2-399,4 1 0,-1 0 501,5 1 0,-4-3 0,2 0 0,1-1 0,1 0 0</inkml:trace>
  <inkml:trace contextRef="#ctx0" brushRef="#br0" timeOffset="39">23272 9138 7777,'-10'3'1087,"1"2"-815,0-2 0,2 2 643,0 0 0,0 3-404,2-1 0,-1 2 86,4 0 0,0 1-188,2 1 1,1-1-323,1-1 0,1 1 13,2-1 1,3-2-29,1 0 0,2-1-369,2 0 1,0-3 247,-1-2 0,0 0-583,0-1 0,2-1 272,0 0 0,-1-3-318,-1-3 0,1-1 111,0-3 0,-1 0 51,-1 1 0,-3-1 266,-1 0 1,-3 1 19,-2-1 0,0 1 146,0 1 0,-3 0-120,-2 2 0,-4-1 225,-2 3 1,-2 2-76,-1-1 1,0 3 235,-2-1 1,1 1-195,-1 1 1,1 0-192,-1 0 0,3 0 203,0 0 0,3 5 0,3 1 0</inkml:trace>
  <inkml:trace contextRef="#ctx0" brushRef="#br0" timeOffset="40">23837 9079 7777,'1'-3'115,"1"2"1,-1-2 769,3 2 1,1-3-365,2 2 1,3-1-107,1 1 0,-1-2-109,3 3 1,0-1-65,-1 2 0,3 0-189,-3 0 0,-1 0-197,-2 2 0,-3 1 79,1 2 0,-3 1-153,-2 1 0,-2 0 12,-2 2 1,-4 0 45,-2 4 1,-3-1 162,1 2 1,-1-2-78,-2 3 1,2-3 429,-2 2 0,3 0 126,1 2 1,1-1 309,3-1 0,2-2-381,1 0 1,1 1-19,1 0 0,3-3-697,0-1 0,5-2 279,0 0 1,2-2-1137,1-1 0,0-2 635,2-2 0,-2-1-2270,2 0 2796,0-2 0,6-17 0,-9 9 0,1-1 0</inkml:trace>
  <inkml:trace contextRef="#ctx0" brushRef="#br0" timeOffset="41">23816 9197 7733,'-3'0'2222,"-1"0"-1303,3 0-491,-1 0 0,6 0-144,1 0 0,6 0-248,2 0 0,1 0 109,2 0 1,3 0-652,0 0 0,4 0 318,2 0 1,0-2 187,0 0 0,-9-1 0,2 0 0,1 0 0,0 0 0</inkml:trace>
  <inkml:trace contextRef="#ctx0" brushRef="#br0" timeOffset="42">24077 9207 7733,'4'0'1613,"0"0"0,-3 0-1155,3 0 1,1 0-179,2-2 0,3 1-61,-1-3 0,1 1-146,3 0 0,0-2 92,3 1 1,-2-2-388,-2-1 1,0 0 222,-2 1 1,-1 2-490,-2 0 1,-2-1 210,-1 2 1,-3-1-155,-5 0 1,0-1-240,-5 2 0,-2 0-215,-3 2 1,-2 0 482,0 1 0,0 1 155,-2 0 0,1 1 768,0 1 0,2 1-409,3 1 0,1 2 873,0 0 0,3 3-481,1-1 0,3 1 604,0 0 0,3 3-441,-1-1 0,4 2-260,4-1 1,0 0-434,5-1 1,-1 0 70,4 0 0,1-1-842,3-2 1,-1-2 547,3-1 0,0-2-2733,3 0 2944,-1-2 1,3-6 0,4-4 0,-9 4 0,0-1 0,0 0 0</inkml:trace>
  <inkml:trace contextRef="#ctx0" brushRef="#br0" timeOffset="43">24387 9314 8564,'-3'3'2594,"0"-1"-2343,3-4 0,0-1-121,0-2 1,0-2 66,0-1 0,0-1-345,0 0 1,2-1 196,0-1 0,1 1-118,-1-1 0,2 0-77,0-2 1,1 4-65,0-2 0,2 2-410,0-2 1,3 3 281,-1 1 0,1 1-1299,0 3 1637,3-2 0,18 4 0,-13 0 0,0 0 0</inkml:trace>
  <inkml:trace contextRef="#ctx0" brushRef="#br0" timeOffset="44">24685 9170 7705,'-10'-3'0,"-1"1"370,0 2 1,1 0-55,-1 0 0,1 0 104,1 2 1,-1-1-65,3 3 0,0 1 343,2 2 1,2 1-68,1-1 0,0 1 116,0 1 0,1 1-272,3-1 1,1-2-127,2 0 0,3 1-195,1-1 0,1 0 42,3-1 1,0-2-229,1 0 0,3-1 96,-1-1 1,1-2-705,-1 2 1,0-4 17,-2-1 0,1-3-258,-1-1 1,-3 1 381,-2-3 1,-3 2 9,-3-2 0,-1 2 54,-4-2 1,-2 2 119,-5-2 1,-1 2-8,-6 0 1,-1 3 109,-4 1 1,-2 0 373,0-1 1,0 2-445,4 2 0,0 0 280,3 0 0,14-5 0,4-1 0</inkml:trace>
  <inkml:trace contextRef="#ctx0" brushRef="#br0" timeOffset="45">17104 9261 8031,'0'-6'175,"-3"1"0,3 0 411,-2-1-29,1 1 29,1 2-342,-2 1 1,1 4-207,0 2 1,0 3 86,1 2 0,-2 1-127,0 3 1,1-2 56,1 1 0,-1 1-37,-1 0 0,2 0-28,-2-1 1,1 1-66,-1 2 0,1 0 1,0-1 1,-2 0 132,1 0 0,0 0-111,0 2 0,2-2 91,-2-2 0,1 0 173,1-2 0,1 0-122,1-1 0,1-3-35,4-2 1,2-3-44,1 1 1,1-2-110,0-2 0,1-1-245,0-2 1,3-1 170,0-1 0,0 0-268,1-2 0,-1 3 12,0-1 427,0 3 0,6 4 0,4 3 0</inkml:trace>
  <inkml:trace contextRef="#ctx0" brushRef="#br0" timeOffset="46">17285 9362 8031,'-4'1'1039,"1"0"-601,-1 0 0,1 2 5,1-1 0,2-1-142,2 2 1,2-1-111,3 2 1,2-1-137,3 3 1,0-1 51,2 0 1,-1 1-587,1-1 1,-2 2 358,3 0 1,-4 2-574,2-2 1,-4 3 227,-2-1 0,-2 1-9,-1 0 1,-2 3 392,-4-1 1,-2 1-75,-3-3 1,-2-1 79,-3-2 1,0 0-147,-2 0 221,2 1 0,-9-4 0,-4-1 0,-1 1 0,0 1 0</inkml:trace>
  <inkml:trace contextRef="#ctx0" brushRef="#br0" timeOffset="47">17743 9367 9931,'-3'-2'776,"-1"1"-703,0 0 1,-1 0 95,0 1 0,-3 0-217,-1 0 0,1 0 19,-1 0 1,-1 0 2,-3 0 0,1 2 123,1 2 0,0-1-131,1 0 0,0 1 198,1 1 0,1-1-127,3-1 1,2 1 30,1 1 1,1-1 29,1-1 0,1 0-55,1 1 1,1 1 27,2-2 0,3 1-111,1 0 0,1 1-99,0-2 1,2 0 56,0 1 1,-1-1-98,2 3 1,-4-3 89,0 1 0,-1-1-269,1 3 0,-1-1 114,-3 0 1,-2 1 147,-1-1 1,-1 2 79,-1 0 0,-1 0 178,-3-1 1,-2 1-17,-5 0 0,0 2-123,-1-2 1,0-1 50,-2-2 0,-1 0-50,-1-2 0,0 1-110,0-1 0,2 0-49,0-2 0,2-2-176,0 0 1,1-2 84,2 1 1,4-3-135,3-1 0,1 1-866,1-3 1226,3 2 0,12-8 0,6-3 0,2-1 0,1 0 0</inkml:trace>
  <inkml:trace contextRef="#ctx0" brushRef="#br0" timeOffset="48">17845 9218 7956,'-6'0'0,"1"0"0,0 0 1216,-1 0 1,3 1-413,2 0 0,0 3-191,1 3 0,0 1-286,0 3 1,0 2-122,0 1 0,2 4 44,0 2 0,2 0-28,-1 2 1,0-1-669,1 0 1,-2-1 413,1-1 0,-1 0-910,1 1 1,-1-2 21,-1-2 1,2-2-326,-1-2 0,0 1 1245,0-3 0,-2-7 0,3-7 0</inkml:trace>
  <inkml:trace contextRef="#ctx0" brushRef="#br0" timeOffset="49">17749 9394 8832,'5'-1'439,"0"0"0,4 0-294,1-1 1,4 2-754,4 0 1,1 0 88,2 0 519,0 2 0,-1 1 0,1 2 0,1 0 0,1 1 0</inkml:trace>
  <inkml:trace contextRef="#ctx0" brushRef="#br0" timeOffset="50">18106 9442 7920,'-8'0'0,"2"0"780,-3 0 0,2 0-246,-2 0 0,2-1 15,0 0 1,1-1-155,1-1 0,-1 1-353,-1-1 1,2 1 11,-1-2 0,1 3 21,1-1 1,0 2 297,-2 0-210,1 0 1,0 2-13,-1 2 1,3 0-23,-1 2 1,2-1 52,-1 0 1,2 1-142,-1-1 0,1 1-196,1 1 0,1-3-37,1 1 0,1 0-333,4 0 1,-1-2 158,1-1 1,2-2-248,0 0 0,0 0 80,0-2 0,1-1 132,-1-2 1,-1-1 300,1 1 1,-2-2 43,0 2 0,-1-1 272,-1 2 1,-1 0 90,-1 0 1,-1 0 1057,1 2-510,-1 1 1,1 1-371,-2 2 1,0 2-152,1 3 0,-2-1-105,0 1 1,1 1-590,1 1 1,0-1 317,2 1 1,0-1-474,0 1 1,1-1-278,0-3 1,0 1 791,1-1 0,6-5 0,2 0 0</inkml:trace>
  <inkml:trace contextRef="#ctx0" brushRef="#br0" timeOffset="51">18202 9229 7913,'-3'0'2158,"-2"0"-1184,2 0-533,-2 0 0,2 0 190,1 2 1,2 3-244,0 2 1,2 5-221,2 0 0,0 4-1,2 1 1,-1 2-144,0 3 0,1-1-262,-1 0 1,0 1-135,-2-1 0,2 1-982,-1 0 1,-2 0 667,0-5 0,0 3 686,0-2 0,0-8 0,-2-2 0</inkml:trace>
  <inkml:trace contextRef="#ctx0" brushRef="#br0" timeOffset="52">18154 9373 7913,'-4'0'2603,"1"0"-1636,2 0-672,-2 0 1,7 0-246,2 0 1,3 0-187,2 0 1,2-1-333,3-1 0,0 2-1483,0-2 1951,2 1 0,-2 0 0,1 0 0,3-1 0,0 1 0</inkml:trace>
  <inkml:trace contextRef="#ctx0" brushRef="#br0" timeOffset="53">18389 9437 7876,'-6'5'0,"1"-2"2726,0 1-712,2-3-1116,-2 2 1,5-3-546,0 0 0,2 0-136,4 0 1,-1-1-488,0-1 0,2-1 235,0-2 1,2 0-722,-2-1 1,2 1 501,-2 0 1,1-1-407,-3 1 1,0 0 151,1-1 1,-4 1 199,0 0 0,-1-1 191,-1 1 1,-1 0 189,-1-1 0,-2 2 76,-3 0 0,-3 2-92,1 2 1,-3 0 423,0 0 0,0 2-189,1 2 1,1 3 589,1 2 0,-1-1-243,3 1 0,1 1-107,2 3 1,2-1-872,2-1 1,0 0 284,2-1 1,4 1-1274,2 0 1,4-3 729,1-1 0,2-2 597,1-1 0,8-8 0,4-4 0,-7 2 0,0 0 0,-1 0 0</inkml:trace>
  <inkml:trace contextRef="#ctx0" brushRef="#br0" timeOffset="54">18660 9357 7850,'-10'0'66,"0"0"34,1 0 0,-1 0 325,1 0 1,-2 0 650,-1 0 1,1 1-280,-2 1 1,2 2-340,3 0 0,-1-1 740,3 0-876,0 1 1,5 1-301,-1 1 1,4-1 137,2 0 0,0 1-69,2-1 0,2 2-133,0 0 0,2 0 127,-1-1 1,2 1-317,-2 0 1,2 0 71,-2-2 0,-1 1-228,-1-1 1,0 1 166,-2 1 0,2-1 150,-4 1 1,0-1 113,-1-1 1,-2 2 217,0 0 0,-3 1-53,-2-3 1,-1 0-144,-3-2 0,0 1 79,-4-2 1,2 0-6,-2-2 0,2 0-889,0 0 0,1-2 153,-1-2 596,3-1 0,-1-7 0,1-5 0,-1 0 0,1-1 0</inkml:trace>
  <inkml:trace contextRef="#ctx0" brushRef="#br0" timeOffset="55">19071 9469 7846,'0'-6'1098,"0"1"0,0 0-670,0-1 1,-1 2-87,0 0 0,0-1-259,-1 2 1,0-2-9,0 0 0,-2-1-76,0 1 1,0 0-89,-2 2 0,-1-1 132,-2 2 1,-1 1 14,-1 2 0,0 2 4,-2 3 0,2 2 357,-1 3 0,2-1-118,1 3 0,3 0 34,1-1 1,2 1-204,3-3 0,1 1-289,0 0 0,5-3-301,3-1 1,3-3 288,2-3 0,2-2-249,2-3 1,-1-3 182,0-2 0,0-3-108,-1-3 1,0-1-38,0-1 0,-2-2-166,-2 0 0,-1-2 368,-2 1 0,-2 1 20,-1 0 1,-2 2 143,0-1 0,-2 4-115,-2 1 1,0 2 271,-2 0 1,1 5-81,-3 3 1,1 2 261,-3 1 1,3 0-148,-1 0 0,1 3 226,0 2 0,0 1-83,1 3 0,1 0 118,-3 4 1,3-1-45,-1 2 0,1 0 68,-1 2 0,2 2-327,-2 0 0,1 1 84,1-1 0,0 2-755,0 0 1,1-2 362,1 2 1,-1-3-1302,5 1 1,-1-2 1472,3-2 0,6-8 0,3-4 0</inkml:trace>
  <inkml:trace contextRef="#ctx0" brushRef="#br0" timeOffset="56">19231 9426 8311,'0'3'1910,"1"-1"-1352,0-2 0,2 0-143,3 0 0,1 0-595,2 0 1,1 0 223,1 0 1,0 0-242,-1-2 1,1 0 155,0-2 0,-1-1-435,-1 2 1,-2-2 245,-1 0 0,-2-1-172,0 1 1,-2 1 25,-2 1 0,0-1 256,-2-1 1,-1 0 31,-2-1 1,-3 3 191,-1 2 1,-3 0 230,0 1 0,-1 0-180,0 0 0,2 3 270,-1 2 0,-1 1-187,2 3 1,0 1 759,4 2 0,1 0-247,2 2 0,0 0-140,2 2 1,1 0-388,5-2 0,2 1-291,5-3 1,0 0 220,1-3 0,2-2 61,2-3 1,2-2-3493,-1-2 3004,4 0 1,5-12-1,-11 5 1,0-1-1</inkml:trace>
  <inkml:trace contextRef="#ctx0" brushRef="#br0" timeOffset="57">19593 9389 7888,'-7'0'795,"0"0"0,-2 0-276,2 0 0,0 0 273,2 0 0,-2 0-298,0 0 1,-2 0-315,2 0 0,-3 2-82,1 2 0,1 2 105,-1 1 1,3 1-51,-2-1 0,3 0 62,2 1 1,0 1-144,3 0 0,0 1 87,0-1 0,3-1-396,0 1 0,2-3 108,3 1 1,-2-1-1024,3 0 1,2-2 159,1 0 992,3-2 0,8-9 0,5-2 0</inkml:trace>
  <inkml:trace contextRef="#ctx0" brushRef="#br0" timeOffset="58">19801 9378 7873,'-10'3'0,"-1"-1"845,0-2 1,1 0-161,-1 0 1,-1 2-45,-1 0 1,1 0-264,1-2 0,0 0-117,-2 2 1,4-1-74,-2 3 1,4-2 38,0 1 1,2 1 29,1 1 0,0 0-84,2 1 1,0 0-67,2 1 0,0-1 120,0 3 0,0-2-175,0 0 1,3-1-183,0-1 0,3 0-157,1 1 0,-1-3-447,3-2 0,0 0 377,2-1 0,-1-2-486,1-2 0,0-1 293,-1 0 0,1-2 266,-3 0 1,2-1 239,-1 1 0,-1 1 242,-1-1 0,-1 3 81,-3 0 0,2 1-151,-2 0 958,0 0 0,-1 4-473,-2 1 1,0 1 198,0 2 1,0 3-452,0 1 0,1 1-328,0 0 1,1 1-299,1 0 1,-1-1-551,2 1 0,-1-1-824,2-1 1,3-1-878,1-3 2516,-1 0 0,11-14 0,1-3 0</inkml:trace>
  <inkml:trace contextRef="#ctx0" brushRef="#br0" timeOffset="59">19897 9378 7859,'-3'5'0,"-1"-1"952,0-1 274,2 1 1,-1 1-496,3 1 1,1-1 57,1 0 1,1 1-765,4 1 0,-1-1 63,1 1 0,2 1-863,0-1 1,-1 0 542,1-1 0,0-1-380,1 0-1,0-2 242,-1-1 371,1-1 0,3-15 0,2-6 0,2 0 0,0-1 0</inkml:trace>
  <inkml:trace contextRef="#ctx0" brushRef="#br0" timeOffset="60">20100 9367 7844,'-8'6'202,"2"1"50,-1 0 1,2 1 1163,1-1 0,0 1-635,0 3 0,-2 2 215,-2 1 0,1 4-459,2 1 0,-3 3-299,-1 1 1,-1 3-233,5-12 1,0 0 0,-5 13-380,1-2 0,-1-3-294,3 1 0,1-1 500,2-3 0,2-3 167,2-3 0,2-5 0,1 0 0</inkml:trace>
  <inkml:trace contextRef="#ctx0" brushRef="#br0" timeOffset="61">20356 9474 7822,'-5'0'567,"-1"0"0,3 0 313,-1 0 0,3 1-327,-1 0 1,2 0-28,2 1 0,2-1-185,3 1 0,1-2-224,3 2 0,2-1-118,1-1 0,1-1-276,-1-1 1,1 1-490,-1-3 1,0 1 470,0-2 0,-2-3-242,1 1 1,-5 0 139,0 2 1,-3-2 165,-2 0 0,0 0 67,-3 1 1,-3 1 228,0 0 0,-4 1-52,-2 1 0,-2 1-65,-1 1 0,0 0 132,-2 1 1,0 1-44,0 0 1,-1 3 374,3 3 0,-1 1 152,0 3 1,4 0 358,0 2 1,3 0-407,1 3 1,2 0 25,1 0 0,2-2-672,4 1 0,2-4 167,5 0 0,2-3-1059,3 0 0,2-5 619,2 1 1,1-3-2063,0-1 2464,1-5 0,3 3 0,-2-5 0,0-2 0,-1 0 0</inkml:trace>
  <inkml:trace contextRef="#ctx0" brushRef="#br0" timeOffset="62">20644 9383 7874,'-6'6'1334,"3"-1"-1001,-1 0 1,3 2 844,-1 1 1,2 1-538,0 0 1,2 2-39,2 1 1,3 0-355,2 2 1,1 0-430,0 0 1,1 1 108,0-3 0,1 1-78,1 0 0,0-2-1233,-1 1 1,-1-3 769,-1-2 0,1 0 612,-4 0 0,-3-8 0,-1 0 0</inkml:trace>
  <inkml:trace contextRef="#ctx0" brushRef="#br0" timeOffset="63">20591 9570 7874,'0'-3'851,"0"-2"152,0 2 0,0-4 0,2 0 1,5-2-466,4 0 1,3-4-537,0-1 0,4-1 46,1 1 1,2-1-1486,0 3 0,1-1 1437,-1 3 0,-7 3 0,1 1 0,0-1 0,0 0 0</inkml:trace>
  <inkml:trace contextRef="#ctx0" brushRef="#br0" timeOffset="64">20862 9602 7874,'-5'16'0,"0"0"0,-1-2 1228,1 0 1,2 1-318,-1 1 1,3 0-150,-1-1 1,1 1-442,1 0 0,0-2-271,0-4 1,2 0-717,0-3 625,2-2 0,-1-3-49,0-4 0,1-3 135,-2-4 1,0-2-206,0-1 0,-1-2-7,1-4 0,0-1 26,0-2 0,-1-1-71,-1 1 1,0-1-53,0-1 0,0-1-254,0-3 0,2 1 212,0 1 1,0-1-53,0 1 1,-1 2 76,3 2 1,-1 2 359,3 5 0,-1 4 110,0 5 1,1 2 291,-1 3 1,2 0-277,0 2 1,2 3 145,-2 2 1,1 2 206,-1 0 1,-1 0-149,1-1 0,1 1-10,-1 2 1,0-1-251,-2-1 0,0 0-165,-1-2 0,0 3 8,-2-1 1,-1-1-206,-1 1 1,0-1-259,0 1 1,-4 1 238,-1-1 0,-3-1-52,1-1 1,-3-1 70,1-1 0,-2-2-356,-1-1 0,3 0 179,-2 0 0,2 0-1032,0-2 1421,1-2 0,5-11 0,1-4 0</inkml:trace>
  <inkml:trace contextRef="#ctx0" brushRef="#br0" timeOffset="65">21134 9405 7860,'-8'10'0,"-1"1"747,1 0 1,1-1 233,2 1 0,0 0 646,2-1 0,0 1-728,3 0 0,1-1-415,1 1 0,1-3-664,2-1 0,1-1 184,1 0 0,0-3-480,1-2 1,1 0 95,0-1 1,0-2-194,-2-2 0,3-1 95,-1-2 0,-2 0 59,0-2 1,-1 0-81,0-1 0,-1-2 125,0 0 0,-2 0 10,-1-2 0,-1 2 74,-1 0 0,0-1 16,0 0 1,-3 2 156,0 3 0,-4 2 117,-2 0 0,-1 2-68,-1 2 0,0 1-126,1 2 1,1 2 84,0 3 1,3 1-29,1 0 0,2 1 137,3-1 0,14 10 0,4 6 0</inkml:trace>
  <inkml:trace contextRef="#ctx0" brushRef="#br0" timeOffset="66">21641 9405 7829,'-8'5'621,"0"0"0,1 1-311,2-1 1,-1 0 81,4 1 0,1-1-771,1 0-1379,0 1 1758,0-3 0,4-8 0,2-4 0</inkml:trace>
  <inkml:trace contextRef="#ctx0" brushRef="#br0" timeOffset="67">21737 9378 7780,'2'3'2184,"-1"-1"-1386,1-2-480,-2-4 0,0-2-242,0-3 0,0-1 114,0 1 1,0-1-387,0 0 0,0-2 185,0 0 0,0 1-193,-2-2 0,1 3 157,-3 1 0,0 1 223,-1 3 1,-1 2 88,-1 1 1,1 2-88,-3 2 1,2 1 82,0 4 0,1 3 2,1 3 0,0 2-173,-1 1 1,3 0 122,1 2 0,2-1-241,0 1 1,0 0-134,0 2 1,0 0-122,2-2 1,-1 1-464,3-1 1,-3 2 361,1-3 0,-1-1-675,-1-1 1,1-4-11,1 0 1068,0-1 0,-7-11 0,-1 0 0</inkml:trace>
  <inkml:trace contextRef="#ctx0" brushRef="#br0" timeOffset="68">21556 9447 7813,'3'-2'668,"-1"-1"1,0-1-179,2 1 0,1-1-246,2-1 1,2 0-24,4-1 0,3 3-347,3 2 1,0-2-172,1 1 0,-1 1-361,2 3 1,1 1 657,-1 2 0,5 10 0,-12-6 0,-1-1 0</inkml:trace>
  <inkml:trace contextRef="#ctx0" brushRef="#br0" timeOffset="69">21945 9437 7813,'-11'-3'326,"0"-2"0,1 3 498,1-2 1,0 0-175,2 2 0,0 0-249,1 2 0,1 0-243,0 0 0,-1 1 63,1 1 0,0 1-89,-1 4 1,2 1 29,0 1 0,0 1-80,2-1 0,0 2-262,2 1 1,1-3 168,1 2 1,1-2-497,2 0 0,1-1 266,1-3 1,0 0-376,2-2 1,-1 0 261,3-3 1,0-3-235,-1 0 0,1-3 169,0-1 1,-1-1 142,1-3 1,-2 1 291,0-1 1,-2 3-82,2 1 0,-4-1 455,0 1 0,-2 1-116,1 3 584,-2 2 1,-2-1-430,0 6 1,-1 0 15,-1 5 1,-2-2-369,3 2 1,-2 0-414,1 2 0,2-1 84,-2-1 0,2 0 252,2-2 0,13 0 0,5-1 0</inkml:trace>
  <inkml:trace contextRef="#ctx0" brushRef="#br0" timeOffset="70">22163 9399 7813,'-5'0'0,"-1"-1"764,-1-1 0,1-1-228,-1 2 1,0 0 281,0-1 0,1 2-185,-3 0 1,3 0-264,1 2 1,-1 0-249,3 2 1,0 2 37,2 0 0,0 0-111,1 0 1,0-1 131,0 0 0,2 2-416,2 0 1,2 1 15,2-3 0,0 0-222,0 1 0,1-1-62,0 0 0,-1-1 225,1-1 0,-1 0-35,1 1 0,1 1 106,-3-2 1,-1 2 164,-2 0 0,0 1-89,-2 1 1,0 0 119,-2 2 1,-3-2 67,0 2 0,-4-3 155,-2 1 0,-1 1 23,-1-1 0,0 0 155,-2-4 1,2 0-141,-1-3 0,-1-1-51,0-1 0,2-1-546,3-4 0,1-2 217,0-1 0,2-3-966,1 1 1,2-3 1095,2 1 0,7-8 0,5-3 0,0-2 0,-1 0 0</inkml:trace>
  <inkml:trace contextRef="#ctx0" brushRef="#br0" timeOffset="71">22297 9181 7826,'0'7'1071,"0"0"1,1-2-89,1 2 1,1 1-440,-2 1 0,1 4 17,1 3 0,-2 3-170,1 4 1,-1 2-267,-1 3 0,0 3-80,0-15 1,0 1 0,0-1 0,0-1-364,0 1 0,0 0 0,0 12-151,0-1 1,0-1-534,0-3 1,0-2-638,0-4 1,0-5 1638,0-3 0,1-3 0,3 0 0</inkml:trace>
  <inkml:trace contextRef="#ctx0" brushRef="#br0" timeOffset="72">22217 9346 10656,'5'2'1551,"1"-1"-1390,1 1 0,4-2-266,3 0 0,4 0-2144,4 0 2249,1-2 0,-2-1 0,3-2 0,1 1 0,1-2 0,1 0 0,0 0 0</inkml:trace>
  <inkml:trace contextRef="#ctx0" brushRef="#br0" timeOffset="73">21497 9581 7973,'-5'0'1248,"-1"2"0,3-1 171,-1 0-2053,3 0 634,-1-1 0,18-14 0,5-4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7:33.74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71 8603,'0'3'1686,"-2"3"-1319,0-2 0,-1 0-52,3 0 0,0 3-158,0 1 0,0 2-147,0-2 1,0 0-44,0 3 1,0-3 27,0 3 0,0-3-353,0 0 272,0-3-251,0 0 1,1-6 114,1 1 1,0-7-128,2-2 0,0-2 114,3-2 0,-2-2 106,0 0 1,0-2 123,0 2 1,0 0 182,2 2 0,-3 1 272,0 1 1,0 2-221,0 3 1,0 0 35,-2 2 0,-1-1-30,4 3 1,-3-1 218,2 3 1,-2 1-73,2 1 0,0 0-2,0 2 0,1 0-38,-3 3-246,3-1 1,-2 3-107,2-1 1,-2 1 59,-1-3 0,-1 1-258,1-1 1,-1 0 118,-1 1 0,0 0-205,0 1 0,0 0-193,0 0 0,-2-1-437,-1 0 1,1-1-1384,2 0 2306,-2-2 0,-2-10 0,-2-4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0:34.78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1 616 8067,'0'-3'-249,"0"-3"1,0 2 299,0-2 1,0-1 334,0-2 1,0 2-175,2-2 1,1-1-52,3 0 0,-1-2-115,4-1 1,-2 0 54,2 0 1,1-2-27,3 0 0,0 0-4,-1 2 1,4 0-106,1-2 1,1 1 92,-1-1 1,1 2-124,-3 0 0,2 1-10,-2 1 1,3 1 67,-1 3 1,-2 0 53,-2 5 1,-1 0 28,-1 2 1,1 0 9,1 0 0,-2 0 10,-1 3 0,-1-2 20,2 3 0,-3-2 9,0 3 1,1-3 139,0 2 1,0-2 10,0 0 0,0 1-84,2-1 0,0 0-96,-2-2 0,2-3 7,0-1 1,1-2-30,1 0 0,0-4 2,2 0 1,-1-2-108,4-1 1,0-1 58,1-1 0,2 2-136,-4-2 0,1-1 110,-1 1 0,1 0-121,-3 2 1,-1 3-117,-3-1 1,0 3-40,-2-1 1,1 2 1,-1 1 0,-1 0 60,-1 2 1,-1-1 13,1 3 0,-3-1 56,0 1 180,1 1 0,1-2-107,0 3 0,0 0 183,-2-3 0,2 3-82,-2-2 0,2 1-223,0 1 0,-1 0-195,-1 0 0,0 0 168,3 0 217,-4 0 0,-3-3 0,-3-1 0</inkml:trace>
  <inkml:trace contextRef="#ctx0" brushRef="#br0" timeOffset="2309">796 0 8043,'-4'0'487,"-1"0"868,4 0-983,-2 0 1,4 0-140,1 0 1,1 0-115,4 0 0,1 0-32,1 0 1,0 0-231,0 0 1,0 0 125,2 0 0,0 0-191,-2 0 0,-1 2 180,-1 1 1,-2 2-125,0-1 0,0 2 208,-3 3 1,0 1 0,-2 3 0,-1-1 90,-1 1 1,-1 2-125,-4 0 0,1 0-130,2-2 1,-1-1-232,3-1 0,-2 0 338,2-2 0,-1-12 0,3-5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0:38.11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6 834 7878,'-3'-3'1670,"2"-3"-1318,-1 2 0,2-2-110,2-1 1,2-1-258,2-1 1,2-3-90,0-1 1,2-2-96,3-4 1,0-4 83,2 0 0,0-2-90,2-1 0,-1 1-4,1-1 1,1-1-216,-3 1 0,0 0 149,-2 5 1,-2 1 26,-1 3 1,-3 4 323,0 0 1,-2 3 73,-2 3 0,-1 4 389,1 1-217,-3 1 0,3 4 192,-3 1 1,-2 3-171,0 1 0,-2 3 115,1 4 0,-1-1 234,2 3 0,-1 2-223,1 3 0,1 2-209,-1-1 0,1 0 113,1 1 1,1-1-154,1 3 1,0 0-221,2-1 0,0-2-268,3-2 0,0-1-125,1 0 1,0-2-579,0-1 1,-1-4-14,0-4 1,-1-2-64,0-1 1046,1 1 0,-4-21 0,0-4 0</inkml:trace>
  <inkml:trace contextRef="#ctx0" brushRef="#br0" timeOffset="264">96 629 7886,'0'-4'0,"0"1"623,0 1-432,0 1 1,1-3 728,1 2 0,2 1-392,4-1 0,1 2-301,4 0 1,-1 0-343,5 0 1,2 0-450,3 0 1,2 0 192,-1 0 0,2 0 371,1 0 0,14-9 0,3-2 0</inkml:trace>
  <inkml:trace contextRef="#ctx0" brushRef="#br0" timeOffset="522">519 578 11311,'7'-4'369,"-1"2"1,3 1-1036,2 1 0,1 0-76,1 0 1,0 0-1307,0 0 2048,-1 0 0,18 0 0,4 0 0</inkml:trace>
  <inkml:trace contextRef="#ctx0" brushRef="#br0" timeOffset="799">526 680 7902,'0'-3'1653,"0"0"0,2 3-1242,3 0 1,3 0-370,3 0 0,2 0-323,2 0 1,1 2 200,3 0 80,1 3 0,33 4 0,9 5 0</inkml:trace>
  <inkml:trace contextRef="#ctx0" brushRef="#br0" timeOffset="1889">1263 379 7856,'4'-4'1541,"-1"-2"-1130,-3 2 1,2 1 311,0-2-224,0 1 0,-2-2-214,0-1 0,0 1-84,0-1 1,-1 3-67,-1 0 0,1 0-90,-4-3 1,-1 1-141,-3-1 0,0 3 35,1 0 1,0 2-35,-3 0 0,1 2 170,-1 0 0,-1 2 16,2 3 0,0 1 24,-1 3 1,3 1 139,0 2 0,3 1-228,3 0 1,-1 0 35,1 0 1,1 0-298,3-1 1,1-2 2,4-1 0,2-5-12,2-2 1,3-1 90,1-1 1,2-6-134,-2-2 1,3-4 2,-1-3 1,2-2 80,0-2 1,0-3 38,0-2 0,-2-1 23,1-3 1,-5 2 48,0 1 1,-3 0-52,-4 3 1,-2 1 12,-2 2 0,-3 2 55,-3 2 1,-1 3 124,-6 1 1,1 2-67,-3 5 0,0 1 160,0 3 1,-2 1-98,0 1 0,0 2-10,2 5 0,1-1 131,2 2 0,0-2-209,4 1 1,2 0-296,2 0 0,2-1-109,0-1 0,0 1 442,2 1 0,28 5 0,8-1 0</inkml:trace>
  <inkml:trace contextRef="#ctx0" brushRef="#br0" timeOffset="2165">1622 0 7856,'-9'0'0,"2"0"0,-2 0 321,2 0 1,0 0 478,-1 0 0,0 1-326,0 1 1,3 5-74,1 3 1,0 2-120,0 1 0,-1 3-49,3 1 0,0 4 13,2 0 1,0 3-77,0 0 0,0-1-126,2 0 1,0-2-60,2 0 0,-2 1-411,3-3 0,-4 1-752,1-5 0,1 0 187,-1-3 1,1 1 990,-1-3 0,-4 0 0,1-4 0</inkml:trace>
  <inkml:trace contextRef="#ctx0" brushRef="#br0" timeOffset="2347">1468 225 7858,'0'-4'1162,"0"-1"-595,3 1 1,1-2 5,2 2 1,4-1-330,0 3 0,3 0-227,2 2 1,2 0-209,4 0 1,-1 0-934,2 0 1124,-2 0 0,8 3 0,2 0 0</inkml:trace>
  <inkml:trace contextRef="#ctx0" brushRef="#br0" timeOffset="2890">1096 507 7858,'10'1'0,"0"0"128,-1 1 1,1 0 273,3-2 0,2 3 196,3-1 1,3 0-206,2-2 1,5 2-243,2 0 1,4 0 22,0-2 1,3 0-104,-1 0 0,-3 0-48,-1 0 0,-2 0-238,0 0 0,-1-2-214,-1 0 1,-5 0-1456,1 2 1884,-3 0 0,-8 0 0,-1 0 0</inkml:trace>
  <inkml:trace contextRef="#ctx0" brushRef="#br0" timeOffset="3413">1180 789 7858,'-7'4'101,"1"-1"51,0 0 1,-1-2 127,1 3 0,-1 0 443,1 3 0,0-1-454,2 1 1,-1 1-123,3 1 0,-2 2 0,1 0 0,1-2 34,2 0 1,0 0-147,0 0 0,1-3-14,1-2 0,4-2-222,2 0 1,4-2-147,-2-2 0,3-3 206,-1-3 1,1-2-184,0-3 0,-1-1 88,-1 0 0,0 0-14,-2-1 0,0 1 66,0-1 1,-3-1 57,0-1 1,0 1 37,-4 1 0,0-1 69,-2-1 0,-2-1-25,-3 3 0,-1 2 13,-3 3 1,0 2 153,-2-1 0,-1 1 39,2 1 1,0 2 1,-1 2 0,2 3-100,-1-2 0,4 1 2,0 1-155,1 3 1,1 0-234,2 4 1,1 1-129,1 1 0,1 1 450,1-1 0,16 14 0,6 1 0</inkml:trace>
  <inkml:trace contextRef="#ctx0" brushRef="#br0" timeOffset="3655">1385 725 7858,'-4'0'0,"-1"0"1683,0 0-617,3 0-541,-1 0 1,4 2-128,1 0 1,1 6-147,4-2 1,0 4-72,1-2 0,-1 4-13,2-1 0,0 1-148,0 0 0,0 1-263,0 0 0,-2 0-1077,1 0 1,-1-3 298,0 1 1021,-1-3 0,1 7 0,-1-1 0</inkml:trace>
  <inkml:trace contextRef="#ctx0" brushRef="#br0" timeOffset="3864">1295 898 7858,'-3'-6'1069,"1"-1"1,4 1-711,2 0 0,5-4-238,1 0 1,5-5-137,2-2 1,5-2 2,1 0 0,2-3-247,1 1 1,-1-2-780,1 1 0,-3 2 1038,-2 2 0,2-3 0,0 1 0</inkml:trace>
  <inkml:trace contextRef="#ctx0" brushRef="#br0" timeOffset="4445">1885 109 7858,'0'-6'85,"0"2"320,0-1 415,0 4-484,0-2 0,0 4 91,0 1 1,0 2 5,-3 5 1,3 4-12,-2 7 0,1 2-133,1 6 0,-2 2 49,0 4 1,-1 6-143,1 4 1,0 3-14,-2 3 1,0 0-195,0-1 1,-2-2 94,2 0 0,1-11-301,-2 0 0,4-6-55,-1-3 0,-1-3-199,1-3 0,0-1-57,2-3 1,0-2-448,0-2 1,0-3 254,0-1 720,0-2 0,2-6 0,2-2 0</inkml:trace>
  <inkml:trace contextRef="#ctx0" brushRef="#br0" timeOffset="4840">1982 680 10990,'6'7'838,"0"-1"0,2 3-808,0 2 0,0 2-49,3 2 0,-1-1-295,3 3 0,-1 0 119,-1 2 0,0-2-102,-2-2 0,-1-2-1032,-1-3 0,1 2 1329,-2-4 0,-4-2 0,-5-3 0</inkml:trace>
  <inkml:trace contextRef="#ctx0" brushRef="#br0" timeOffset="5073">1943 847 7858,'3'-6'181,"-2"2"0,4-4 351,-3 2 0,3-3-158,2 1 1,2-2 62,4-3 0,2 0-269,0 0 1,3 0-158,-1 1 1,0 1-833,2 0 1,-3 1 211,3-1 609,-4 2 0,4 6 0,-3 0 0</inkml:trace>
  <inkml:trace contextRef="#ctx0" brushRef="#br0" timeOffset="5341">2289 719 10082,'-3'0'1915,"1"0"-1827,4 0 0,1 0-111,4 0 0,-1 0-237,1 0 0,2 0-183,2 0 0,-1 0-1279,0 0 1722,1 0 0,19 3 0,4 0 0</inkml:trace>
  <inkml:trace contextRef="#ctx0" brushRef="#br0" timeOffset="5582">2283 796 7856,'-4'0'1026,"-1"0"1,5 0-932,0 0 0,3 0-98,6 0 1,1 0-281,3 0 1,0-2-130,-1-1 0,3 1 412,0 2 0,23-3 0,3 0 0</inkml:trace>
  <inkml:trace contextRef="#ctx0" brushRef="#br0" timeOffset="5968">2642 712 7856,'-9'-3'304,"2"3"0,-2-3 473,2 3 0,1 0-210,-1 0 1,-1 1-40,2 1 1,-2 1-153,4 4 1,-2 0-79,0 1 0,2 2 93,-1 3 1,4 0-209,-1 0 0,1 0-168,1-1 1,1 1 43,1-3 0,4 0-106,2-4 1,4 0-121,1 1 1,0-4-456,2-1 1,1-2 123,-2-2 0,4-2-387,-3-4 1,0 0 305,-3-3 1,1 2 205,0-1 0,-2-1 320,-1-2 1,-4 0-47,1 1 1,-5-1 48,0 0 1,-2 0-100,-2 0 0,-3 3 110,-3 2 0,-3 3 86,-4 3 0,-1 2 36,-1 0 0,-1 0-462,1 0 1,0 2 378,0 3 0,-6 9 0,-3 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0:48.91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0 109 8043,'5'0'0,"-2"1"588,0 1 0,4-1-113,0 1 1,4-1-95,2-1 1,3 1-339,6 1 0,3-2-206,2 3 0,5-3-237,-2 0 1,3 0 399,-6 0 0,12-3 0,1 0 0</inkml:trace>
  <inkml:trace contextRef="#ctx0" brushRef="#br0" timeOffset="452">334 13 8021,'0'-3'488,"0"-3"1,3 5-73,1-1-222,2 1 0,1 4-30,1 2 1,0-1-162,0 2 1,-1-1 127,0 4 1,-1 0-121,1 0 0,-1 2 67,0 0 0,-1-1-192,-1 0 1,-3 1-22,1 2 0,-1-2 86,-1-1 1,0-1-146,0 1 1,-2-2-17,0 1 1,-4-1-32,0 0 1,-1-3 84,-1 2 156,1-2 0,-20 1 0,-4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0:51.62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48 52 7855,'-2'-4'5,"1"-1"0,-2 1 836,0 1-462,2-3 0,-2 3 910,1-1-401,1-2-188,-2 5-443,3-1 1,0 3 13,0 3 1,0 2-89,0 7 1,2-1-124,0 5 0,1 2 9,-3 3 0,0 2-111,2-1 1,-1 2-286,1 1 1,-1 0-121,-1-1 0,0 1-360,0 0 0,0-6 110,0 0 0,2-6 697,0-1 0,9-26 0,0-9 0</inkml:trace>
  <inkml:trace contextRef="#ctx0" brushRef="#br0" timeOffset="222">164 14 7939,'0'3'171,"-3"3"1,2-3 352,-1 4 0,1 0 232,1 1 1,0 3-282,0 4 1,0 4-36,0 2 1,0 4-330,0 1 0,0-1-200,0 0 0,1 0-76,1-3 1,0-1-362,2-2 1,-2 0 46,2-2 1,-2-4-1562,0-2 2040,1-3 0,-5 1 0,2-2 0</inkml:trace>
  <inkml:trace contextRef="#ctx0" brushRef="#br0" timeOffset="406">10 168 7939,'-4'0'1183,"-1"0"0,5 0-1123,0 0 1,3-3-272,6 1 0,1 0 53,5 2 1,0 0-446,2 0 603,0 0 0,19 3 0,5 1 0</inkml:trace>
  <inkml:trace contextRef="#ctx0" brushRef="#br0" timeOffset="798">363 212 7939,'-5'0'1081,"1"0"1,2 0-386,-2 0 1,2 0-350,-3 0 1,3 0-150,-2 0 1,0 0-58,-3-2 1,1 1-187,-1-1 0,1 1 99,0 1 1,-1 1-89,1 1 1,-3 1 60,1 1 0,-2 4 100,2-2 1,1 3-11,-2-1 1,2 2-123,1 3 0,2 0 63,2 0 0,1-3-121,1 1 0,1-3-219,1 1 0,2-3-273,2-2 1,3-1 285,2-3 0,-1-1-267,1-4 1,-1 0 144,3-5 1,-2-1-8,-1-2 1,0 0 252,1 1 1,-2 1 177,-2 0 1,-1 3 93,-2 0 0,1 3 922,-3 1-622,0 2 0,-2 0 398,0 4 1,-1 5-404,-1 3 1,1 0-369,-1 1 1,2 0-474,0 1 1,0 1 147,0 0 1,2-2-188,0-1 0,4-2 458,0 1 0,15-13 0,6-4 0</inkml:trace>
  <inkml:trace contextRef="#ctx0" brushRef="#br0" timeOffset="1032">478 302 7939,'-6'3'647,"2"-2"1,-2 2 39,2-3 1,1 0 952,-2 0-1260,1 0 1,0 0-252,-1 0 0,4-1-36,-1-1 1,1-2-190,1-2 0,0-1 144,0 1 0,1-3-15,1 1 0,-1-1-265,4 0 0,-1 1-117,2-2 0,2 2-117,0-1 1,-1 2 19,2 1 1,0-1-226,0 1 1,2 1 68,0 1 1,0 3 601,0-1 0,12 12 0,2 5 0</inkml:trace>
  <inkml:trace contextRef="#ctx0" brushRef="#br0" timeOffset="1290">677 1 8009,'-4'0'1774,"-1"0"1,4 0-1287,-1 3 0,1 0-230,1 4 0,0 3-26,0 2 0,0 5-62,0 4 1,0 1-101,0 3 0,1-1-75,1 4 0,-1 1-347,1-1 1,1-1-914,-1-4 1,1-1 204,-1-3 1,-1-1 1059,1-3 0,-2-5 0,0-8 0</inkml:trace>
  <inkml:trace contextRef="#ctx0" brushRef="#br0" timeOffset="1472">574 187 7919,'4'0'-91,"2"0"342,-2 0 0,2 0 408,3 0 1,-1-2-531,5-1 1,-1-1-490,5 2 1,1-1 185,1 1 174,0 1 0,20 1 0,5 4 0</inkml:trace>
  <inkml:trace contextRef="#ctx0" brushRef="#br0" timeOffset="2003">837 302 7919,'-6'4'249,"-1"1"1,2-3 420,0 2 1,2-2 233,1 0-97,1 1-1164,-2-2 169,3 2 1,0-6-167,0-1 1,0-2 187,0 0 0,2-4-28,0 0 0,1-2 174,-1-1 1,-1-2-34,1 0 1,1-1 175,-1 1 1,0 2-135,-2-2 0,3 2 354,-1 2 0,2 0-95,-2 2 1,3 1-21,-1 4 1,2 1-9,1 3 0,-3 0-36,0 0 1,0 3 34,3 1 1,-1 5-5,1 2 0,-3 3-29,0 1 1,-2 3 65,3-1 1,-4-1-207,1 1 1,0-3-39,0 1 1,-1-2-441,3-2 6,-2 1-412,4-5 517,-3 0 1,4-8-89,-1-6 0,0-2 96,-2-4 1,2-2 13,-2 0 1,2-2 399,0 0 1,0 0-99,1 0 1,-3 3 124,0 2 1,1 0 162,1 3 0,-2 1 722,1 4-301,-1 1-153,2 3 0,1 3-111,-1 1 0,-2 4-2,1 1 1,-3 4-226,2 0 0,-2 2-210,3 0 0,-2-2-866,1 2 0,2 1 236,-2-1 1,2 0-712,0-2 1330,1 0 0,14-6 0,3-2 0</inkml:trace>
  <inkml:trace contextRef="#ctx0" brushRef="#br0" timeOffset="2333">1273 187 7881,'-10'-4'627,"-2"-2"1,5 6-42,-4-2 1,2 1 68,-1 1 0,2 0-259,-1 0 1,0 1-175,0 1 1,0 2-53,1 5 0,3-2-63,-2 4 1,2 0 46,-1 2 0,2-1-121,2-2 0,1 3 76,1-3 0,0 2-107,0-2 1,3 0-181,1-4 0,2-2-17,1 1 1,-1-4-213,0 1 0,2-1 11,0-1 1,0-3-205,3-1 1,-4-3 217,2-1 1,0 0-97,0-3 0,-1 3 346,-1-3 1,1 3-41,1 0 152,-1-2 1,-1 3 189,-1-2 321,-2 5 1,-1 1-211,0 3 1,-3 1 194,2 1 1,-1 2-488,-1 5 0,0-2 103,0 4 0,0-2-889,0 1 0,0 0 127,0 1 670,3 1 0,1-2 0,2 3 0</inkml:trace>
  <inkml:trace contextRef="#ctx0" brushRef="#br0" timeOffset="2649">1382 277 7881,'-6'3'261,"3"0"1,-3-1 1129,2 0-896,1 0 1,-1-2-252,2 0-516,1 0 1,-1 0 58,4 0 0,0-2-242,2-3 0,0-3 361,3 0 1,-1-4 142,0 2 0,1 0 45,-1-1 1,1 1-151,-1-1 1,3 0 509,-1 2 0,1-1-80,-3 1 0,1 1 127,2 1 1,-2 3-114,2 0 0,-2 2-158,-1 0 1,1 1 39,-1 1 0,0 3-24,1 2 1,-3 3-159,0 3 0,-2 2 72,0 2 0,-1 1-343,-1 3 1,0 0-103,0 1 0,0-2-269,0-1 1,0 0 553,0-2 0,0-5 0,0 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0:56.97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0 232 7902,'5'0'0,"-1"0"143,1 0 1,0 2 297,2 0 0,-1 0-12,1-2 0,2 2-130,2 0 1,2 0-270,1-2 1,2 0-198,1 0 0,2 0-235,-2 0 1,1 0 401,-1 0 0,7 3 0,0 1 0</inkml:trace>
  <inkml:trace contextRef="#ctx0" brushRef="#br0" timeOffset="1460">481 84 7867,'0'-3'374,"0"-3"235,0 2 0,0 0 278,0 0 0,0 2-6,-3-3-121,3 4-572,-6-5 1,2 5-141,-2-1 1,0 2-142,-1 2 1,0 3 157,-1 3 0,-2 2 24,-3 3 1,0 3 10,0 1 1,1 4-119,1 0 0,0 0 40,2-1 0,1-1-72,4 0 0,1-2-54,3 0 1,1-5-211,1 1 0,2-5 99,5-2 0,-1 0-81,3-4 0,-1 0-36,3-2 1,0 0-2,0-2 1,-1-2-32,-1-2 0,-2-1 72,-3 1 1,1-3 32,-1 1 0,-2-1 102,-2 3 1,-2-1 123,0 1 0,0-1 89,0 1 0,-2 0-87,-3-1 0,2 3 112,-2 0 0,3 0 6,-2 0 0,2-1 30,-2 3 0,2-3-132,0 0 0,1 2 107,1-1 0,0 1-10,0-1 0,1 3 135,1-1 0,2-1 122,2 1 0,1 0-116,-1 2 1,3 0 260,-1 0 0,3 2-54,-3 3 1,3 1 97,-2 3 0,-1 1-271,-1 2 0,-1 1-192,0 0 0,0 0-148,-2 0 0,0 0-406,-2-1 1,0 1-314,2 0 1,-2-2 153,2-1 648,-2-5 0,6-10 0,-1-10 0</inkml:trace>
  <inkml:trace contextRef="#ctx0" brushRef="#br0" timeOffset="1742">661 277 7873,'-2'6'781,"0"0"1,-1 1-317,3-1 0,-2-2 239,0 1-248,0-4-162,2 2-266,0-3 169,0-3 1,0-3-113,0-2 0,0-3-22,0 0 1,0-1 68,0-1 0,2 0-144,0 0 0,3 0 49,0 1 0,-2-1-125,1 0 0,1 2 15,1 1 1,1 2-169,-1-1 1,1 3-264,2 1 1,0 3 503,2 2 0,21 17 0,3 4 0</inkml:trace>
  <inkml:trace contextRef="#ctx0" brushRef="#br0" timeOffset="2052">847 187 7870,'-10'0'593,"-2"0"0,2 0-122,-3 0 1,2 0 225,1 3 0,2 0-159,-1 4 1,2 1-19,1 1 1,2 0-352,2 0 1,1-2 70,1 4 1,2-3-212,2 0 0,0-1-99,5-3 1,1 1-233,0-3 0,2 0 73,-1-2 0,1 0-329,-2-2 0,2 0 158,1-2 1,-2-3-124,0-1 0,-3-1 141,0 3 0,-1-1 104,0-2 1,-2 2 258,0-1 0,-3 0-24,-2 2 0,0 0 18,0-1 0,0 1-10,-2-1 1,-2 2 169,-2 0 0,-1 0-174,1 3 1,-1 0-352,1 2-750,0 0 1140,-1 0 0,9 6 0,3 1 0</inkml:trace>
  <inkml:trace contextRef="#ctx0" brushRef="#br0" timeOffset="2519">982 1 7846,'-4'0'1353,"-2"0"1,5 0-672,-3 0 1,2 0-246,0 3 1,1 1-100,1 4 1,0 1-196,0 4 0,0 1-89,0 5 1,0 3-20,0 2 0,2-1-174,1 0 1,-1-3 53,-2-1 1,0 0-49,0-4-696,3-3 211,-3-6 314,6-3 0,-3-6 77,1-4 1,2 0-34,-2-3 0,2 1 178,0-2 0,1 3 167,-1 0 1,3-1-13,-1 3 1,1-3-90,-3 4 1,3-1 157,-1 4 0,1-2-55,-3 1 0,1 1 73,2 2 0,-4 1 13,1 1 1,-1 2 117,2 2 0,-3 1-55,0-1 1,-2 3 74,0 2 1,-1 0-181,-1 0 0,-3 3-1,1-4 0,-3 4-177,-2-4 0,1 0-21,-3-2 0,0-1-73,0 0 1,-2-1 92,0-2 1,1 1-98,0-3 1,-1 0-84,-2-2 0,1-1-249,1-1 1,1 1-24,2-4 1,3 1-258,-2-2 0,5-1-151,0-2 0,4 1 908,2-2 0,25-13 0,6-4 0</inkml:trace>
  <inkml:trace contextRef="#ctx0" brushRef="#br0" timeOffset="3021">1251 206 7829,'-6'6'317,"-1"1"1,1-1 488,2 1 1,-2-1-393,2 0 0,1 1 1,1-1 0,-1 1-412,1-1-749,0-2-386,-1-1 838,3-3 1,-3-3 89,3-2 0,0-2 127,0-2 1,0-2-40,0 0 1,0-1 109,0-1 0,2 0 241,0 0 0,2 3-67,-2-1 1,1 1 119,-1-1 0,1 1-4,1 2 1,2 1-55,-2 1 0,2 0 34,1 4 1,-1-2-64,0 2 0,1 0-39,-1 4 0,0 2 38,-2 2 1,2 4-3,-2 0 1,-1 2-66,-1 1 0,1 0 24,-1 0 1,1 0-295,-1 0 0,-1-3 38,1-2-312,2-1 0,-3-1-64,3-2 73,1-1 1,1-6 99,0-4 0,1 0 109,-1-4 0,1 1 57,-1-3 1,0 1 104,1 1 0,-1-1 33,1 1 1,-1 2 298,1 0 0,-3 3 257,0 2 1,0 0-181,0 2 0,1 2-12,-3 0 0,2 4-234,-2 4 0,1 0-250,-1 3 1,0 0-182,2 4 0,-2-2-534,3 2 1,-3-1 416,2-1 416,0 0 0,6-3 0,-1-1 0</inkml:trace>
  <inkml:trace contextRef="#ctx0" brushRef="#br0" timeOffset="3361">1597 123 7786,'-6'0'267,"0"-3"0,-1 2 408,1-1 1,-1 1-118,1 1 0,-1 0 123,1 0 0,0 3-182,-1 1 0,1 5-148,-1 2 1,2-1-148,0 0 1,0 3-47,3 2 0,0-2-95,2-2 0,0-1-15,0 0 1,3-1-255,1-2 1,2-4-68,0 0 0,2-3-382,0 0 0,0-3-74,3-1 0,-3-2 249,3-3 0,-3 1 18,3-2 0,-2 1 248,1-2 1,-2 4 243,1-2 0,-2 2-221,-1 1 248,1-1 239,-1 4 106,-2 0 1,-2 6-88,-2 4 0,0 0-325,0 3 1,0-1-347,0 2 1,0-3-140,0 3 1,0-3 494,0 0 0,12-6 0,2-3 0</inkml:trace>
  <inkml:trace contextRef="#ctx0" brushRef="#br0" timeOffset="3651">1745 212 7784,'-3'4'509,"0"0"866,-1-2-384,-2-2-377,5 3-407,-1-3-172,2 0 0,2-3-226,0-1 1,3-2 117,-1-3 1,2 1-125,0-2 1,1 1 142,-1-2 1,1 3-64,2-3 1,-2 3 268,1 0 0,0-2 90,-2 2 1,0-1 109,1 3 1,1 0-111,1 2 1,0-1 66,-3 3 0,1 0 301,2 2-190,-2 0 1,2 3-42,-3 1 0,1 4 7,-1 3 0,-2 1-151,-2 1 1,-1 3-313,-1 1 1,0 1-371,0 2 0,0-1-362,0 0 1,0 0 808,0-2 0,0 4 0,0-1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02.47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26 7809,'0'-6'617,"0"-1"1,-1 3 285,-1 0 421,1 2-893,-1 0 0,2 2-69,0 2 1,0 3 111,0 3 0,0 3-186,0 4 1,0 0-64,0 4 0,0 0-99,0 4 0,2-1-141,0 4 0,0-2-663,-2 4 1,0-2 433,0 0 0,1 0-1252,1 2 1,-1-4 165,1-1 1330,1-5 0,1-11 0,2-5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02.68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0 9208,'4'0'1097,"0"0"1,3 0-977,1 0 1,6 0-254,-1 0 1,6 0 61,0 0 0,4 0-177,-2 0 0,1 0 247,-3 0 0,12 0 0,2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03.04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26 1 7876,'-6'3'649,"0"3"174,2-2 1,0 2 82,2 0 0,1 1-353,-1 2 0,1 3-136,1 3 1,0 3-161,0-1 0,1 2-20,1 3 0,-1 0-105,1 1 1,1-1-123,-1-5 0,0 0-25,-2-2 0,2 0-265,1-2 1,-1-3-1140,1-4 1056,-3-3 1,5-3-8,-3-2 0,3-2 130,-3-2 1,3-3 189,-1 1 0,0-3-39,0 2 1,0-1 140,3 4 0,-3-2-153,0 4 0,0-1 1,3 1 636,-1-2 1,1 5-199,-1-1 0,1 2 260,-1 2 1,0 2-321,1 5 0,-3-1-140,0 2 1,0 1-305,0 2 1,1 0-443,-3 0 1,3-1 176,0 1 1,0-2-872,2 0 1302,-1-3 0,3-2 0,1-3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06.17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39 173 7928,'-7'0'311,"1"0"161,-1 0 0,3 0 12,0 0 0,2 0 883,-3 0-498,4 0-245,-2 0-405,9 0 1,-1 0-1,5 0 1,0 0-158,1 0 1,3 0-131,-1 0 1,1 0-235,-1 0 1,0-2-50,0 0 0,0-2-417,0 2 0,-1-3 346,1 0 1,-3 0-116,-1-2 1,-3-1-116,-2-1 609,-1 1 0,-3 1 134,-3 1 0,-1 0 71,-4 2 0,-2 1 57,-3 3 0,0-2-113,0 0 0,0-1 39,-2 3 0,1 3 132,-1 2 1,2 0 178,0 2 0,1 1-27,1 1 0,2 2 128,2 0 0,2 1-296,0 1 1,2 0-314,3-1 1,2-1-380,2 0 1,2-3-21,7 3 1,0-4-600,4 0 0,4-2 533,-2-3 517,2 1 0,15-12 0,5-2 0</inkml:trace>
  <inkml:trace contextRef="#ctx0" brushRef="#br0" timeOffset="358">391 116 7923,'-10'0'562,"-2"0"166,2 0 0,0 0-36,-1 0 0,1 0 147,-1 2 1,0 2-305,2 2 1,0 4 111,0 0 1,3 0-334,0 1 0,2 0-120,4 1 1,0-1-163,0 0 1,3-1-222,1 1 0,3-2-226,1-3 0,3-2 130,4 1 0,-2-4-468,2 1 0,1-2 286,-1-2 0,1-1-93,-1-4 1,-3 1 372,1-1 0,0-1-47,-2-1 0,-2-1 211,0 1 0,-3-2 7,-2 0 0,-1 1 50,-3-1 1,0 3-40,0-3 0,-3 2 202,-4-1 0,0 2-157,-4-1 1,0 2-88,-4 1 1,1 2-79,-1 2 1,2 1-194,0 1 1,0 0-296,0 0 1,4 3 264,3 2 0,0 0 348,4 2 0,25 8 0,9 2 0</inkml:trace>
  <inkml:trace contextRef="#ctx0" brushRef="#br0" timeOffset="588">571 225 7902,'-7'-1'860,"1"-1"1,0 0 648,2-2-697,-2 0 0,4-5-357,-3 1 0,2-1-207,3 3 0,0-3-104,0 1 0,0-3-129,0 2 0,3-1-107,2 1 0,0 1 163,2 1 0,-1 1-148,0-1 0,3 1-369,0-1 1,1 3-526,-1 0 0,2 2 145,0-3 0,1 4 826,1-1 0,8 13 0,3 3 0</inkml:trace>
  <inkml:trace contextRef="#ctx0" brushRef="#br0" timeOffset="899">750 154 7878,'0'4'726,"0"-2"185,0 1 1,1-2-313,1 1 0,0-1 160,2-1 0,0 0-421,3 0 1,0-1-399,1-1 1,0-2-316,0-2 0,1 0 304,0-1 1,-1 1-70,-1-1 1,-1 1-119,1 0 0,-3-3-470,0 0 0,-2 1 177,0 1 0,-2 1 140,-2 0 1,-4-1 389,-3 1 0,-2 0 180,0 2 0,-1 1 224,-3 3 0,-1 1 71,-1 1 1,1 2 482,3 5 0,1-2-448,1 4 1,2 2 35,3 2 0,0 1-192,2-1 1,1-2-93,3 2 0,3 1-737,4-1 0,2-1-133,4-3 1,3-2-511,1-3 1,2 0 287,2-2 1,-1-1 850,2-3 0,35-40 0,8-10 0</inkml:trace>
  <inkml:trace contextRef="#ctx0" brushRef="#br0" timeOffset="1358">1026 96 7862,'-9'7'0,"2"0"663,-2 1 0,3 0-103,2 3 0,-1-3-4,3 3 1,-1-3-430,3 1 0,1-3-359,1-2 34,2 2 1,2-5-334,1 1 1,-1-2 102,0 0 1,-1-5 246,2-1 0,-4-2-39,3-1 1,-1 0 49,2-2 1,-1-1 75,0 1 1,1-1 111,-1-1 0,-2 3 291,1-1 0,-1 0-106,2-2 1,1 3 25,-1-1 0,1 3 72,-1 0 0,1 3-63,-1 0 0,0 4 194,1-1 1,-2 2 13,0 2 1,0 2 2,-3 5 0,0 1-152,-2 3 0,0 0 69,0 2 0,0-1-197,0 1 0,2-3-129,0-1 1,1 0-226,-1-2 1,2-1-14,2-4 0,1-1-347,-1-3 0,3-1 176,-1-4 1,6 0 23,-1-5 1,1-3 207,-1-2 0,-1 2 190,1 2 0,0 1-1,0 0 1,-2 0 354,-1 4 0,-2 2-177,1-1 0,-2 4 129,-1-1 0,-1 4 258,-1 2 0,-3 3 13,1 1 0,1 3-187,-1 4 0,0-1-499,-2 3 1,0 0-452,0 3 0,-2-3 527,0 0-20,0-3 0,-1 5 0,0-3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6:17.39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65 8154,'0'-4'-1790,"-1"1"1377,-1 3 413,1-3 0,-4 2-61,3-3 53,0 2 0,1-3 20,-1 3 0,1-1-11,-1 1 3,1 1-4,1-4 1,0 3 1,0-2-1,0 3 2,0-5-3,0 5 0,9-7 0,2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6:04.07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112 1 7960,'-10'0'0,"-2"2"315,4 0 1,-1 1 520,2-1 0,1-1-278,2 4 0,-1-1-20,3 2 1,0 4-91,2 0 0,0 2-112,2 1 1,4 3-243,3 1 1,3 2 59,-1 3 1,1-2-37,1 1 0,1 0-11,-2 0 1,1-1-175,1 1 1,-3-1-32,-1 0 0,-2-3-167,1 0 0,0-2 26,-1 2 0,-3-3 71,2 1 0,-4-1 107,1-2 0,-3 4 77,1 1 1,-1 0 100,-1 0 1,0-2-80,0 2 0,-2 0 149,0 2 1,-3-3-15,1-1 1,-2 1 236,-1-1 1,3 1 21,0-1 1,-1-2-94,-2-1 0,1 1-331,-1-5 1,1 1-110,0 0 0,-1-4-258,0 1 0,0-4-169,1 1 0,-1-3-552,1 0 1,0 0 409,-1 0 1,0-2-835,0 0 1504,1-3 0,-15-4 0,-4-5 0</inkml:trace>
  <inkml:trace contextRef="#ctx0" brushRef="#br0" timeOffset="539">7 584 8373,'-3'0'2290,"0"1"-1864,3 1 0,0 2-203,0 5 0,0-1-40,0 3 1,0 1-80,0 3 0,0 2 64,0-2 1,0 3-154,0-1 1,0-1 100,0-1 1,0 1-104,0-1 0,0-1 17,0-3 0,0-1 21,0-2 0,2-1 270,0 2-229,3-2 1,-1-1-200,2 1 1,2-3-182,1 0 0,-2-2-259,4 0 1,-2-1 39,2-1 0,0 0-437,2 0 0,2 0-419,1 0 1363,2 0 0,2 0 0,3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6:56.59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166 229 8596,'0'-4'1362,"0"1"0,-3 2-836,-3-2 1,0 3-160,-2-3 0,1 2 72,0 1 1,-4 4-114,-2 1 0,1 2 24,0 3 1,0-1-139,-1 3 0,0 0-27,3 3 0,0 0-25,2 3 0,2-2-82,1 4 0,2-4-108,3 1 1,1-1-369,4-2 0,1 0-894,7-1 1,0-3 100,4-2 1,1-4-1319,1-2 2509,-2-1 0,34-24 0,7-6 0</inkml:trace>
  <inkml:trace contextRef="#ctx0" brushRef="#br0" timeOffset="375">362 258 7878,'-8'4'0,"-3"-3"484,3 5 0,-3-4 699,4 3 0,-1-3-420,1 3 1,-1 0 229,0 2 1,1 1-246,-1 2 1,4-1-364,2 4 1,-1-4-389,0 4 1,1-4-34,2 4 1,3-4-23,2 0 1,2 0-34,3-2 0,-1 0-359,4-3 1,0 0-26,1-4 1,0 0-623,0 0 1,1-1 237,-3-2 0,5-1 369,-5-3 0,1-4 25,0-1 1,1-1 237,-5 1 1,1-2 130,-2 2 0,0-2-88,-1-1 1,-3 0 102,-1 1 0,-2 1 24,-1 1 0,-1 3 277,-2-1 0,-1 2 268,-3 1 1,-5 3-245,0 1 0,1 2-44,-2 1 1,2 0 100,-1 0-681,3 4 1,-1-1-144,1 2 1,5-1 522,2-2 0,18-4 0,5 1 0</inkml:trace>
  <inkml:trace contextRef="#ctx0" brushRef="#br0" timeOffset="841">625 229 8543,'-8'-4'643,"1"2"1,2 1-241,0 1 0,0 0 163,-2 0 1,2 0 331,0 0 1,2 3-520,1 2 0,-2 4-152,2 1 1,-1 5 169,3 0 1,0 2-219,0 0 1,1 0-308,2 2 1,1-3-41,4-1 0,0-2-220,2-6 0,-1 1 121,3-5 1,2-1-124,0-2 0,0-2 31,0-3 1,0 0-278,-2-7 1,3-2 72,-1-3 0,-1 2 80,-1-2 0,-1-1 179,1 0 0,-5 2 89,0 4 1,-2-1 360,0 3 96,-2-3-84,-3 8 1,-1-2 135,-1 7 1,0 4 522,-3 1 0,1 4-236,-1 4 0,-1 0 259,4 2 0,0 0-636,2 0 1,-3-1-106,1 1 1,-1 0-563,3 0 0,1-2-205,1 0 1,0 0-667,3-3 1,0-1 1333,2-1 0,15-17 0,1-4 0</inkml:trace>
  <inkml:trace contextRef="#ctx0" brushRef="#br0" timeOffset="1082">940 8 7878,'0'4'0,"-2"3"382,0-2 0,-2 1 571,2 2 0,1 0 34,-1 2 0,1 2-283,1 5 0,0 3-70,0 4 0,2 2-268,1 4 1,0 2-114,-1 0 0,0 0-297,3-3 1,-2-2-323,2 0 1,-2-4-219,2-1 1,-3 2-1657,3-5 2240,0 1 0,12-22 0,4-3 0</inkml:trace>
  <inkml:trace contextRef="#ctx0" brushRef="#br0" timeOffset="1509">1152 251 7867,'-11'4'246,"2"3"61,-4-2 1,6-1 887,0 1 1,1 2-459,-1 3 1,2 2-210,-1-2 1,4 4-221,0 1 1,1-1-64,1 3 0,0-3-224,0-2 1,1-3-227,1 1 0,3-2 14,3-1 1,-1-3-235,0-1 1,1-3-24,-1-3 0,5-2 61,0-5 1,-1-1-75,2-4 0,0-2 29,2 0 1,-2-4-83,2-1 0,-4 0 205,4-3 1,-5 2-33,4 1 0,-5-3 150,1-2 1,-3-2 12,-2 0 1,-1 2 177,-2 3 1,0 4 65,1 0 17,-3 7 1,0 2 229,-3 9 1,1 1 456,-3 1 0,2 6-485,-2 1 1,3 5 10,-3 1 1,3 1 490,0 3 1,1 0 571,1 2 0,-2 2-503,-1 3 1,1 0-499,2 3 0,0-3-319,0 0 1,0 0-31,0 1 1,0-2-195,3 4 1,-1-3-526,2 0 1,1-3 709,3-1 0,7-7 0,0 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6:59.14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59 7855,'0'-7'386,"0"-1"154,0 1 0,-1 0 426,-1-1 145,1 1-223,-2 0-404,3 2 1,0 3-280,0 4 1,0 3-155,0 5 0,-3 5-66,1 4 0,-1 4-17,3 1 1,0-1 6,0 2 0,0 0-130,0-1 1,0 1-470,0-3 1,0-3 276,0-2 0,1-4-540,2-1 222,-3-3 440,7-1 0,-4-8 250,2-5 1,3-2 56,-3 0 1,-1-3 74,1 0 0,0 0-108,2 3 1,0 0 90,1-1 0,1 3 88,1 1 0,-2 1 170,2-2 0,1 4-30,-1-2 1,0 2-74,-3 1 1,1 4-142,-1 0 0,1 3-43,0 0 0,-4 1-135,-2-1 1,-1 3 13,-1 0 1,0 2-147,0-2 1,-3 3 106,-2-1 0,-4 1-79,-2-1 0,-2 2-111,1-5 1,-3 1-10,0-2 0,0-2-278,0-1 0,1-2-485,1-3 331,0 0 1,3-3 121,1-2 558,4-1 0,25-41 0,9-9 0</inkml:trace>
  <inkml:trace contextRef="#ctx0" brushRef="#br0" timeOffset="339">293 265 7855,'0'4'1256,"0"3"1754,-3-3-2457,2 0 0,1-1-314,5-3 0,3-1-570,-1-1 0,0 0 298,1-3 1,2 1-731,-1-1 0,2-1 319,-3 1 1,-1-2-1,0 0 0,0-3 203,-2 0 0,2 1-143,-5 1 1,0 0 192,-2-2 0,0 2 215,-3-2 0,2 5 438,-5 0 0,-2 2-302,-2-2 1,1 4 611,1-2 1,-3 6-50,2 5 0,-1 0 213,2 4 0,4 1-441,-1 4 1,3-1-28,0 1 1,1 2-196,1 1 1,1-2-63,1-1 1,5-2-249,2 0 0,4-3-327,1 1 0,0-8-1269,4 0 1,1-3 1632,0-2 0,20-30 0,1-6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02.09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15 346 8255,'-4'0'2770,"-2"1"-2231,4 1 0,0 2-219,2 4 1,0 1-141,0 3 1,0 4-147,0 6 1,0 3 3,0 2 0,2 2-193,0 0 1,1 0 84,-3-2 1,1-5-141,1-5 0,-1-2-213,1-3-183,-1-2-172,-1-5 500,0-12 1,0-4-111,0-9 0,0-1 19,0 1 1,0-4 130,0-3 0,3 0 107,-1 0 0,1 0-32,-3-2 0,3 2 93,-1 0 0,2 1 226,-2-1 0,0 2-6,3 6 0,-1 0 380,1 2 0,1 4-8,-1 1 1,2 3-259,1 2 0,2 2 25,0 0 0,0 3-68,1 0 1,-3 2-57,2 2 0,-2 0-3,0 3 0,-3 1-49,0 3 1,-3 0 9,1 4 1,-3-3-99,0 5 0,0-2-272,0 4 0,-3-1-9,-3-1 1,1-1-136,-2 1 1,4-3 113,-5 1 0,0-4-47,-3 0 0,2 0 63,1-2 0,0-3-64,-2-2 1,4-1-174,-2-1 498,2-3 0,6-37 0,0-12 0</inkml:trace>
  <inkml:trace contextRef="#ctx0" brushRef="#br0" timeOffset="409">264 0 7870,'0'4'624,"-1"2"155,-1-4 0,1 4-207,-1-1 0,1 2 62,1 3 0,0 2-283,0 2 1,0 4-132,0 2 0,0 4-214,0 0 0,0 3-125,0-2 1,0-1-100,0-2 0,0 0 163,0-3 1,0-2-150,0-4 1,2-3-442,1-2-581,-1-4 621,-2-1 320,3-10 1,-2 0 92,2-5 1,0-1 279,-1 3 0,2-1 148,-2 1 1,0 2-90,3-1 1,-1 0 85,1 2 0,1 0 43,-3-1 1,3 4 548,-2 2-519,3-2 1,0 3 105,1-2 1,-2 3-100,0 3 1,1 1-327,-2 3 0,0 4-337,0 1 1,1 0-195,-4 0 1,4 0-606,0 3 0,-2-4 1149,1-1 0,3 2 0,4-1 0</inkml:trace>
  <inkml:trace contextRef="#ctx0" brushRef="#br0" timeOffset="631">482 184 7870,'-5'3'823,"-1"-2"1,5 3-146,-1-1 1,1-2 1760,1 4-1910,0 0 1,1 3-72,1-1 1,2 0-774,4 1 1,2 1-6,0 1 0,1 0-132,-1-3 0,0-2-85,2 0 1,-2-1-693,2 1 1,-1 1 1228,1-4 0,7-9 0,5-5 0</inkml:trace>
  <inkml:trace contextRef="#ctx0" brushRef="#br0" timeOffset="840">685 169 7870,'-7'4'438,"-1"0"0,3 3 653,0 0 1,1 4-562,-1 1 1,-2 5-40,2 0 1,1 4-211,-1 1 1,0 1-56,-3 4 0,1 0-164,3 3 0,-3-3-176,2-1 1,1-1-778,-1 2 0,1-6 34,-2 1 0,2-4 857,2-1 0,-3-12 0,-2-2 0</inkml:trace>
  <inkml:trace contextRef="#ctx0" brushRef="#br0" timeOffset="1209">858 184 7870,'-8'-4'256,"1"-3"1,-3 7 413,0-3 1,0 2-200,2 1 0,1 0-15,-1 0 1,3 0-136,0 0 0,1 4-20,-1 1 1,0-1-196,2 1 0,-3-1 17,4 4 1,-1-1-47,3 1 1,0 0 18,0 2 0,4-2-178,2 2 1,-1-2-34,2-1 1,-1 0-159,3 1 0,0-2 37,-2-1 0,2 2-105,1-2 0,-2 1-44,2 2 0,-4-1 104,0 0 0,-5 1 132,2-1 1,-3 0 73,0 1 1,0-1-8,0 0 0,-3 0 7,-3-2 0,-1 1 185,-3-4 1,1 3-122,-3-3 0,-1 1 72,1-3 0,-2-3-273,1-2 1,2-2-199,2 0 0,1-1-955,3-2 1365,2 2 0,13-16 0,2 0 0</inkml:trace>
  <inkml:trace contextRef="#ctx0" brushRef="#br0" timeOffset="1381">978 353 7870,'-3'4'556,"-1"3"1,-3-5-322,2 3-269,2-4 34,3 6 0,7-16 0,1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04.48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60 96 7796,'-4'0'2425,"0"0"-903,4 3-579,0-2-759,0 2 0,4-3-142,1 0 0,5 0-50,-1 0 0,2-1-190,-1-1 1,-2-2-296,3-4 0,-1 1 294,-3 0 0,2-1-25,-4 1 1,-1-1 9,1 1 0,-2 0-10,-1-1 1,-1 3 119,-1 1 0,-3-1 102,-3 1 0,-3 0-15,-1 4 0,-3 0 178,-1 0 0,1 4 316,-2 0 0,3 4-248,-2 2 0,5 0 409,-4 3 0,4 1-199,-2 1 1,6 0-49,0 2 0,3 1-130,0-1 0,4 1-219,3-1 0,2-2-172,4 0 1,3-4-438,3-4 0,5-2-829,-3 0 0,4-4 673,-1-1 0,1-4 723,-1-6 0,11-21 0,2-8 0</inkml:trace>
  <inkml:trace contextRef="#ctx0" brushRef="#br0" timeOffset="318">323 132 7923,'0'8'363,"-3"-1"18,2 4 0,-4-3 551,2 2 1,0-2-505,0-1 0,3 1-20,-3-1 1,0 0 75,1 1-70,1-1-453,-2-3-103,3-1 0,0-3-158,0-3 0,0-1 120,0-3 0,0-4-208,0-1 1,2-5 183,1 0 0,4-1-2,-3 1 1,2 2 276,-1-3 0,2 4-147,-2 1 1,1 0 285,1 0 1,-1 3-26,-1 0 1,0 2 101,3 4 1,-1-2-96,0 3 1,1 2-83,0 3 1,-1 5-80,1 3 0,-2 3-171,-1 2 0,-1 1-400,-1 3 0,-3 0 285,3 1 1,1 0-383,-1-3 1,0 3 636,-1-3 0,6-3 0,3-3 0</inkml:trace>
  <inkml:trace contextRef="#ctx0" brushRef="#br0" timeOffset="636">580 110 11345,'5'0'-549,"-1"-3"0,1 0 368,3-2 0,-1-2-48,0 2 0,2-1 61,-2-1 0,0-1-173,-2 1 0,0-1 132,-2 1 0,-1 0 10,-2-1 1,-1 3 319,-1 1 0,-2 2 63,-4-1 0,-1 3 125,-2 0 1,-2 0 40,0 3 0,0 3 279,0 4 0,0 3-249,3 0 1,1 1 96,3 0 1,1 3-136,2 1 0,1-1-134,2-3 1,0 1-423,0 0 0,4-3-244,4 0 1,0-5-508,5 0 0,-1-4 508,4-1 457,2-1 0,21-24 0,9-5 0</inkml:trace>
  <inkml:trace contextRef="#ctx0" brushRef="#br0" timeOffset="876">768 140 7820,'-13'7'805,"3"-3"0,2 3-259,1-2 1,2-1 90,0 1 0,3-4 65,-4 2-253,4-2-267,-1-1 0,3-1-14,0-2 1,2-1-35,1-3 0,3-3-133,-1 0 1,-1-3-317,1 1 1,0 0 253,3 0 1,-4 2-330,1-2 1,0 3 99,4-1 0,-2 0-19,0 0 0,1 0-203,-1 3 0,0 3-930,2 1 1442,-2 2 0,17 24 0,5 6 0</inkml:trace>
  <inkml:trace contextRef="#ctx0" brushRef="#br0" timeOffset="1303">1061 96 7820,'-4'-8'338,"3"3"177,-4 0 0,0 1-107,-2-4 0,-2 2 119,2 1 1,-1-2-204,1 2 1,0 2 14,-1 1 1,-1 1 50,-1 1 1,2 0-60,-2 0 0,2 4 16,0 3 0,1 1-151,2 5 0,2-2-137,3 1 0,0 2-16,0-1 1,0-3-237,0 0 1,3-2-64,2-1 0,2 0-301,1-2 0,2 1 116,0-4 1,3 0 129,0-5 0,-1 2-273,0-4 1,-3 0 141,2-3 0,-3 1-116,-1 0 563,1 3 1,-3-2 274,-1 4 0,-2 1 25,0 6 1,-2 0 387,-2 8 0,0 0-101,-2 4 1,-1 2-230,-3 6 1,1-1-65,0 3 1,1-3-147,1 3 1,1-2-144,-1 2 1,-1-2 12,4 0 1,-2-1-180,2-4 0,0-2-98,-3-1-195,0-2 215,-3-3 1,1-5 68,-1-4 0,2-6-270,1-2 1,-2-4 35,2-4 0,1-1-121,2-4 1,-2 0 11,2-4 508,-1-1 0,7-12 0,0-3 0</inkml:trace>
  <inkml:trace contextRef="#ctx0" brushRef="#br0" timeOffset="1534">1158 51 8972,'0'5'4003,"0"1"-3567,0-2 1,0 4-170,0-1 0,3 0-219,-1 1 0,4-1-167,-1 0 0,2 1-348,1-1 1,-1 0-60,0 1 1,3-2-613,1-1 0,-1 1 1138,-3-4 0,10-12 0,4-7 0</inkml:trace>
  <inkml:trace contextRef="#ctx0" brushRef="#br0" timeOffset="1692">1332 74 7820,'-8'7'0,"3"3"1756,0 0 0,-1 3-699,-1 2 0,0 1-397,-1 3 0,0 4-244,-2 4 1,0 3-62,-2 2 0,3-5-484,-1 3 0,5-6-409,-1 1 1,4-6 537,0-1 0,7-9 0,5-3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08.23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1 371 8400,'0'4'3387,"0"0"-3017,3-4 0,1 2 56,4 1 0,-1-1-491,1-2 0,3 0 108,1 0 0,2 0-342,2 0 0,-1-2-419,4-1 0,-1 0 718,1 0 0,13-4 0,0-4 0</inkml:trace>
  <inkml:trace contextRef="#ctx0" brushRef="#br0" timeOffset="1084">716 349 7917,'-8'-7'71,"0"-4"0,1 3 164,0-2 0,-1 2 73,1 1 1,-4-1 98,1 1 0,0 2-80,0 0 1,-3 4 190,-1-2 1,-1 3 94,-1 3 1,2 2-191,2 4 0,-1 0-62,2 4 0,2-1-181,4 3 0,0 2-77,2 0 0,1 0-8,2-2 1,0-1-216,0-2 1,3-1 17,2-4 1,2 0-186,3-3 0,2 0-218,3-4 0,0-4 240,1 0 1,-2-5-433,1-1 1,3-4 216,-1-1 1,1 0 47,-3-2 0,0-1 29,0 1 0,0-6 134,-3 1 1,1-2 58,-3-1 1,1 2-28,-4-1 0,0-2 18,-3 2 1,0-1-1,-4 3 1,0 3 619,0 2 0,0 0 17,0 2 0,-3 5 210,1 5 1,-1 3-312,0 0 1,1 2 133,-2 2 0,1 5 53,-2 2 1,3 7 231,-4-1 0,2 4 84,-1 1 0,-2 4-330,2 0 1,0 3-42,0-2 0,-1 4-567,4-2 0,-2 1-532,1-4 1,2 2-102,-1 1 0,3 1-985,2-4 0,3-3 1736,-1-3 0,21-23 0,7-4 0</inkml:trace>
  <inkml:trace contextRef="#ctx0" brushRef="#br0" timeOffset="1446">896 298 7881,'-8'0'462,"1"0"1,0 0 46,-1 0 1,2 3 565,1 2 0,-3-1-401,3 1 1,1 1-264,-1 4 0,4-1-33,-2 3 1,2-1-194,1 1 1,1 0-126,2-2 0,1-2-83,3 2 0,1-2-253,0-1 1,0-3-35,2-1 0,-1-2-402,3 2 1,-2-2-229,0 1 0,1-4 384,-2-3 0,3-2-59,-2 0 0,-2 0 154,2-1 1,-3-2 178,-2 1 1,2-5 95,-5 2 0,3-1 98,-2 1 0,-2-2-13,-3 2 0,0-1 190,-3 0 1,0 3 300,-6 2 0,3 1-267,-2 0 0,-2 3 295,-1 1 0,2 2-182,2 1 0,0 4-238,2 0 0,-1 3-87,0 0 1,4 1-363,2-1 451,1 0 0,17 14 0,6 3 0</inkml:trace>
  <inkml:trace contextRef="#ctx0" brushRef="#br0" timeOffset="1803">1130 335 7842,'0'4'913,"0"-1"736,0-3 1,3 0-1626,2 0 0,2 0 101,0 0 0,3-2-545,0-1 0,0-3 77,-2 1 0,-1 1-560,0-1 607,1 1 0,-2-4-551,0 1 590,1-1 0,-6 1 195,1 0 1,-2-1 136,-2 1 0,-2 2 16,-5 0 1,-1 3 72,1-3 1,-5 3 118,1 0 0,2 2 392,-2 2 1,2 2-194,-2 4 0,1 0 244,3 2 1,0 0-269,0 3 1,0 3-71,4-1 0,0 1-624,2-1 1,1-1-296,2 1 1,3-3-603,2 1 0,4-4 693,2 0 440,2 0 0,29-15 0,10-3 0</inkml:trace>
  <inkml:trace contextRef="#ctx0" brushRef="#br0" timeOffset="2154">1430 239 7834,'-11'0'408,"-4"0"0,6 0 602,-3 0 0,2 2-475,-2 1 0,1 3-10,-2-2 0,4 3-223,0 0 0,2 3-87,2 0 0,3 0 151,-3-3-196,3 4 1,1-3-389,4 2 0,2-3 21,0-2 0,4 1-277,0-4 0,0 3 172,0-2 1,2 0-146,0-1 1,1-1 177,-2 2 0,1-2-55,-1 2 0,-1-3-60,0 3 428,0 1 82,-2 0 19,1 3 0,-4 1 108,-1-1 0,-6-2-57,-6 0 0,1 0 26,-4 2 0,0 0-121,-4-2 0,1 0-33,0-2 0,0-1-184,0-2 1,3 0-299,-1 0 1,3 0-147,1 0 1,1-3 559,3-2 0,12-21 0,5-6 0</inkml:trace>
  <inkml:trace contextRef="#ctx0" brushRef="#br0" timeOffset="2512">1528 320 7814,'-4'11'0,"1"-2"344,3 3 1,-3-2-19,1 2 1,-2-2 82,2 2 1,1-3-115,-1 1 0,1-2-214,1-1 1,0-2 228,0 0-235,0-3 1,1 1-152,1-3 0,0-3-397,3-2 1,-3-4-296,3-1 0,0-3 254,2 1 0,2-2 51,-2-1 0,-1 3 247,1 0 1,-1-1 238,4-1 1,-2 1 17,0 1 0,-1 3 273,1-1 0,-1 2-163,1 1 0,-1 3 159,1 1 1,0 2 436,-1 1 1,0 1-172,1 2 1,-3 1-38,1 6 0,-2-1-288,1 4 1,0-1-294,-2 3 1,-1 2-115,-2 0 1,0 0-352,0-2 0,0-1 370,0 1 137,0 0 0,-3 0 0,-1-1 0</inkml:trace>
  <inkml:trace contextRef="#ctx0" brushRef="#br0" timeOffset="2811">1806 114 7800,'0'7'-1271,"0"1"1084,-3-1 0,2 0 414,-1 1 0,1-1-248,1 0-162,0 1 1,0-1 58,0 0-21,0 1 0,1-1 145,1 1 0,9-4 0,5-1 0</inkml:trace>
  <inkml:trace contextRef="#ctx0" brushRef="#br0" timeOffset="3129">2025 26 7800,'0'-5'-517,"0"1"-64,0 2 0,-1 0 957,-2-3 918,3 4-482,-4-3-567,4 1 0,0 3 90,0 0 1,0 7-44,0 5 1,-2 3 96,-1 2 0,1 2-182,2 3 1,-3 3-38,-3 2 1,-1 3-184,0 1 0,-1 3-267,1 3 1,-1 0-1001,-3-1 1,3-1 238,-2-1 1041,2-3 0,-3 8 0,-1-1 0</inkml:trace>
  <inkml:trace contextRef="#ctx0" brushRef="#br0" timeOffset="3335">1912 268 7800,'4'-3'-1679,"3"1"1679,-2-2 0,1 1 0,2-2 0,2 3 0,4-3 0,2 2 0,1-2 0,4 4 0,-4-2 0,4 3 0,-1 0 0,9 6 0,1 2 0</inkml:trace>
  <inkml:trace contextRef="#ctx0" brushRef="#br0" timeOffset="4511">2446 114 10052,'-1'8'534,"-2"2"0,-1 2-150,-3 5 1,0 3-234,-2 4 0,1 0-111,-2 3 1,2 0-12,-2 3 0,1-4-247,2-2 0,2-4 201,0-3 1,3-5-440,0-2-1066,1-2 1110,1-4 1,3-4-108,2-5 0,-1-1 123,1-1 0,0-4 121,4-1 1,-1-2 152,1-1 0,0-2 52,0 0 1,1 0 183,-3 5 0,0-2 86,1 2 1,-2 1 97,-1 1 0,3 3-109,-3 2 1,-1 2 53,1 3 0,-3 1 117,3 1 1,-3 2 250,0 4 0,-1 2-95,-1 3 0,0 0-109,0 2 0,0 0-372,0 0 1,-1-1-271,-1 1 1,1 0-340,-2-1 0,0-1 57,1-1 1,-1-2-1426,3 2 1942,0-6 0,7-9 0,1-10 0</inkml:trace>
  <inkml:trace contextRef="#ctx0" brushRef="#br0" timeOffset="4922">2686 335 7981,'9'-4'-16,"-2"-3"0,-2 5 579,0-3-114,0 1 203,2-4 1,-3 1-172,-1-1 0,-3 4-64,0-1 0,0 2 13,0-2-78,-3 0-275,-1-2 0,-3 0-172,-1 3 1,1-1-273,0 3 0,-2 1 227,2-1 1,0 1-124,-1 1 0,1 1 19,-1 1 1,0 2 28,1 4 1,-1 0 60,1 2 1,0 1 157,-1 4 1,0 0-21,1-1 1,2-1 175,3-1 0,1-1-91,1 1 0,0 2-71,0-5 1,1-1-204,1-3 0,3-4 25,2 2 1,1-2 14,0-1 0,-1-1 6,0-2 1,2-1-191,0-3 0,1-1 122,-1-2 0,-3 2-441,-1-2 515,0 2-131,2 0 343,-3 1 21,1 3 1,-3 1 45,1 6 0,-1-1-136,-2 2 0,0 4 83,0 2 1,0 0-106,0 0 1,2-2 24,1 2 1,2 1-426,-3-2 0,3 1 432,-2-2 0,16-8 0,2 0 0</inkml:trace>
  <inkml:trace contextRef="#ctx0" brushRef="#br0" timeOffset="5229">2800 283 7981,'-4'-4'-77,"0"-3"0,2 6-31,-1-4 0,0 2 348,3-1-64,0-1 1,0 0 65,0 0-72,4 3 0,-2-1 722,3 3-506,-4 0 0,5 2-34,-3 2 0,-1 2-136,-2 6 0,0 1-27,0 1 0,-1 4-46,-1-1 0,0 2-95,-3-1 1,3 1-189,-3-2 0,3 1 128,-1-4 0,2 0-54,1-2 1,0-1-94,0-4 1,1-2-61,2-3 0,1-1 100,4-1 0,2-6-111,3-1 1,1-6 50,1 1 1,0-3-216,1-2 1,-2 2-155,1-2 1,0-1 198,-3 0 1,0 2-287,-3 4 1,-1-1 634,0 3 0,-10 7 0,-7 3 0</inkml:trace>
  <inkml:trace contextRef="#ctx0" brushRef="#br0" timeOffset="5588">3025 371 7981,'-4'4'-681,"1"3"0,3-5 1501,0 3-661,0-4 1,3 2-115,2-3 0,2 0 6,0 0 1,-2 0 85,0-3 1,0 2-21,3-4 1,-3 1-72,0-1 1,-3-2-178,3 2 1,-1-1 44,1-2 0,-1 1-165,-4 0 0,0-3 111,0 0 1,0 0-45,0 3 1,-4 2 175,-1 0 1,-1 3 154,-1 0 1,-3 1 30,1 1 0,0 4-88,0 4 1,-2 0 401,0 4 0,1 0-124,3 3 1,0 1-5,-1 1 0,4-2-203,2 2 0,1-4-261,1 0 1,3-4-38,2 1 0,5-5-402,2 0 1,6-3 118,-1 0 1,3-4 419,1-3 0,34-25 0,9-6 0</inkml:trace>
  <inkml:trace contextRef="#ctx0" brushRef="#br0" timeOffset="5887">3447 84 7981,'-4'8'0,"3"2"-370,-4-1 0,1 5 50,-2 1 1,-1 2 1139,2 3 1,1 2-399,-1 0 0,0 0-310,-2 3 1,0 0-138,-2-1 0,3 1-170,1-3 1,-1-1 92,4-1 0,-3 0-123,2-6 1,1 2-869,2-6 1093,0-4 0,10-9 0,2-5 0</inkml:trace>
  <inkml:trace contextRef="#ctx0" brushRef="#br0" timeOffset="6070">3251 276 7981,'-4'0'547,"0"0"1,5-1-543,2-2 0,5 3-69,7-3 1,3 2-71,5-2 1,-1 2-395,1-1 1,-1 1 212,1 1 315,-1 0 0,5 7 0,0 1 0</inkml:trace>
  <inkml:trace contextRef="#ctx0" brushRef="#br0" timeOffset="6405">3597 320 8264,'-8'2'-86,"1"1"1,0-1-185,-2-2 0,2 4 299,0 0 0,-1 1 234,1-1 0,-1 2-142,0 4 1,2-2 75,1 2 1,-1-2 200,3-1 1,1 1-87,2-1 0,2 0-169,3-2 1,-1 0-57,6-2 1,4-1-80,0-2 1,1-3-67,3-2 1,1-2-254,2-3 0,-3 2 137,2-2 1,-3-1-83,1 2 0,-2-4-216,-1 3 0,-3-2 139,0 2 0,-4-2-9,-1 2 0,-5 0 169,-2 3 1,-7 1 134,-9 1 0,-2 1-1,-5 4 0,-2 1 223,0 2 1,-3 1-85,0 3 0,3 0 33,-1 1 0,7-1-133,3 1 0,21-1 0,9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15.27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248 1 7943,'-8'1'-161,"-2"1"1,2-1 262,-2 1 0,0 2 476,0 1 1,1 3-459,-3 2 1,-1 2-421,-2 5 1,-3-1 211,-3 4 88,0 0 0,-18 11 0,-5 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18.43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30 37 7820,'-4'0'2117,"-3"0"-930,3 0-586,0 3 1,-2 2-318,4 5 0,-1 2-105,3 2 0,0 4-136,0 2 1,0 4 110,0 0 0,1 1-301,1-3 1,-1 2-5,2-2 1,0-3-162,-1-7 1,1-1-213,-3-4 158,3 1 1,-2-5 73,1-3 0,1-2 4,-1-5 0,-1 1 6,2-7 0,1 3 99,1-2 1,-1 1 112,1-1 1,-1-2 97,1 5 1,1-1 168,-1 2 0,3 1 23,-1 0 1,0 0 248,1 2 0,-1 2 142,0 3 1,3 0-213,-1 0 1,0 3-105,0 2 1,0 3-19,-1 1 0,-3 0-7,0 4 0,-4-2-114,2 1 0,0 2-105,0-2 0,-2 0 41,-3 0 1,0 0-245,-3 0 1,-1-1 17,-3-4 1,0 0-158,-1 1 0,-2-2-100,0-1 0,0-2-39,-1-3 1,4 0-202,-1 0 0,-1 0 9,1-3 0,3-1-353,2-3 0,3-2 975,0 0 0,27-32 0,9-11 0</inkml:trace>
  <inkml:trace contextRef="#ctx0" brushRef="#br0" timeOffset="350">316 162 7820,'-7'8'689,"-1"1"191,0 1 0,4 1-223,2-1 1,1-1 202,1 3 0,0-2-401,0 2 1,1-2-289,1 2 1,2-3-299,4 1 1,0-4 149,-1-1 1,1-3-18,-1 3 0,1-3-90,3 0 0,-3-2-330,2-2 1,-1-3-31,1-2 0,-1-3-405,1 0 0,-2-3 95,-1 1 1,1-2 413,-1 0 0,1 2 297,0 2 0,-2 0 47,-1 0 1,1 2 418,-4 4-173,4 2 13,-5-1 1,2 3 75,-3 3 1,0 2 270,0 5 1,0-1-213,0 3 0,0 0-304,0 3 1,0 0-430,0-1 0,0 0-192,0-2 0,0 2-614,0-5 1,4 1 1140,1-2 0,8-11 0,3-2 0</inkml:trace>
  <inkml:trace contextRef="#ctx0" brushRef="#br0" timeOffset="581">647 0 7820,'-3'4'737,"2"3"0,-5-3-97,4 3 0,-1 2 534,3 0 0,0 3-587,0 3 1,0 3 3,0 1 1,0 3-580,0 3 1,0 1-113,0 3 0,0 0-28,0-2 1,0 1-294,0-4 1,0 3-646,0-5 0,3-2 243,-1-5 0,1-1 823,-3-2 0,-4-11 0,0-6 0</inkml:trace>
  <inkml:trace contextRef="#ctx0" brushRef="#br0" timeOffset="756">580 214 9150,'4'0'2083,"2"0"-1518,-1 0 0,3 0-349,1 0 0,1 0-259,3 0 1,0 0 244,4 0-202,-1 0 0,30-13 0,2-4 0</inkml:trace>
  <inkml:trace contextRef="#ctx0" brushRef="#br0" timeOffset="1731">1106 229 7834,'0'-5'450,"0"-1"698,0 2-134,0-4-401,0 4 1,1 1-202,1 3 1,-1 4-7,1 4 1,-1 2-262,-1 5 0,1 0-21,2-1 0,-3 3-48,3 1 0,-2 1 3,-1-2 0,2 1-174,1-4 1,1 0-31,-2-1 1,0 0-268,3-4 0,-3-2 186,3-5 1,-2-1-75,1-1 1,1-3-56,3-2 1,-3-5 41,1-2 1,-2-4 105,4-2 0,-1 1 87,1 3 0,-1 2 0,0 2 0,2 2 109,-2 1 1,-2 3 238,0 1 0,-1 3 84,1 3 1,1 2 351,-4 4 1,4 3 13,-4 3 1,4-1-331,-1 1 0,-1-1-255,1-2 1,-1 1 17,1-3 0,1 0-106,-1-3 16,3-3 1,-1 0-253,1-4 1,-2-5 75,-1-2 1,1-1-101,-4-4 1,4-3-169,0-2 1,-2-3 3,1 3 0,-3-1-145,0 1 0,0 1 60,0-1 0,-1 2-148,1 0 0,-1 3 127,-1 3 0,0 3-14,0 1 0,0 4-2,0 1 521,0 3 0,7 28 0,1 5 0</inkml:trace>
  <inkml:trace contextRef="#ctx0" brushRef="#br0" timeOffset="1940">1498 302 7834,'-5'4'408,"4"-1"0,-3-3 1580,2 0-1448,1 4 1,-2 0-228,3 3 0,0-1-263,0 1 1,1-1-122,1 4 0,0-1-338,3 1 0,-3-2 14,4 2 0,-4-2-543,0-1 0,1-2 938,0 0 0,6-16 0,-1-3 0</inkml:trace>
  <inkml:trace contextRef="#ctx0" brushRef="#br0" timeOffset="2114">1580 74 8000,'-5'3'969,"2"-2"-346,0 2 0,2-2-586,-1 2 1,1-2-1164,1 4 1126,0 0 0,16 29 0,6 6 0</inkml:trace>
  <inkml:trace contextRef="#ctx0" brushRef="#br0" timeOffset="2357">1700 52 7834,'0'4'268,"0"3"0,-1-3 427,-1 3 1,1 0-111,-1 1 1,1 2 130,1 3 0,0 1-292,0 3 0,0 2-52,0 3 1,0 4-302,0 1 0,0 1-232,0 2 0,0-3-836,0 0 1,1-4 360,1 2 0,0-5-847,3-3 959,0-2 524,2-7 0,5-17 0,-1-12 0</inkml:trace>
  <inkml:trace contextRef="#ctx0" brushRef="#br0" timeOffset="2548">1836 81 7834,'0'11'664,"0"-3"-66,0 2 0,0 1 539,0-2 1,0 5-525,0 1 0,0 1 24,0 3 1,0 2-359,0 3 1,1-1-229,1 2 0,0-2-967,3 2 1,-3-5 332,3 2 583,0-4 0,6 0 0,1-4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21.97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128 258 7859,'4'-7'0,"0"0"107,-1 2 1,-2-4 259,1 2 0,-1-2-97,-1 2 1,2-1 177,1 1 1,-1 0-151,-2-1 0,-3 1-29,-2 0 1,-1 2-120,-2 0 0,1 3 82,-1 0 1,-2 1 12,0 1 1,-3 2-16,0 1 0,2 2-14,1 0 1,-1 3-2,2 2 1,0-1-1,4 3 1,1-3-130,-1 1 1,2 0 131,3 0 0,0 2-510,0-2 1,0 0-135,0-3 0,3 0-350,2-2 1,4-2 505,2-3 0,2-1 55,-1-1 1,2-3-330,2-5 1,-1-1-403,0-4 1,-1 0 763,-1 0 0,0 3-44,-2 0 0,-2 3 491,-1-1-42,-1 2 23,0 4 0,-2 1-67,-3 6 1,-1 2 166,-1 5 0,0 0-243,0 2 1,0 2-176,0-1 1,2-2-211,2 1 1,-1-2 118,-1 2 1,0-3 162,3 1 0,10-8 0,5-3 0</inkml:trace>
  <inkml:trace contextRef="#ctx0" brushRef="#br0" timeOffset="259">347 8 8141,'-1'-4'1834,"-3"1"-1335,4 3 0,-4 0-101,4 3 0,0 2 115,0 5 1,0 1-144,0 4 1,0 3-99,0 1 1,0 5-203,0 1 0,0 2-202,0-3 1,0 3-298,0-2 1,3 1 124,-1-4 0,2-2-321,-1-5 1,-1-1 624,2-2 0,5-8 0,2-4 0</inkml:trace>
  <inkml:trace contextRef="#ctx0" brushRef="#br0" timeOffset="711">452 133 7859,'-4'7'0,"3"3"529,-4 0 0,3 3 753,0-1 1,0 2-710,2 1 0,0 0-189,0-1 0,0 4-114,0-1 0,3-2-271,0-3 1,3-3-480,-1 1 291,1-2 0,1-4-178,1-2 0,-1-2 122,1-2 0,-1-2-240,-2-4 0,1-2-20,-1-2 0,2-2 151,0-1 1,1 0 39,-3 0 1,0 4 198,-2 1 0,3 2 156,-1 1 0,-2-1 196,-1 1 169,2 3 1,-2 1 19,3 3 1,-2 3 338,-1 2 0,-1 2 84,-1 3 0,2-1-322,1 3 1,-1 0-234,-2 3 0,3-1-122,-1-2 1,3 1-107,-3-3 0,4 3-15,-1-4 1,-1-1-189,1-3 1,1-4-25,1 2-119,1-2 0,-1-6-79,0-2 0,1-1 164,0-4 1,-1-1-235,-2-1 1,1-4-124,-1 1 0,-1-1-311,1 1 0,-3 2 309,3-3 0,-2 1-507,3 3 1061,-5-3 0,6 16 0,-3-2 0</inkml:trace>
  <inkml:trace contextRef="#ctx0" brushRef="#br0" timeOffset="1087">918 192 8449,'-5'-4'584,"0"1"1,3 0 929,-3 1-1110,-1-4 1,-1 3-191,-1-2 0,1 2-206,-1 3 0,1 0 18,-1 0 0,0 0-25,1 0 1,-1 4 197,-2 3 1,4 0-21,-2 3 1,2 1-39,-1-1 0,3 3-31,1-1 0,3-1-66,0 2 0,0-4-163,0 0-450,0 0 0,3-3 310,2-1 1,1-2-459,2-3 0,2 0 274,0-3 0,1-3 59,-1-4 1,-1 0 115,1 3 1,-2-1 228,-1 1 1,1-1 22,-1 1 0,1 2 286,0 0 1,-3 4-262,-1-2 1,-1 2-68,2 1 1,-4 4 841,2 1 0,-2 2-555,-1 3 1,1 0-595,1 3 0,-1 0 33,1-3 1,2 2 331,2-2 0,7-1 0,3-1 0</inkml:trace>
  <inkml:trace contextRef="#ctx0" brushRef="#br0" timeOffset="1284">1039 185 7859,'-5'4'2216,"1"2"-1748,0-2 0,1 4-46,3-1 0,0 0-276,0 1 1,2-1-133,1 0 1,3 1-218,0-1 1,0 1 169,1-1 0,2 0-1254,0 1 0,0-2 1287,1-1 0,12-21 0,2-9 0</inkml:trace>
  <inkml:trace contextRef="#ctx0" brushRef="#br0" timeOffset="1459">1218 185 7851,'-7'7'380,"0"4"1,2-2 568,0 3 0,1 0-218,-1 3 0,-2 3-324,1 1 0,0 4-151,-2 1 1,-1 0-145,-1 3 1,0-1-183,2 1 1,3-2-334,0-3 1,3-3-718,0-2 0,1-2 1120,1-3 0,0-14 0,0-7 0</inkml:trace>
  <inkml:trace contextRef="#ctx0" brushRef="#br0" timeOffset="1863">1437 155 7837,'-11'3'553,"2"-2"160,-3 2 1,2 0-213,0-1 1,1 2-3,-1-2 1,1 1-222,-1 2 1,3 2-43,2-2 0,-1 1-202,4 2 1,-1-3-128,3-1 1,0 1-230,0 3 0,4-1 143,1 0 1,1 1-144,1-1 0,3 1 75,1-1 0,0 0-50,-1 1 1,-2-2 135,3-1 0,-3 4 175,-1-2 1,-2 2 86,0-1 0,-1-1 7,1 1 0,-2-1 3,-3 0 0,0 1 1,0-1 1,0 0 197,0 1 0,-3-2-106,-2-1 1,-2-1 123,0-1 0,0-3-222,-1 3 0,0-3-140,1-3 0,-3-1-866,0-3 1,0 0 160,2-1 739,4-2 0,-6-15 0,2-6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24.98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39 170 7555,'-4'4'188,"1"1"0,0-2 580,1 2 1,-3 0-291,3 2 0,0 4-84,-3 1 0,4-1-223,-2-2 1,2 2 6,-2-1 1,2 0-143,-1-3 1,1 0-56,1 1-251,0-4 0,1-2-16,1-4 0,0-5-324,3-3 0,-3-5 269,3 0 1,-1-2-70,2 0 1,0 0 350,-4-2 0,3 2 85,-2-3 0,0 4 213,-1-2 0,0 3-123,3 0 1,-3 4 46,0 1 1,0 3 392,0 2-75,-1 1 1,2 9-125,-3 2 0,1 4-41,2 7 0,-2-2-234,2 3 1,0-1 41,-1 1 0,3-2-131,-2 0 0,2-2 102,-3-3 0,3 1-100,-2-3 0,2-3-84,0-2-136,3-3 0,-1-2 93,0-2 0,0-6-78,-2 0 1,1-4-77,-1 0 0,3-2 76,-1-1 0,1 1 127,-1-1 1,-2 3 44,0 3 1,0 0 199,3 2-113,-1 0 0,1 3 125,-1 1 0,-2 6-30,0 5 0,0 2-75,3 5 0,-3 0-73,0 0 1,-3 2-148,3 0 0,-1 3-325,1-3 0,1 0-109,-3-2 1,2-3 584,1 0 0,4-6 0,1 0 0</inkml:trace>
  <inkml:trace contextRef="#ctx0" brushRef="#br0" timeOffset="183">393 162 7807,'0'8'1016,"0"-1"-627,0 0 0,0 1-83,0-1 0,0 3-152,0 0 1,0 0-98,0 0 0,0-1-97,0 3 0,0-3-232,0 1 0,2-1-1648,1 1 1920,-1-5 0,5-2 0,1-7 0</inkml:trace>
  <inkml:trace contextRef="#ctx0" brushRef="#br0" timeOffset="358">429 0 7809,'-4'0'461,"0"1"160,2 2 1,1-2-488,-1 4 0,1 0-106,1 2 0,0 1-1434,0-1 1406,0 4 0,24 36 0,4 13 0</inkml:trace>
  <inkml:trace contextRef="#ctx0" brushRef="#br0" timeOffset="811">535 251 8272,'-4'0'1938,"-2"0"-1415,4 0-609,-5 0 135,7 0 1,-4-4-62,4-1 0,0 0-127,0-2 0,0 1-141,0-3 0,1 0 281,2-1 0,1 1 94,3-4 0,-1 4-35,-1-4 0,0 4 225,2 0 1,1 0 30,-1 2 1,0 0-82,2 3 0,-2-2 26,0 3-122,1 1 1,-1 5 10,0 2 0,1 2 75,-3 3 1,1 2 42,-4 2 0,1 4-80,-3-1 0,2 0 125,0-2 0,1-1-469,-3 1 1,1-1 86,1-2-478,-1-1 1,3-5-435,-1-1 323,-3-1 0,7-8 275,-1-1 1,-2-4-117,1-4 1,0 0 66,2-2 1,0-1 82,-3-1 1,3 2 325,-1-3 1,0 3-75,2 0 1,-2 1 306,-1 2 0,2 1 99,-2 4 1,-1 3 291,2 1 0,-4 3-243,3 3 1,-2 1 160,1 3 0,-2 4-174,1 1 1,0 2 101,-1 1 1,1 0-353,-3-1 1,2 1 13,1 0 0,-1-3-759,-2 0 0,3 0-191,-1 0 0,4 1 841,-4-3 0,7-4 0,0-2 0</inkml:trace>
  <inkml:trace contextRef="#ctx0" brushRef="#br0" timeOffset="1008">919 147 7809,'0'5'239,"0"1"0,-1-2 402,-1 4 0,1-1-334,-2 0 1,2 3-153,1 0 0,0 2-218,0-2 1,0 1-410,0-2 1,1 0-588,2 0 1,-2-3 1058,4-1 0,3-10 0,4 0 0</inkml:trace>
  <inkml:trace contextRef="#ctx0" brushRef="#br0" timeOffset="1167">957 44 7809,'-4'-3'556,"-1"2"878,3-1-746,0-2-525,-1 3-1780,3-2 1617,0 3 0,17 16 0,4 5 0</inkml:trace>
  <inkml:trace contextRef="#ctx0" brushRef="#br0" timeOffset="1443">1182 140 7809,'-3'-4'0,"1"-3"759,-3 3 0,2-1-144,-2 1 1,3-1-8,-3 1 0,2-2-170,-2 3 1,3 1 34,-3 2 0,0 0 4,-2 0 0,-1 4 158,0 3 1,1 2 119,-1 3 0,2 3-272,1 2 0,-2 0-147,5-2 0,-1 1-290,3-1 1,0 1-177,0-4 0,4 0-265,2 0 0,1-5-524,3 0 0,2-5-99,6 1 0,-2-2 1018,1-1 0,22-20 0,6-4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28.79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15 192 11212,'3'4'-34,"2"-1"0,3-3-116,-1-3 0,1 2-154,2-4 1,-1 2-167,4-2 1,-4 1 178,1-4 1,-2 0-5,0-2 0,0 2 181,-1-2 1,-2 2-33,0 1 1,-3-1 30,0 1 1,-1 0 150,-1-1 0,-3 2-60,-2 1 0,-2-1 134,0 4 0,-1-1 333,0 3 0,0 0 94,-2 0 1,1 3 341,-4 2 1,4 4-371,-1 1 1,2 3 137,1-1 1,-2 2-99,2 1 1,2 2-1,0 0 0,3 1-353,0-4 1,2 1-227,2 0 1,3-4-931,2-1 0,5-2-64,0 0 0,2-4-2097,0 1 3121,2-3 0,23-22 0,5-8 0</inkml:trace>
  <inkml:trace contextRef="#ctx0" brushRef="#br0" timeOffset="315">271 236 7973,'-3'8'418,"-1"-1"1,-1 0 248,-1-2 1,4 1 108,0-1-570,1-2-74,1 4-336,0-6 0,0 1 174,0-4 1,0-2 45,0-4 0,2 0-21,1-2 0,0 1-162,-3-3 0,3 0 8,-1-3 0,3 1 113,-2 2 0,2-4 67,-3 4 0,4-3 12,-1 5 1,0-2 80,0 2 0,3-2-59,-3 2 0,2 3 23,3 2 1,-2 3-15,2-3 0,-1 3 104,-2 0 0,1 4 25,-1 3 0,0 2-141,-2 3 0,1 2-190,-3 2 1,2 2 40,-3 1 0,1-1-212,-3 1 1,2-2 308,0 0 0,4 10 0,-2 2 0</inkml:trace>
  <inkml:trace contextRef="#ctx0" brushRef="#br0" timeOffset="683">535 163 7912,'4'0'279,"0"0"165,-2 0 1,0 0 34,3 0-296,0 0 0,2 0-401,0 0 1,4-1 15,-1-1 0,2-2-192,-2-1 0,3-4 126,-3 2 0,3-2-113,0 2 1,-2-3 190,-1 0 0,-3-2-83,-2 2 0,-1 0 310,-4 3 0,0-1 89,0 1 0,-6 2 120,-2 0 1,-4 4 186,-1-2 1,-1 6 315,-1 2 1,0 4-75,0 0 1,0 4 339,-1 0 0,2 1-378,-1 0 1,4 1 146,0 0 1,3 0-366,0 2 0,4-2-225,2 0 1,1-1-828,1-4 0,6 2 212,1-2 1,5-1-62,1-4 0,2-2-298,2-3 1,3 0 779,2 0 0,21-20 0,5-4 0</inkml:trace>
  <inkml:trace contextRef="#ctx0" brushRef="#br0" timeOffset="940">820 178 7912,'-7'3'776,"-1"-2"0,3 4-225,0-2 1,1 0 288,-1 0-408,2-3-307,3 4 6,0-4 1,0-4-228,0-1 0,0-1-13,3-1 0,-2-3-65,4 0 0,0-3-6,3 1 0,0-2-7,-1 2 0,1-2 14,-1 2 1,1-1-116,3 1 1,-2-1-108,3 3 0,-2 0-348,2 3 0,2 0 743,0 2 0,22 18 0,4 8 0</inkml:trace>
  <inkml:trace contextRef="#ctx0" brushRef="#br0" timeOffset="1384">1091 75 7868,'-7'-4'202,"2"0"0,-2-1 372,2 0 0,-1 3 145,-2-3 1,1 3-272,0 0 0,1 1 113,1 1 1,0 0-142,-2 0 1,-1 3-81,1 2 1,0 3-99,1 1 1,1 0-27,2 0 0,1 0-129,2-2 1,0 0-164,0 1 1,1-2-224,1-1 0,1-1-43,2-1 1,4-3-598,-2 3 0,0-3 248,3-3 1,1 2-43,0-4 1,-2 2 323,-1-1 0,-1 1 167,1-2 0,0 4 128,-1-2 337,1 2 305,-1 1 1,0 6-345,-3 1 1,0 4 476,-4 1 1,0 1-152,0 4 1,-1 2-32,-2 0 1,2 3-136,-4 3 0,1-2-97,-1 1 1,-2-1-36,2-1 0,0-3 0,-1-2 0,-1-2-103,2-3 1,-1-1-176,-2-4 0,1-2-7,0 0 1,-4-3 11,1 0 0,0-4-160,3-3 1,0-2-216,-2 0 0,2-4-422,0-1 1,2-2 54,3-1 0,1 1-1440,1-1 2243,0 0 0,26-26 0,8-6 0</inkml:trace>
  <inkml:trace contextRef="#ctx0" brushRef="#br0" timeOffset="1614">1256 67 9900,'0'5'1607,"0"0"0,0-3-493,0 3-834,3 0 0,2 3-127,3-1 1,-1-2-123,1 0 0,-1-1-276,0 1 1,1 0-508,0-2 1,0 2 751,2-3 0,19-12 0,6-7 0</inkml:trace>
  <inkml:trace contextRef="#ctx0" brushRef="#br0" timeOffset="1814">1558 1 7865,'-5'3'1173,"-1"1"0,1 4-627,-3 2 0,1 3-201,0 4 0,-4 2-16,-2 6 1,-2-1 166,-2 6 1,0-2-88,-3 7 1,3-2-394,-4 2 0,7-3-256,0-2 1,3-1-392,1 1 1,3-5-88,2-3 0,1-3 718,4-4 0,0-1 0,0 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0:21.21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7 431 8266,'-4'0'2378,"1"-1"-1702,3-1 0,0 0 59,0-2 0,1 2-254,1-2 1,4-1-50,2-1 1,4-1-152,-2-2 0,3 1-53,2-2 0,-1 0-60,4-1 0,-1-1-140,2 1 0,0 1 160,0 0 0,-2 2-58,1-1 1,-3 2 57,2 1 1,-5 1-20,1 1 1,-5 3 1,1-2 0,-2 3-44,-1 3 1,1-2-74,-1 3 1,0 0 82,1 0 0,-2 2-64,1-2 0,-1 1-38,4-1 1,-1-1-209,0-3 0,3 0-50,4 0 1,-1 0-31,3-3 0,-2-2-45,2-4 0,-1-2-12,3 0 0,-4-1-191,2-1 0,-3 2 26,-3 1 0,0 2-84,-3-1 1,-1 3-309,-3 2 248,-2 1 239,0 3-67,-2 0 174,0-3 81,0 2 1,0-2-39,0 1 0,0 0-240,0-2 1,1 2-739,1 0 1208,-1-1 0,-1-12 0,-4-6 0</inkml:trace>
  <inkml:trace contextRef="#ctx0" brushRef="#br0" timeOffset="544">571 14 7968,'-4'0'1211,"-1"0"-222,4 0-547,-2 0 0,6-3-259,1 1 1,5-1-150,2 1 1,1 2 32,1-2 1,-1 1-177,1 1 0,-1 0 157,-1 0 0,0 1-111,-2 1 1,-1 1 411,-4 4 1,-1 2-114,-3 2 0,-2 1 187,-2 3 1,0 0-13,-5 2 0,0-1 57,1 1 0,-3 1-531,2-3 0,3 0-540,2-2 1,2-1 602,0-1 0,7-16 0,2-7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0:22.58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148 340 7819,'0'-7'519,"-2"1"1,0 2-35,-2-1 1,0 3 441,0-2 1,-2 2-200,2-3 1,-4 4-296,0-1 0,-2 1-226,2 1 1,0 3 38,-3 1 1,3 3-19,-3 1 1,3 3 36,0 4 0,-2 1 0,2 4 0,0-2-105,4-1 1,1 2-90,3-2 0,0 1-749,0 2 1,3-4 384,1-1 1,5-4-1170,1-3 1,5-1 183,0-3 0,3-1 1278,1-3 0,18-26 0,6-6 0</inkml:trace>
  <inkml:trace contextRef="#ctx0" brushRef="#br0" timeOffset="259">335 141 7857,'-7'3'455,"4"-3"0,-2 6 645,2-2 0,-1 2-394,2 0 1,0 3 205,2 0 1,-2 4-349,0 0 0,-1 5-186,3 1 0,0 1-267,0 4 1,0-1-127,0 3 1,3-3-285,-1 1 1,1-4-156,-1 2 1,-1-3-606,3-2 0,-1-1 52,1-3 0,-1-3 1007,2-2 0,9-12 0,0-4 0</inkml:trace>
  <inkml:trace contextRef="#ctx0" brushRef="#br0" timeOffset="617">482 314 7857,'-9'4'0,"-1"1"0,0-2 803,1 1 0,4 3 1124,1-1 0,0 3-881,0 1 0,-1 3-686,3-3 1,0 3-398,2 2 0,1-1-160,1 1 1,1-3-388,4-1 0,-1-2 196,1-2 1,2-1-486,2 1 0,-2-4 369,2-1 1,-1-2-166,1-2 0,1 0 269,-1-4 0,-1 1 196,0-4 1,-2 0 118,1 0 0,-1-2-39,-1 0 1,0-1 134,-5-1 0,2 3-70,-2-1 0,0 0 215,-2-2 0,-2 1-24,0 2 0,-3-2 132,1 4 0,-4-3-46,0 2 1,-3 4-45,2 2 0,0 3-92,0 0 0,2 0-262,-1 0 0,3 3-757,1 1 937,2 2 0,19 9 0,8 2 0</inkml:trace>
  <inkml:trace contextRef="#ctx0" brushRef="#br0" timeOffset="995">783 295 7857,'-12'-4'504,"1"-1"63,0 3 0,3-1 23,-3 1 0,3 1 1402,0-1-1527,-2 2 0,3 2-175,-2 0 1,4 3-354,1-1 1,2 2-11,0 0 0,1 1-45,1-1 1,1 0 96,1 1 0,0-1-161,2 1 1,0 1 15,3 1 0,-1-1-120,1-1 1,-1 0 82,0 1 1,1 0 59,2 0 1,-2-1-41,2 0 0,-2-1 89,-1 0 1,-1 3 40,-1 0 1,-1-1 60,2-1 1,0 1 189,-3 1 0,0-1 2,-2-1 1,-1-1 250,-1 0 1,-2 1-115,-2-1 1,-1-1 183,-2-1 0,2-3-180,-4 1 0,3-1-259,-1-1 1,0-3-380,-2-1 1,2-2-157,0 0 0,2-3-604,0 1 1,4-2 164,1 2 1,1-1 891,1-2 0,17-13 0,5 0 0</inkml:trace>
  <inkml:trace contextRef="#ctx0" brushRef="#br0" timeOffset="1334">893 372 7857,'-3'3'388,"2"3"1,-2-5 1598,3 4-1525,0-4 1,1 4-45,1-3 1,2 0-384,2-2 1,3 0-395,-1-2 0,3 0-718,-3-2 1,2 0 421,-2-3 1,-1 1 137,2-1 1,-2 1 249,-1 0 0,-2-1-34,-2 1 1,1-3 195,-1 1 1,0-1 102,-2 3 0,-3-1 28,-1 1 0,-2 0 19,0 2 1,-3 1 405,-2 3 1,-1 0 76,-1 0 0,1 3 296,1 1 1,0 5-219,2 1 1,-1 2 264,1 1 0,0 3-450,3 1 1,2-1-42,2 2 1,2-1-169,0 2 1,0-2-181,2 0 0,3-5-910,3 1 0,2-4-86,3-1 0,1-1 964,1-3 0,12-16 0,7-5 0</inkml:trace>
  <inkml:trace contextRef="#ctx0" brushRef="#br0" timeOffset="1739">1143 327 7831,'-10'0'371,"-2"3"1,4-2 688,0 3 1,-1 1-381,0 1 0,1 3-166,4-1 1,0 4-276,2-2 0,2 3-62,-3 2 1,3-1-83,0 1 0,2-3-159,0-1 0,4 1 23,0-4 0,1 0-224,1-4 1,0-1-122,0-3 0,0-1 123,3-1 1,0-4-8,2-5 1,-1-2 66,1-2 1,-1 1 68,0-3 0,-1-2 21,2-3 0,0 1-7,-3 2 0,0-3-42,1-2 1,-4-2-144,0-1 0,-1 0-152,-2-1 1,-1 5 273,-1 2 1,-1 4 369,-1 4 44,-3 6 1,0 5 490,-4 4 0,1 5-178,-1 3 0,3 5 432,0 2 1,2 2-391,-3 0 0,3 3-18,-2-1 0,3 3-24,-2 0 1,2 1-386,-1 0 0,1 0-473,-1-1 1,2-1 361,2-2 1,2-1-2915,2 1 2866,3-4 0,13-10 0,5-4 0</inkml:trace>
  <inkml:trace contextRef="#ctx0" brushRef="#br0" timeOffset="2728">1720 391 7813,'0'4'406,"0"1"0,-1-3 611,-1 2 0,1-2-526,-4 2 0,3 1 392,-2 1-695,0 0 0,-3 1-167,1-1 1,0-1-803,2-1 0,-2-3 488,2 1 0,-2-2-483,0-2 1,-3-2 312,1-5 0,-1-1 5,3-2 1,-1-5 229,-2-2 0,2-3 232,-2-4 0,2 1 56,1-1 0,2 0 291,2-2 0,1 4-17,1 1 1,3 4-136,2 2 0,1 5 270,3-1 0,-2 5-124,4-1 1,-2 3-34,1 1 1,-1 2-56,2 1 0,-4 1-70,2-1 0,0 2 84,0 2 1,-1 4 103,-4 2 0,1 4 47,-3 1 1,0 3-67,-2 3 0,-1 4-127,-1 3 0,-1-1-117,-4 3 0,-1-2-131,-1 0 0,-2 3 5,0 0 0,1 2-223,-1-1 1,1-4-7,0-2 1,1-4-718,2-1-351,1-2 528,2-8 420,1-2 1,3-5-271,0-4 379,0-2 1,3-2 69,1 0 0,2-2 0,1 0 0,-1 1-165,0-2 0,3-1-148,-1-1 1,3 2 496,-2-2 0,11-11 0,0-5 0</inkml:trace>
  <inkml:trace contextRef="#ctx0" brushRef="#br0" timeOffset="3542">2053 128 9456,'0'6'991,"0"4"-726,0 0 1,0 6-44,0 3 0,0 4-604,0 5 1,0 1-41,0 3 0,0 0-266,0 0 0,0-4 489,0-4 0,0-5 30,0-6 18,0-3 258,0-4 1,0-4-39,0-4 0,0-2-81,0-5 1,1-1 278,1-3 0,0 3 19,2-1 1,0 1 32,3-1 0,-3 0-80,0 2 1,1 1-1,1 2 1,0 0-136,1 2 0,-1-1-13,1 2 0,0 1-70,1 2 1,0 0 101,3 0 0,-3 1-116,0 1 1,2 2 36,-2 2 0,1 1-140,0-1 1,-3 2 92,1 1 0,-3 2-18,-2 0 0,-1 1-24,1 1 1,-4 0-136,-2 0 0,-2 0-142,-1-1 1,-1-1 112,-1 0 1,-1-3-34,1 0 1,-2-1-26,0-3 0,0-1-43,0-3 1,-1 0 108,4 0 1,-1-3-160,3-1 0,0-3 360,2-1 0,10-25 0,4-9 0</inkml:trace>
  <inkml:trace contextRef="#ctx0" brushRef="#br0" timeOffset="3931">2368 340 7820,'-7'0'783,"1"0"0,0 0-25,-1 3 1,-1-1-293,-1 3 1,1 1 497,4 0 0,-2 2-334,2 2 1,0 1-137,0 2 1,3 0-372,-1-1 1,2 1-210,2 0 1,1 0-33,4 0 1,0-3-169,1-2 1,0-1-325,3-3 0,-3 1 202,3-3 0,-1 0-4,1-2 1,1-3-8,-1-1 0,0-2-7,0 0 0,0-3 227,-2-2 1,-1 1 138,-1-1 0,0 1-36,0-3 0,-2 1 105,-5 1 1,0-2-19,0 2 1,0-4-70,0 4 1,-3-2 196,-1 5 1,-3-1-70,-1 3 1,0 2 8,-3 2 0,3 1-123,-3 1 0,3 3-136,0 2 0,1 0-128,3 2 1,1 0 327,3 1 0,14 11 0,4 4 0</inkml:trace>
  <inkml:trace contextRef="#ctx0" brushRef="#br0" timeOffset="4313">2573 353 7808,'-6'0'1099,"-1"0"-270,1 0-79,-1 0 0,2 0 210,0 2 0,0 2-336,3 2 1,0 4-80,2 0 0,0 2-291,0 1 1,0 0-234,0 0 1,3 0 5,1 0 1,1-3-159,0 1 0,2-4-7,0-1 0,1 0-300,-2-4 0,3 0 101,-1-2 0,1-2-19,0-3 0,0-1-188,2-3 0,0-1 132,-2-2 1,2-1 58,-3 0 0,3 1 182,-3 1 0,1-1 133,-3 1 0,0 2 16,-2 0 0,1 2 481,-3 1 1134,1 2-839,-3 2-143,0 10 1,0-2-214,0 7 1,0-4-137,0 2 1,2-1-231,0 3 0,0 0-295,-2 0 1,2-1-326,0-1 0,3 0-1781,0-3 2369,0 1 0,13-17 0,3-3 0</inkml:trace>
  <inkml:trace contextRef="#ctx0" brushRef="#br0" timeOffset="4611">2855 436 7801,'-6'4'624,"-1"0"1976,1-1-1529,2 2-4,-1-5-1235,4 3-154,-2-3 1,4-3-430,1-1 1,-1-2 472,4-3 1,-1 1-40,2-2 1,1 1 313,-1-2 0,1 1 250,-1 0 1,1-2-148,-1 4 0,0-1 313,1 3 0,-1-1-39,1 1 1,-3 2-37,0-1 1,0 4 622,3-1-704,-1 1 0,0 6-289,-2 1 1,0 5 38,-2 0 1,-1 1-289,1 1 0,-2 2-152,0 0 1,0 2-409,0-2 0,3 0-549,-1-2 0,2-1 159,-2-2 1231,6 0 0,2-15 0,6-3 0</inkml:trace>
  <inkml:trace contextRef="#ctx0" brushRef="#br0" timeOffset="5024">3118 353 7779,'-6'0'201,"-1"0"0,-1 0 340,-1 0 1,1 2-109,1 3 1,1 0 42,0 2 0,1 0-338,1 1 1,3 2 26,-2 0 0,3 2-105,0-1 0,0 1 51,0-2 0,0 2-128,3-4 1,0 1 106,4-3 0,-1-2-203,0-2 0,1-1-34,-1-1 0,3-1-136,2-1 1,1-5-187,1-3 1,0-3 87,0-2 1,2-2-41,0-2 1,2 0 70,-2 0 0,0-3-7,-2 1 1,-1-4 144,1-1 0,-1 1 191,-1-3 0,0 2-118,-5 0 0,2 1 148,-4 1 0,-1 6 311,-1 5 310,-1 3 44,-1 7 1,-2 3-203,0 4 1,-3 5 289,0 4 0,0 1-225,-2 5 0,1-1 52,-1 4 0,3-2-150,0 2 0,0 0 12,-3 4 0,4-2-534,0-1 1,1-1-48,-1 1 0,1-2-134,2 3 0,3-6-368,1-1 0,2-3-1859,1-1 2491,2-6 0,12-15 0,6-10 0</inkml:trace>
  <inkml:trace contextRef="#ctx0" brushRef="#br0" timeOffset="5354">3433 340 7776,'-7'6'1356,"1"-2"1841,2 1-2601,-2-4 1,6 4-154,0-3 0,1 0-248,3-2 0,1 0-146,1 0 0,3-2-304,2 0 1,-1-3-717,1 1 0,-3-2-235,3 0 1,-2-3 550,1 1 0,-2-1 291,1 3 0,-3-3 213,-2 1 0,0-1 135,-2 3 0,-1-1 50,1 1 0,-4 2 202,-3 2 0,-3 1-167,-3 1 1,-1 1 195,-1 1 1,0 5 750,1 3 0,-1 2-182,3 1 1,-2 0-45,4 0 1,-2 3-448,3 1 1,0-1-106,5 1 1,0-2-345,2 2 1,1-5-388,1 1 1,2-4-180,5-1 0,1-1-2105,5-3 2777,2-1 0,28-32 0,6-6 0</inkml:trace>
  <inkml:trace contextRef="#ctx0" brushRef="#br0" timeOffset="5782">3772 295 7760,'-12'0'343,"2"0"1,-2 0 518,1 0 0,1 3-373,-1 1 1,1 2 0,0 0 0,-2 3-184,4 2 0,1 1-112,3 1 1,0 0-26,0 0 0,1-1 68,3 1 0,0-3 25,0-1 1,3-3-40,1-2 1,2-1 12,0-3 0,2 0-109,0-3 0,2-3-156,3-5 1,2-3-592,0-1 1,3-3 64,-1-2 0,1 1-237,2-2 0,-1 1 330,0 1 0,0-4-102,1-3 1,-4 0 244,-1-1 1,-2-2 119,0 1 1,-1-2 1,-1 3 0,-2 4-172,-2 6 1326,-4 6-477,0 5 0,-4 3 269,-1 6 1,1-2-306,-3 3 0,0 3 115,0 1 0,-2 4-26,2 1 1,-1 1 134,1 3 0,-2 3 65,2 3 0,-2 2 295,-1 1 1,1 2-403,0 2 1,-1 5 101,1 4 1,1 0-349,1 4 0,3-3-923,-1 0 0,2-3-948,2-3 0,1-8 1491,4-4 0,5-14 0,1-6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10.05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45 456 8053,'-10'6'754,"-1"1"1,3-1 562,2 1 1,0-3-341,4 0 0,1-2-448,3 0 0,1-2 3,4 0 0,2 0-260,2 0 1,1-2-61,1-3 0,0-1-109,2-3 1,-1 1-178,1-2 0,-1-3-450,1-2 1,1-3 397,1 1 0,1-2-774,-1-3 0,0-1 220,0-5 1,0 2 98,2 1 0,-2 0 256,-2 3 0,-2 2 253,0 3 0,-3 2-88,-1 7 0,-4 0 130,-1 6 0,-2 0 478,2 2 0,-2 0 48,0 3 0,-1 0 258,1 4 1,0-1-400,2 0 0,0 1-15,3-1 1,-1 0-349,1-2 0,1 1-421,1-3 0,2 0-277,0-2 1,2 0-1824,2 0 2529,-2 0 0,17-14 0,1-4 0</inkml:trace>
  <inkml:trace contextRef="#ctx0" brushRef="#br0" timeOffset="306">513 0 8033,'-9'0'692,"5"0"1067,-5 3-1174,8 1 0,-1 2 54,4 1 0,5-1-549,4 1 0,3 0 106,4 1 1,-2 0-737,1 3 0,-1-3 129,2 3 0,0-1-131,-1 1 0,-1 2 335,-1-2 0,-4 3-21,0-1 1,-6 0 68,-1 2 0,-2 1 166,-2 1 0,-2 0 442,-2 0 0,-2-3-310,-5 1 0,-1 0-147,1-2 1,2-2 7,0-4 0,-4-12 0,0-3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15.47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139 199 7974,'0'4'1491,"-2"0"1,-1 1-309,-1 1 0,1 1-55,3-1 0,0 1-627,0 2 1,0 1-59,3 5 0,-2 0-257,3 2 1,0 0-153,3 2 1,-3 0 65,0 0 0,-1 3-161,1-1 1,-3-2 38,1-4 0,-1 0 166,-1-2 0,0 1 12,0-4 1,-3-2-40,-1-2 0,-2-2 190,0 1 0,-3-3-223,1-2 0,-1-2 30,3-3 0,-3-1-219,1-3 0,-3-1-541,2-2 1,-1-3-841,1 0 0,-1-3 195,1 1 1,-2-4-142,3 0 1,0-1 580,4 3 1,-1 0 850,3 2 0,2-13 0,4 0 0</inkml:trace>
  <inkml:trace contextRef="#ctx0" brushRef="#br0" timeOffset="271">172 0 7949,'-4'0'0,"-2"1"666,2 1 1,-2-1 2489,0 1-2312,2-2-854,1 3 0,4 0-2585,1 1 2595,2 2 0,19 9 0,5 6 0</inkml:trace>
  <inkml:trace contextRef="#ctx0" brushRef="#br0" timeOffset="555">313 308 7938,'-4'0'1003,"-2"1"235,2 1 1,-1-1-421,1 3 1,-1 1 214,3 1 1,0 3-582,2 2 0,0 2-105,0 2 0,2-2-188,3 2 0,0 1-109,2-1 0,1-2-525,1-2 0,2-4 55,-3 2 0,1-5-195,0-2 0,-2-1 280,2-1 1,-1-1-100,0-1 0,-1-3 167,2-4 1,-2-2 78,-1 0 0,-1-2 33,-1-2 0,0 2 187,3-2 0,-3 3 67,0 2 0,0 2 165,0-1 0,-1 3 838,0 1-626,-3 3 0,4 4 320,-2 3 1,-1 3-385,1 3 1,-1 1-151,1 1 1,0 2-447,2 0 0,-2 1-496,3-2 1,-1 0-1489,2 1 0,3-4 2168,-1 0 0,15-9 0,1 0 0</inkml:trace>
  <inkml:trace contextRef="#ctx0" brushRef="#br0" timeOffset="906">723 244 7900,'-10'-3'324,"-2"2"0,4-2 527,-2 1 1,0 1 81,-1-1 1,-1 2-360,4 2 0,-1 2-86,3 5 0,0-2-265,-1 4 0,4 0-134,0 2 0,3-3 24,0 1 0,0 0-223,0 2 0,5-3 84,1 1 1,3-3-236,-1 0 1,1 2-163,2-2 0,1 0 71,-1-4 0,-1 2-36,1-2 0,-1 1 48,0 0 1,0 0-16,-1 0 1,-3-2 98,1 1 1,-1 1 55,-2 1 1,-1-2 76,-1 1 1,-1-1 114,-1 2 1,-3 1 535,-1-1 1,-4 1-73,0-1 0,-4-2 167,1 0 0,0-2-442,0 0 1,-1-1-200,2-1 1,-2-2-278,1-2 1,0-1-804,3-6 0,0 1 1098,3-3 0,11-23 0,5-5 0</inkml:trace>
  <inkml:trace contextRef="#ctx0" brushRef="#br0" timeOffset="1148">916 13 7866,'-7'9'521,"1"-2"0,2 6 728,2 0 1,1 2 19,1 2 1,0 4-623,0 1 0,0 2-377,0 2 1,2 0-175,1 2 0,-1-2-163,1 2 1,-3-2-133,2 0 1,-1-1-426,-1-2 1,2 0-89,0-4 0,1-2-1993,-3 0 2705,0-6 0,0-7 0,0-8 0</inkml:trace>
  <inkml:trace contextRef="#ctx0" brushRef="#br0" timeOffset="1388">826 289 8463,'1'3'1407,"1"-1"-422,-2-1 0,7-1-653,-1 0 1,3 0-173,4 0 1,1 0-2042,1 0 1881,1 0 0,29-6 0,6-1 0</inkml:trace>
  <inkml:trace contextRef="#ctx0" brushRef="#br0" timeOffset="2256">1339 96 7840,'0'-13'95,"0"1"47,0 2 0,0 0 553,0 4 1066,0 0-1130,0 2 1,0 4-139,0 4 1,1 6-209,1 2 0,-2 3-147,3 4 1,-2 1-142,1 6 1,-1 1 70,1 0 1,-1 0-90,-1 3 1,0-2-99,0 2 0,0-4-469,0 0 1,0-3-26,3-4 1,-2-3-190,3-3 480,-2-6 0,3-5 161,0-4 1,0-3 237,2-3 0,-1-1-15,1-2 0,2-1 216,2 1 0,1 2-143,1 0 0,-1 2 129,1 1 0,-2 2 72,0 2 0,-1 1-80,3 1 1,0 0 13,0 0 1,-3 3-57,-2 2 1,2 2-69,-2 2 0,-2 2-53,-4 0 1,-1 1-126,-1 1 1,0 2-47,0 0 1,-3-1 51,-1-3 0,-4 1-40,-1-1 0,-2-1-45,0 0 1,1-3-116,-1 0 1,1-1-97,-3-4 1,0 2-267,0-2 1,3 0-34,-1-5 1,1 2-317,-1-3 1,3-1 936,3-1 0,8-15 0,4-3 0</inkml:trace>
  <inkml:trace contextRef="#ctx0" brushRef="#br0" timeOffset="2656">1756 366 7870,'-4'0'3010,"1"0"-1920,3 0-533,0 2 1,5-1-326,2 1 1,1-1-237,1-1 0,1-2-652,3 0 1,-1-2 167,-1 1 0,0-2-134,-2 1 0,-1-2 429,-2 0 1,1 2 1,-1-1 0,-2 1 87,-2-2 1,-4-1 266,-2 1 0,-2 0-33,-1-1 1,-2 4-87,-1 0 0,-3 3 474,1 0 0,-1 1 149,0 3 1,0 1 315,0 6 1,0 0-338,1 4 1,2 2 24,1 2 1,5 1-456,2 1 0,1-1-358,1 2 1,4-3-1152,2-2 1,4-3 814,5-4 0,2-3-1237,4 0 1715,2-4 0,31-20 0,8-4 0</inkml:trace>
  <inkml:trace contextRef="#ctx0" brushRef="#br0" timeOffset="2907">2192 302 7870,'-10'0'854,"-2"-3"0,2 1-315,-3-2 0,0 3 171,0-2 1,1 3-270,-1 0 1,-2 0-70,0 0 1,0 3-109,2 1 1,0 4 62,0 0 0,3 4-17,-1 1 1,3 0 126,0 2 0,3 1-365,3-1 0,2 2 45,0-2 0,1 0-1136,3-3 0,1-1-152,6 0 1,0-5-2007,4 0 3177,2-4 0,22-13 0,5-7 0</inkml:trace>
  <inkml:trace contextRef="#ctx0" brushRef="#br0" timeOffset="3333">2314 321 7856,'-7'0'882,"1"0"1,0 0-108,-1 0 0,1 0 80,-1 0 0,1 0-406,0 3 1,-3 0 14,0 4 0,0 2-209,1 2 0,1 1-77,-2 3 1,5 1-345,2 1 0,1 1 216,1-3 0,1 0-569,1-2 1,1-3 156,4 1 1,2-5-107,2 0 0,-1-4 50,0 0 0,1-2-204,2-5 0,0 0 214,-1-5 0,1-1 74,-3-2 0,2 0 390,-1-2 0,-2 1-134,0-1 0,-1 2 342,-1 0 1,1 1 346,-4 1 489,-1 2-801,0 2 0,-3 5 171,0 2 1,0 2-27,0 5 1,-1 2 45,-1 2 1,1 1-660,-1 1 1,1 0 185,1-1 1,1 0-1358,1-1 0,2 1 205,2-4 1135,1 1 0,7-9 0,4 0 0</inkml:trace>
  <inkml:trace contextRef="#ctx0" brushRef="#br0" timeOffset="3673">2538 308 7825,'-10'3'0,"1"2"1440,3-2 0,-1 2-646,1-1 0,2 4 356,2 0 0,-1 4-470,1-2 0,0 5-191,2 2 1,2-1-393,0-1 0,3 1-249,0-1 1,2-2-163,2-3 1,2-4-404,0 0 0,0-4-384,0 1 0,1-6 458,-1-1 1,0-4 100,0-3 1,-1-1 226,-1-1 1,-2-1 265,1 0 0,-1 0-20,-3-1 0,1 4 112,-3 0 0,2 1 160,-1-1 736,-1 2 538,-2 3-1081,0 2 0,0 5-62,0 5 1,-1 3-93,-1 1 1,1 3 91,-1 0 1,1 0-320,1 2 1,1-2-555,1-3 0,0 2 539,5-1 0,15-4 0,8-2 0</inkml:trace>
  <inkml:trace contextRef="#ctx0" brushRef="#br0" timeOffset="4023">2878 244 7790,'-13'0'679,"1"0"1,2 0-269,1 3 0,0-3 156,0 2 0,1 2-66,1 0 0,2 4 119,0 1 0,3 2-206,2 0 0,0 1-227,0 1 1,0 0-174,2-1 0,2-1-27,2 0 0,3-3-332,-1 0 1,4-1 21,-1 0 0,-1-4-337,0-1 0,0 1 179,1-1 0,0 1-190,-2-3 0,-1 2 247,-1 0 218,-1 3 257,-2-2 0,-1 4 97,-3-1 0,-1 1 450,-1-1 1,-4 0-159,-2 1 1,-3-1 338,2 1 1,-2-2-357,0 0 0,-1 0-37,-1-3 1,1 0-395,1-2 1,-1 0-405,2 0 0,0-1-1000,2-1 1,4-2 479,1-5 0,3 1 932,0-2 0,31-27 0,8-8 0</inkml:trace>
  <inkml:trace contextRef="#ctx0" brushRef="#br0" timeOffset="4348">3071 314 7784,'0'4'1030,"0"-1"1245,0-3 1,3-1-2308,1-1 1,0-2-385,3-2 0,-2 0 263,3-1 1,-1 1-115,0-1 1,1 1-628,1-1 1,-3 1 385,-2 0 1,0-3-47,0 1 0,-1-1 477,-3 3 1,-3-1 506,-1 1 0,-2 2-63,-3 2 0,-4 1 519,-4 1 1,-1 3 118,1 1 1,-1 5 714,1 2 1,1 1-948,1 3 0,4 2-70,3 2 0,3 0 58,3 1 0,2-1-422,2 0 0,3 0-319,3-2 1,4-2-355,3-2 0,4-1-607,0-1 1,0-2-132,3-5 0,0-1 1072,2-3 0,15-26 0,5-6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21.60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26 340 7963,'-6'0'497,"1"0"187,1 0 0,2 1-118,-2 1 1,2 1 104,0 4 1,2 2-206,0 2 0,0 2-46,0 2 0,0 1-410,0 3 1,0 1-113,2-1 1,1-3-132,1-1 1,2-3 51,-2-2 1,2-4-715,1 0 680,-1-4 1,0-2-43,1-4 0,-1-4 137,-2-3 0,1-1-53,-3-1 1,2 0 255,-2 0 1,3 1 32,-3-1 0,0 3 170,-2 1 0,2 4 257,0 1-186,3 2 0,-2 0-35,1 4 0,2 3 136,-2 3 0,2 4-25,0 3 1,3 1-81,-1-1 0,2-1-116,-2 3 0,0-5-71,3 1 1,-3-2-121,3 0 1,-3-4 35,0-3 1,2-2-139,-2 0 1,1-5 15,-3-4 1,0-2-88,-2-4 1,1 0-43,-3 1 1,0-3-126,-2 0 0,0-1-544,0 1 1,0 1 225,0-3 0,0 2-21,0-2 0,0 5-97,-2-1 0,1 2-915,-1 0 1645,1 2 0,4 5 0,0 2 0</inkml:trace>
  <inkml:trace contextRef="#ctx0" brushRef="#br0" timeOffset="334">424 449 11799,'3'-3'537,"3"2"-144,-2-3 0,4-1-440,1-1 1,0 2-68,0-1 1,0 1-366,2-2 0,0-2 211,-2 1 1,-2 0-15,-2 2 1,0 0 32,-3-2 1,0 3 111,-2 0 1,-1 0 60,-1 0 1,-4-1 211,-2 3 1,-4-3 36,2 3 0,-2 1-42,-1 3 1,-1 1 561,-1 4 1,2 0 78,-2 2 0,4 1 298,2 5 1,2-1-516,1 4 0,2-1-48,2 2 1,2-2-482,2 0 0,5-3-345,3 1 1,5-2-1168,3-2 0,0-2 896,1-2 0,1-4 590,-1-1 0,20-18 0,5-6 0</inkml:trace>
  <inkml:trace contextRef="#ctx0" brushRef="#br0" timeOffset="1092">1129 398 7849,'4'-3'469,"-1"-1"151,-3-2 1,0 0-76,0-1 0,0 1 93,0-1 1,-3 1 6,-1-1 1,-2 1-214,0 0 0,-2-1-172,0 1 0,-2 2-102,-3 2 1,0 1-80,-2 1 0,0 6 80,-2 3 0,1 2-104,-1 2 0,1 3 131,3 1 0,1 0-162,1 1 0,5 0-701,4-1 0,2-1 363,2-1 1,3-2-1203,6 0 1,2-3 1515,6-1 0,29-11 0,7-2 0</inkml:trace>
  <inkml:trace contextRef="#ctx0" brushRef="#br0" timeOffset="1443">1354 359 7849,'-9'0'320,"2"0"0,-5-2 491,4 0 1,-3 0-21,2 2 1,-2 0-298,0 0 1,-1 1-202,-1 1 1,0 3-42,1 4 0,2 2 107,1 0 0,1 3-121,1 1 0,0 3-1,5-1 1,0 1-102,2-1 1,0 1-180,3-3 1,2-3-543,4-3 0,0-3 380,0-2 0,1 1-475,2-3 1,1-2 202,0-5 1,0-2-37,0-2 1,0-3 45,-1-1 0,1 0-2,-3-2 0,2 2 229,-4 0 1,1-1 176,-3 1 0,-2-1 329,1 3 1,-4 2-264,1 0 677,-1 2 1,-2 3-225,-1 2 1,1 3 53,-1 3 1,-1 1-314,1 6 0,0-3-48,2 3 0,0 1-195,0 3 0,1-4-680,1 2 0,1-3 726,1 1 0,10 4 0,1-1 0</inkml:trace>
  <inkml:trace contextRef="#ctx0" brushRef="#br0" timeOffset="1726">1482 475 7849,'-3'3'660,"0"0"0,-2-2 171,1 1 563,3-1-1142,-2 2 0,3-4-379,0-1 1,1-3-139,1-3 1,1-1 170,4-2 0,-1-1-104,1 1 1,-1-1 142,0-1 1,1 0 273,-1 1 1,1-1-41,-1 3 1,0-2 220,1 4 1,-1 1-143,1 3 0,-1 3 185,1-1 1,-2 2-128,0 5 0,0 2-144,-3 5 1,2 2-120,-2 1 1,2 1-171,-2 4 1,1-1-481,-1 0 0,1-2-83,2 0 1,0-2-1675,0 0 2354,0-5 0,10-9 0,2-5 0</inkml:trace>
  <inkml:trace contextRef="#ctx0" brushRef="#br0" timeOffset="2001">1668 96 7849,'-3'0'473,"-3"0"0,5 0 1839,-4 0-1090,4 0-558,-2 0 1,4 3-437,1 1 1,0 3-331,4 1 1,-1 0-200,4 3 1,-1 0-271,0 1 1,0 1-1532,3-3 2102,-3 2 0,18 4 0,2 4 0</inkml:trace>
  <inkml:trace contextRef="#ctx0" brushRef="#br0" timeOffset="2249">1906 7 7849,'0'3'805,"-3"3"-227,1-2 1,0 2 711,2 3 1,0 2-506,0 4 0,0 4 191,0 4 1,0 5-444,0 2 0,-1 6-503,-1 0 0,2 0-510,-3-3 0,3-1-94,0 0 0,0-1-721,3-1 1,-3-4 881,2-2 413,2-3 0,0 1 0,2-3 0</inkml:trace>
  <inkml:trace contextRef="#ctx0" brushRef="#br0" timeOffset="2497">1803 321 7832,'6'0'1422,"-2"0"1,2 2-923,-2 0 0,2 1-31,3-1 1,2-1-565,3 1 0,1-1-479,2 1 0,1-1 574,3 1 0,13-1 0,6-1 0</inkml:trace>
  <inkml:trace contextRef="#ctx0" brushRef="#br0" timeOffset="3097">2483 218 7790,'3'-6'505,"3"-3"154,-2 1 0,0-1-162,0 3 1,0-1 51,0-2 0,2 1-94,-2-3 1,-1 2-181,-1-2 1,-1-1-104,-1 1 1,0 0-55,0 0 0,0 0-132,0 2 1,-3 3 132,-1 1 0,-4 4-86,-1-1 0,1 7 138,1 3 1,1 7-27,-1 2 0,1 2 197,0 2 1,2 2-108,2 3 1,1-1-197,1 1 1,0 2 16,0 0 0,0-1-170,0-1 0,3 0-298,1 2 0,2-2-719,0 0 0,1-4 186,-1-5 0,1 1 945,-1-3 0,-2-9 0,-2-4 0</inkml:trace>
  <inkml:trace contextRef="#ctx0" brushRef="#br0" timeOffset="3368">2342 340 7790,'3'0'479,"2"1"150,-3 1 1,3-1-242,0 1 0,1-2-142,3 0 1,1 1-82,2 1 1,2-1-271,1 1 1,-1-1-434,3-1 1,0 1 424,3 1 113,-1-2 0,3 3 0,1-3 0</inkml:trace>
  <inkml:trace contextRef="#ctx0" brushRef="#br0" timeOffset="3619">2611 385 7790,'0'6'-135,"0"1"0,0 0 394,0 1 1,0 0 414,0 0 0,0-1-420,0 0 0,0-1-347,0 1 0,2-1-1652,0 0 1745,3-2 0,2-7 0,3-4 0</inkml:trace>
  <inkml:trace contextRef="#ctx0" brushRef="#br0" timeOffset="3878">2630 154 7790,'-3'-4'431,"3"2"145,-6-1 0,5 2-458,-4-1 0,4 2-105,-1 2 0,2 2-1365,2 5 1352,1 1 0,15 23 0,3 4 0</inkml:trace>
  <inkml:trace contextRef="#ctx0" brushRef="#br0" timeOffset="4149">2746 398 8519,'-4'-3'604,"1"2"74,3-4 0,-2 1-443,0-2 0,1-2-340,3 0 1,-1-1 167,3-2 0,1-1-104,1 1 1,1 1 223,-1-1 1,3 6 123,-1-2 1,1 3 155,-3 0 0,0 1-144,1 3 1,-1 1 46,1 4 1,-3 0-337,0 5 1,-2 3-240,3 2 0,-4 2-1149,1-2 0,1 3 281,-1-1 1077,3-1 0,13 11 0,6 0 0</inkml:trace>
  <inkml:trace contextRef="#ctx0" brushRef="#br0" timeOffset="4405">3041 308 7790,'-13'0'416,"3"0"0,-1 0 624,2 0 0,1 3-496,1 1 1,1 2-16,-1 0 0,3 3-6,0 2 0,2 1-248,0 1 0,1 0-331,1 0 1,3-1 114,2-1 0,1-1-109,3-2 0,-2-4-27,4 1 0,-2-4-286,1-1 0,2-3 1,3-4 0,-2-2-105,2-4 0,1-3-85,-1-1 0,2-2 178,-2-2 1,2 0 180,-2-3 0,-1 0-5,-3-4 1,0 1 15,-2-3 0,-1 0-37,-1-2 0,-4 3-104,0 1 0,-3 5 474,-3 1 0,2 9-145,-3 4 0,-1 6 962,-1 5 0,2 5-36,-1 6 1,2 3 368,-1 3 0,0 4-530,2 2 1,1 2 48,-1 5 1,1-1-467,1 3 0,0 1-121,0-1 1,1 3-1736,1 0 0,2-2 434,5-1 1068,1-4 0,14 7 0,3-1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32.38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168 116 13647,'0'-6'2164,"0"-1"-2213,0 1 0,0-1 96,0 1 0,0-3-121,0 1 0,-1-1-84,-1 0 0,0 1-158,-2-3 1,2 4 217,-2-2 1,-1 3-78,-1 1 1,-3 3 188,1 2 0,-3 3 424,3 4 1,-2 5 261,2 8 0,3 2-297,-2 6 1,5 2-296,0 4 1,1 0 8,1 2 0,1-3-156,1-1 1,4-1-364,3-3 0,2-2-801,0-3 0,1-3 113,1 0 0,-1-5 1090,-2-4 0,0-10 0,-4-6 0</inkml:trace>
  <inkml:trace contextRef="#ctx0" brushRef="#br0" timeOffset="301">1 264 8230,'3'0'796,"3"0"-171,-2 0 0,4 0-255,1 2 1,3-1-157,1 1 1,2-1-964,5-1 0,1 0 149,0 0 600,4 0 0,23-6 0,10-1 0</inkml:trace>
  <inkml:trace contextRef="#ctx0" brushRef="#br0" timeOffset="592">277 270 7882,'-7'9'1035,"1"1"1,2 1-219,-1 0 0,4-1-8,-1 3 0,3 0-467,1 0 0,4-3-190,0-2 1,2 2-116,2-2 1,-1 0-283,1-4 1,1-1-56,2-3 0,0-1-346,0-1 1,-1-2-154,1-5 1,-1-1 318,-1-2 0,1-3-105,-4 0 0,3-3 234,-3 1 0,-1 2 285,-3 2 1,-2 1-102,2 3 1,-2 1 114,0 1 216,-1 4 0,-1 1 474,0 4 1,0 2 367,0 5 1,-2 1-446,-1 2 1,1 1-231,2 0 1,0 0-420,0 0 1,2 0-435,1-1 1,2 0-33,-1-1 0,2 1 554,0-4 0,9 1 0,2-3 0</inkml:trace>
  <inkml:trace contextRef="#ctx0" brushRef="#br0" timeOffset="873">578 341 7867,'-3'3'1376,"-2"1"-886,2-2-303,1-2-153,2 3-323,0-3 0,1-3 398,1-1 1,0-2 8,2-3 1,0 2 87,3-1 1,-1-2-59,0 2 1,1-1 126,-1 3 1,1-1-217,-1 1 1,0 0-52,1 2 1,-1 0-36,1 2 1,-1 2-236,1-3 1,0 6-421,0 1 0,1 4 3,-4 3 1,2 1 678,0 1 0,0 20 0,1 5 0</inkml:trace>
  <inkml:trace contextRef="#ctx0" brushRef="#br0" timeOffset="1152">854 244 7844,'-6'0'522,"-1"2"1,1 1 71,-1 1 1,3-2 781,0 2-928,-1 1 1,2 3-29,1 1 0,-1 2 24,1 0 1,0-1-124,2 0 0,0 3-279,0 2 1,0-2-122,2-2 1,2-3-336,2 3 0,-1-4 32,2 0 1,-2-2-555,3-3 1,0 0 290,-2-2 0,2 0-248,1-2 0,2-2 433,-3-2 0,3-3 52,-2 1 0,-1-2 408,-2 2 0,1 1 0,-4-23 0,0-1 0</inkml:trace>
  <inkml:trace contextRef="#ctx0" brushRef="#br0" timeOffset="1492">1053 84 7816,'-4'-2'1060,"-1"0"1,3 0-61,-2 2-550,2 0 1,0 0 48,2 2 0,0 3-249,0 3 0,0 2-315,2 3 1,0 3-67,2 1 1,-2 4-333,3 3 1,-3 1-62,2 0 1,-2 1-620,2 0 1,-2 1 1142,0 1 0,-1 9 0,-1-1 0</inkml:trace>
  <inkml:trace contextRef="#ctx0" brushRef="#br0" timeOffset="1787">957 257 7796,'3'4'0,"1"-1"201,-2-3 1,-1 0 333,4 0 0,1 0-911,2 0 0,4 0-121,-1 2 1,3-1 496,1 1 0,23-1 0,3-1 0</inkml:trace>
  <inkml:trace contextRef="#ctx0" brushRef="#br0" timeOffset="2073">1162 328 7796,'-3'9'508,"2"-2"-353,-1 2 0,-1-2 311,1-1 1,0 1-259,2 2 1,0-2-153,0 2 0,3-4-56,1-1 0,8-11 0,1-1 0</inkml:trace>
  <inkml:trace contextRef="#ctx0" brushRef="#br0" timeOffset="2363">1194 116 7796,'-7'0'405,"1"0"740,0 0-1152,-1 0 0,2 3-101,0 1 0,2 3 108,3 1 0,12 19 0,2 7 0</inkml:trace>
  <inkml:trace contextRef="#ctx0" brushRef="#br0" timeOffset="2655">1329 296 7796,'-5'-3'327,"1"1"1,2 0 524,-2 2 1,-1 0 126,-1 0 0,2 1-466,-1 1 0,2 2 59,-1 2 0,-1 0-254,2 1 1,1 1-291,2 1 0,0 2 114,0-3 1,0 3-94,0-3 0,3 1-28,1-3 1,3-1-202,1-1 0,-1-3-413,2 2 0,0-6 18,0-1 0,2-2-111,-3 0 0,1-3 256,-3-2 0,0-1 193,1-1 1,-3 0 73,0 0 0,-2 1 125,0-1 1,-1 1-91,-1 1 1,-1 0 89,-1 2 0,-2 1 232,-2 4 1,-1-1-122,1 3 1,0 0-238,-1 2 0,1 2-136,-1 3 1,2 3-903,0 0 1202,0 1 0,10 9 0,-1 2 0</inkml:trace>
  <inkml:trace contextRef="#ctx0" brushRef="#br0" timeOffset="2938">1476 373 7772,'0'6'553,"0"-2"839,0 1 103,-3-4-571,3 2-1151,-3-3 0,3-3 64,0-1 1,2-5-10,0-2 1,5-1 168,0-3 1,1 1-71,1-1 1,-2 2 339,4 0 1,-2 0 180,1 0 0,0 1 108,1 1 0,0 2-220,-2 3 1,2 0 35,0 2 0,-2 1-152,0 3 1,-2 0-128,-1 0 1,-1 5 81,-1 1 1,-3 5-87,2 0 1,-3 1-201,0 3 1,0 0-454,0 2 0,0-2-2692,0 2 3256,0 0 0,-8 16 0,-3 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28.43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32 52 7939,'0'-6'0,"0"-1"0,0 1 525,0-1 0,0 1 60,0 0 1,0 1 815,0 1-369,0 3 47,0-2-729,0 3 0,0 5 56,0 1 1,0 7-108,0 0 1,0 4-80,0 0 1,0 4-34,0 0 1,0 4-33,-3 1 1,2 0-133,-3 4 1,2-3-5,-3 1 1,3 0-229,-2 0 1,0-3 30,0-4 1,1-3-233,3-3 0,0-3-130,0-1 0,0-4-112,0-3 338,3-2 0,1 1-3,5-3 0,-1 0-42,2 0 0,1 0 7,2 0 1,2 0-129,0 0 1,2 0-62,-2 0 1,3 0-311,-1 0 1,-2-2 850,0-1 0,-1 1 0,-1 2 0</inkml:trace>
  <inkml:trace contextRef="#ctx0" brushRef="#br0" timeOffset="309">205 257 7939,'-4'4'994,"0"-2"240,2 2 0,0-1-540,4 4 0,3-3-385,3 0 1,0 0-572,3 3 0,-1-1-667,3 1 1,2-1 613,0 0 315,3 1 0,13-4 0,6 0 0</inkml:trace>
  <inkml:trace contextRef="#ctx0" brushRef="#br0" timeOffset="567">423 257 7908,'-9'10'706,"2"0"196,-1 2 1,0 4-365,2 1 1,0 2 34,-1 3 0,-1-2-211,-1 4 1,0 0-120,0 4 1,1-2-670,-2-1 0,4 0-215,0-3 0,3-1-563,1-2 1,2-2 1203,0-2 0,8-2 0,3 0 0</inkml:trace>
  <inkml:trace contextRef="#ctx0" brushRef="#br0" timeOffset="889">642 225 7894,'-10'0'-339,"0"0"655,-2 0 1,1 0 702,0 0 1,1 4-444,-1 2 0,0 1 70,3 4 0,-2 2-218,2 2 0,3 2-33,-2-2 1,5 0-397,0-2 0,1 0-289,1-1 1,3-4-57,1-1 1,3-5 11,1 0 1,2-2-391,3-2 0,-2-2 209,0-2 0,-1-3-281,3-2 0,0 1 381,0-1 0,-3 1 190,1-1 1,-2 0 127,1 3 0,-2-1 323,1 3 1084,-2-1-452,-1 1-354,-2 2 0,-1 5-89,-3 5 0,-3 1 263,-1 4 0,0 0-408,0 2 1,2-1-302,-3 1 0,4 0-304,-1 0 1,1 1 334,1-1 0,9 7 0,1-3 0</inkml:trace>
  <inkml:trace contextRef="#ctx0" brushRef="#br0" timeOffset="1383">789 398 7894,'-6'10'143,"-1"-2"35,1 2 0,-1 1 178,1 2 1,2 2 459,-1 3 1,2 0-323,-1 1 0,0 1-190,2 2 0,1-2-286,-1 1 0,1-1 39,1-1 0,0-5-318,0-1 77,0-4-31,3-3 0,-2-6 161,1-4 0,1-2-34,-1-3 1,2-2 64,-2-4 0,1 1-53,-1-3 1,0 0 22,2-2 1,-2-1-22,3 1 0,-4-3-138,1-1 1,1-2 72,-1-1 1,1 0-212,-1 1 1,0-1 176,2 0 1,0 1 43,3 2 0,-1 1 78,0 2 1,1 4-114,-1 1 0,1 7 477,2 1 1,-2 5 25,2 0 0,0 1 183,-1 1 1,4 1-202,-2 1 0,0 2 131,1 2 0,0 0-134,2 1 0,-3-1-112,-2 1 0,1 0-55,-3 1 0,2-1 75,-4 2 0,-1-2-11,-1 0 0,-1 1 37,-1 1 1,0-1 0,0-1 1,-3-1-156,-1 0 0,-3 1-116,-1-1 1,0 3 11,-3-1 1,3-1-179,-3-3 1,1 0-112,-1 0 1,0 1-341,2-3 0,-1 2-677,1-2 1,1 1-490,1-3 1801,4 0 0,11-17 0,6-5 0</inkml:trace>
  <inkml:trace contextRef="#ctx0" brushRef="#br0" timeOffset="1773">1039 212 7859,'-3'0'303,"0"0"1,2-2 1215,-1 0-125,1 0-479,-2 2 0,3 1-156,0 1 1,-2 1-319,0 4 0,0 2 364,2 2 1,0 1-317,0 1 1,0 0-128,0-1 1,0 1-414,0 0 0,1 0-346,1 0 0,1-3 9,4-2 1,0-1-570,2-3 0,0-1 280,1-3 0,3-1-395,-3-1 0,5-4 504,-1-5 1,1-1 327,-2 2 0,-2-2 300,0 4 1,-3-3-20,0 3 1,-1-1 549,0 3 209,-4-1 103,0 4 0,-4 0-459,-1 3 1,1 0 21,-4 3 0,3 0-420,-2 4 0,0 1-220,0 1 1,1 2-208,1 0 1,1-1 103,-1 0 0,1 1-232,1 2 0,0 0 186,0 0 323,0-3 0,11 5 0,4-2 0</inkml:trace>
  <inkml:trace contextRef="#ctx0" brushRef="#br0" timeOffset="2073">1264 341 7648,'-4'3'2812,"1"-3"-2127,3 3-322,0-6 0,1 0-128,1-4 1,0 1-43,2-1 0,0 1 94,3 0 1,-1-3 78,0 1 0,1-1-123,-1 3 1,1-1 94,-1 1 0,3 0-4,-1 2 1,1-1-126,-3 3 0,-2-1 68,1 3 1,-2 1-138,2 1 0,0 2-90,-3 2 1,0 4-243,-2 0 0,0 0-485,0 1 0,0 0-150,0 4 0,0-1-2056,0 1 2883,0-2 0,0 9 0,0 1 0</inkml:trace>
  <inkml:trace contextRef="#ctx0" brushRef="#br0" timeOffset="2499">1552 251 7823,'-6'0'789,"0"0"1,-1 0 1091,1 0 0,-1 0-971,1 0 1,-1 1 18,1 1 0,0 1-482,-1 4 0,0 0-29,-1 1 0,0 2-32,0 3 1,1 0-58,0 0 0,4 0-565,1 0 1,1-1-89,1-2 1,1 2-242,1-4 0,2 1 131,5-3 0,1-2-438,2-2 1,0-1 244,1-1 1,-2-1-104,4-1 0,-1-2 317,-2-5 0,3 1 141,0-3 1,0 1-14,-2-3 0,-3 0 182,-1 0 1,-1 1 145,-1 1 1,0-1-109,-5 2 1,0-2 115,-2 2 0,-1 0 23,-1 4 1,-2-1 151,-5 1 1,1 2-234,-2 0 0,-1 2-159,-2 0 1,1 1-173,1 1 1,0 1 128,3 1 1,-1 0-983,3 2 1191,-1-3 0,15 13 0,3 1 0</inkml:trace>
  <inkml:trace contextRef="#ctx0" brushRef="#br0" timeOffset="2831">1828 238 7804,'0'-3'1013,"-1"-1"-563,-1 2 1,1 1 223,-3-1 1,2-1-340,-3 1 1,4-1 41,-1 1-31,-2 1 0,3-2 633,-4 3-240,4 0 1,-2 1-270,3 1 1,0 3 98,0 3 0,-1 0-122,-1 3 1,2-1-60,-3 3 1,3 0-305,0 0 1,0 0-184,0-1 0,0 1 171,0 0 1,0 0-115,3 0 0,-3-3-584,2-2 1,2 2 330,0-2 0,2 0-559,0-4 1,1-1 288,2-3 1,-1-1 173,3-1 1,-1-1 134,3-4 0,2-2 34,0-2 1,1-1-252,-1-1 0,0-2-275,2-2 0,2-1-765,-2 1 1513,-1-2 0,2-6 0,-1-5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37.85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513 302 8177,'-6'-5'562,"0"1"0,-1 1-161,1-2 0,-1 0 138,1 0 1,-1 0-241,1 1 0,-3-2-92,-2 2 1,1-1-30,-1 1 1,1 0-63,-3 2 0,-2 2 95,0 0 0,0 3 58,2 3 0,1 4 120,1 0 0,1 5-235,3 0 0,0 2 0,5 0 0,0 0-152,2 0 0,3-3-320,1 1 0,5-4-110,1-3 0,3-3 269,2-3 1,-1-2-684,3-2 1,0-5 164,0-3 1,1-5-85,0-2 1,-1-2 403,0 0 0,1-3 298,-3-2 0,0 1-77,-2 0 1,-3-2 186,-1-1 1,-3 0 179,-2 4 0,-1 1-145,-3 2 1,0 0 46,0-1 1,-3 4 7,-1 1 0,-2 4 255,0 3-373,-1 1 1,1 3-153,0 2 0,1 5-147,1 3 1,3 4 275,-1 5 0,7 16 0,2 6 0</inkml:trace>
  <inkml:trace contextRef="#ctx0" brushRef="#br0" timeOffset="1317">84 385 7935,'-6'4'261,"1"1"126,1 0 1,2 1-18,-3 3 0,1-2-245,-2 4 0,0 1-287,2 2 1,-2 0-164,2 1 0,1-1 325,1-2 0,-10 1 0,-3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0.31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135 327 7917,'0'-3'191,"0"-3"0,0 5 70,0-4 1,0 3 487,0-2-433,0 0 0,0-3 147,0 1 1,0 2-154,0-1-139,-2 1 1,-2-2-190,-2 2 0,-1-1 105,1 3 1,-3 0 114,1 2 1,-4 0 36,2 3 1,0 0 222,-1 4 0,1 2-218,-1 2 0,2 1 108,3 0 0,0 1 0,2 0 0,1 2-96,3 0 1,0 0-415,3-2 1,1 0-147,4-1 1,2 1-435,3-3 1,0-3 273,0-2 0,0-4-328,0 1 1,2-4 362,0-2 1,-1-3 40,-4-1 1,2-4 227,-4-3 1,1 0 33,-3 2 0,-1-2 139,-1 0 0,-3 2-164,1 3 0,-2-1 134,-2-2 1,1 3-137,-3 2 0,-1 0-174,-1 2 1,0 0-169,-1 2-309,1-2 804,-1 6 0,4 8 0,0 6 0</inkml:trace>
  <inkml:trace contextRef="#ctx0" brushRef="#br0" timeOffset="350">296 340 7898,'1'4'2286,"1"-2"-1504,-2-1-741,6-1 1,-2 0-346,2 0 1,1-1 109,2-1 1,-2 0-163,1-2 1,0 0 39,-2 0 1,0-2-223,1 2 0,-3-2 285,0 0 1,-2 0-18,0-1 0,-1 1 448,-1-1 0,-3 2 0,-1-1 1,-2 3 148,-1-3 0,-1 3-21,-1-1 1,-2 2 255,0 0 0,-1 4-163,-1 2 1,1 3 139,1 1 1,0 2 39,2 3 1,2 0-172,2 0 1,3 2-594,2 0 0,0 0-228,2-2 1,5-1-494,3-2 0,3 1 551,-1-5 355,4 2 0,38-27 0,11-3 0</inkml:trace>
  <inkml:trace contextRef="#ctx0" brushRef="#br0" timeOffset="675">552 257 7873,'-6'0'719,"-3"0"1,2 0-154,-2 0 0,2 0-17,0 0 0,-1 0-170,-1 0 0,0 0 53,1 0 0,0 3-147,0 1 0,1 2-44,0 0 0,2 0-140,0 1 1,3-1-142,2 1 1,0 1-174,0 1 1,2-1 110,3-1 0,2-1-407,2 1 0,2-1 215,0 0 1,1 0-22,1-2 0,0 1-20,0-3 1,-3 3-62,1-3 0,-1 2 144,1-2 0,-2 3 134,-3-3 0,0 3 485,-2-1 0,-1 0-225,-3 0 0,0 0 424,-3 2 0,-1 0-217,-4-2 0,-2 2-25,0-2 1,-2-1-138,1-1 0,-1 1-40,2-1 0,-2 1-221,1-3 1,1-3-503,-1-2 1,3 0-691,0-2 0,1-1 79,3-1 1187,1-2 0,12-8 0,2-4 0</inkml:trace>
  <inkml:trace contextRef="#ctx0" brushRef="#br0" timeOffset="1000">655 347 7853,'-3'9'0,"2"-2"527,-4 1 1,3 0 777,-2-2 1,2 0-109,-2 1-968,2-1-916,-1-2 316,3-1 1,1-4-362,1-1 0,-1-2 387,1-5 0,1 0-173,-1-2 1,2-1 329,-2 1 0,3-1 122,0-1 0,-2 0 500,2 1 1,-2 1-285,1 0 1,2 3 176,-2 0 0,0 1 77,0 0 1,1 2 220,1 0 1,0 2-235,1 3 1,-1 3 10,1 2 0,-1 3-215,0 3 0,1 3 0,-1 1 0,1 1-438,-1-1 1,0-1-209,-2 3 0,2-3-467,-2 1 1,0-1 501,0-1 424,0-3 0,5-7 0,1-4 0</inkml:trace>
  <inkml:trace contextRef="#ctx0" brushRef="#br0" timeOffset="1304">828 64 9061,'-6'2'1912,"-1"1"-880,4 2 0,0-2-525,3 4 1,1 1-30,1 1 0,2 2-691,5 0 1,-2 1-406,4 1 1,-2 0-702,1-1 0,1-2 730,2-1 589,0-2 0,20-26 0,4-7 0</inkml:trace>
  <inkml:trace contextRef="#ctx0" brushRef="#br0" timeOffset="1601">1027 0 7830,'0'7'725,"-3"-1"1,2 0-76,-1 1 0,2 2-3,0 2 0,0 2 243,0 2 0,0 4-471,0 4 1,0 3-16,0 2 1,0 1-448,0 3 0,0-1-375,0-1 1,0-2-1062,2-4 0,0-2 341,2-3 0,-2 0 1138,3-2 0,-10-5 0,1-2 0</inkml:trace>
  <inkml:trace contextRef="#ctx0" brushRef="#br0" timeOffset="1671">963 295 13338,'7'-1'305,"2"-1"1,1 2-798,2-2 0,2 1-1749,1 1 2241,4 0 0,18-3 0,7-1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2.90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13 180 7857,'-3'9'275,"2"-2"0,-4 3 39,3-1 0,0-2 397,2 4 1,0-2-547,0 1 0,0 0-292,0 1 1,0-2-1121,0-2 645,0-1 151,3-2 1,0-2 117,1-4 1,1-5-149,-3-3 1,3-5 333,-3-2 0,0-2 147,-2 0 0,2 0 334,0-1 1,0 1 3,-2 0 1,0 0 278,0-1 0,2 2-280,0 1 0,1 0 29,-1 4 1,0 1-78,2 6 1,0 0-13,3 2 1,-1 2-135,1 4 1,0 2 70,1 5 1,-1 4 121,2 4 0,-2 1-119,0 1 0,-1 0 96,0-2 0,0 1-162,-2-3 1,2 1-125,-2-3 1,0 1-60,0-6 0,0-1-273,0-3 0,2-3 182,-2 1 0,1-2-4,-1-5 1,2 0-176,-2-5 1,2-3 92,0-2 0,1 0 0,-1 2 0,1 0 201,-1 1 1,0-1 241,1 3 1,-3 0-51,0 4 1,1 2 127,1 2 0,1 2-57,-1 0 1,0 5 68,1 1 0,-1 5-242,1-1 1,-1 3-285,0-1 0,1 1-387,-1 0 1,1 0-40,2 0 1,-1-1 627,2-2 0,10 3 0,3-3 0</inkml:trace>
  <inkml:trace contextRef="#ctx0" brushRef="#br0" timeOffset="342">443 109 8967,'3'4'1777,"-2"-1"-1440,3-3 1,-2 0-238,3 0 0,1 0-195,3 0 0,1 0-723,-1 0 1,2-3 450,0-2 1,0 0-185,0-2 0,-2 1 39,-2-1 403,-1 1 1,-2 0 55,-2-1 0,-2 2 328,-2 0 1,-3 0-177,-3 3 1,-1 0 99,-2 2 0,-1 1 490,1 1 0,0 2-259,0 5 1,0 1 386,2 2 0,-2 1-303,3 0 0,1 1-103,3 1 0,3-1-420,-1 3 0,2-3-305,2 1 0,4-1-252,5-1 0,4-3-689,2-2 1,1-4 1254,2-1 0,39-31 0,10-8 0</inkml:trace>
  <inkml:trace contextRef="#ctx0" brushRef="#br0" timeOffset="658">828 39 7857,'-13'0'0,"0"-3"337,0 1 1,1 0 515,1 2 0,-1 0-333,1 0 1,0 4 5,0 2 0,0 1-106,2 4 1,2 0-124,2 4 0,0-1-120,3 1 1,0 1-41,2-2 1,1 1-87,1-2 1,1-1-122,4-1 1,-1-2-305,1-5 1,1 1 89,1-3 1,1-1-340,-1-3 1,0-1-91,0-4 1,-1-1 265,2-1 0,-2-2-12,1 0 1,-2 1 254,-1-1 0,1 4 296,-1-2 1,1 2-126,-1 1 0,-2 0 89,1 2 1,-4 0 246,1 2 1,1 2 413,-1 0 0,0 3-171,-2 3 0,0 3-133,0 2 1,2 1-610,0 1 1,3 0-357,-3 0 0,2 0-1408,-2-1 1960,3-2 0,10 2 0,6-2 0</inkml:trace>
  <inkml:trace contextRef="#ctx0" brushRef="#br0" timeOffset="969">969 180 7857,'-3'3'0,"0"3"886,-1-2 0,-1 2-320,3 0 0,-1 1 478,3-1-779,0-2-922,0-1 417,0-3 0,3-3-184,2-2 0,-2-1 349,1-3 1,1 0 231,1-4 1,-2 1 246,1 1 1,-1-1-239,2 1 0,1 1 104,-1-1 0,1 4 46,-1-2 1,0 1 64,1 0 1,0 3-28,1 1 0,2 1-22,3 0 1,0 2-220,0 3 0,-1 2-164,-1 2 1,0 3-246,-2 2 0,-1 3 188,-1 1 0,-2 3-907,0-1 0,-2 2 177,-1 0 838,-1-3 0,-1 14 0,-3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5.50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154 33 7962,'0'-4'325,"0"-2"654,0 3-168,0-4 338,0 1-838,-3 2 1,0 2-66,-4 2 1,-1 0-235,-1 0 0,0 0-46,0 0 1,1 2-27,-2 3 0,-1 0 121,-2 2 0,1-1-235,1 1 0,0-1 116,2 0 1,2 1-60,2-1 0,0 1 71,3 2 0,1-4 26,3 1 0,0-1-61,4 2 1,2-1 46,2 1 0,2-3-7,-1 0 1,3 0-3,1 0 1,0 2-6,-2-2 0,0 2-27,0 0 0,-3-2-10,1 1 0,-3-1 75,0 2 1,-1 1-38,-3-1 1,1 3 286,-3-1 1,0 1 66,-2-3 0,-5 1 62,-1 2 1,-3-2-130,1 2 1,-2-2-69,-3-1 1,0-2-169,0 1 0,1-4-230,-1 1 1,0-1-531,0-1 0,2 0 234,1 0 1,0-3-56,-1-1 0,3-2 107,3 0 470,2-4 0,18-14 0,2-6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5.83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0 10884,'3'4'1288,"-2"-1"-556,4-1 1,-1 2-385,2 2 1,1 4-287,2 0 1,-1 2-522,2 1 1,0 0 353,1 0 1,1 2-1015,-1 0 0,-2 0 167,0-2 0,-1-1 952,0 1 0,2 0 0,3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6.14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116 0 7899,'-6'7'1047,"2"-1"0,-1 0-531,3 1 0,-3 2 28,1 2 0,-1 2-277,0 2 0,0 1-60,0 3 1,0 3-149,-2 2 0,1 1-258,0 0 1,-3 1-556,0 0 0,1-1 326,1 1 1,2-3-119,0-2 1,3-4 545,2-2 0,0-10 0,0-3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6.46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116 13 7899,'-3'-3'912,"0"-1"-634,-1 2 0,-2 1 295,2-1 0,0 1-75,0 1 1,0 0 23,-3 0 1,3 0-414,0 0 1,0 3-20,-3 2 1,3 0-140,0 2 1,1 0 87,-1 1 0,3-1-135,-1 2 0,1-2 136,1 0 0,0-1-89,0 0 0,1 2-14,1 0 0,1-1 12,4 2 1,0-3 0,1 0 0,1 0-178,1 1 0,-2 0-41,0-3 1,2 2 94,-2-2 0,1 4-92,-3 0 0,1 1 172,-1-3 0,-2 2 82,-2 0 1,-2-1 12,0 2 1,0-2 221,0-1 1,-3 1-45,-4-1 0,0-2-14,-3 1 0,0-4 57,-1 1 0,-1-2-180,1-2 1,-1-1-164,-1-4 0,1 0-102,1-2 0,0-1-427,2-2 1,2-2 11,2-1 1,2 2 637,3-2 0,15-19 0,3-4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6.78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0 7884,'0'4'466,"0"1"58,0 0 1,0 0 131,0 2 0,0 2 519,0 2 1,0 4-261,0 2 1,0 4-717,3 3 0,-3 1 1,3 0-1,-1 1-379,0 0 1,1 2-455,-1-1 0,0 1 285,2-2 0,-2-3-316,3-2 1,-2-2 121,1-2 543,2-4 0,-5-9 0,2-5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7.10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0 7867,'0'4'719,"1"-2"210,1-2 1,0 0-537,2 0 0,0 0-180,3 0 1,2 0-375,2 0 0,1 3-355,3-1 0,2 0 516,2-2 0,20-3 0,5-1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7.42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33 84 7844,'0'6'1065,"0"0"0,0-1-502,0-1 0,0-2 428,0 2 0,1-2-383,1 0-699,1 2 0,4-4-415,-1 2 0,1-4 157,2-2 1,-2-2-387,2 0 0,-2-1 443,-1 1 1,0-1-16,-2-2 1,1 2 79,-3-1 0,0-2-157,-2 2 0,0-1 225,-3 3 1,2-1 117,-3 1 1,-3 2 161,-1 0 1,-1 2 81,0 0 1,0 4 335,-2 2 0,0 3-20,2 1 0,-2 2 437,3 3 0,0 2-452,4 0 1,1 2 27,3-2 1,0 4-448,0 0 0,3-3-438,1 1 0,5-1-418,1-3 0,3 0 87,2-4 1,1-1-1979,1-4 2662,1-1 0,13-20 0,6-5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7.73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20 154 7825,'0'4'346,"-3"2"0,2-5 595,-4 3 1,4 1-381,-1 1 0,-1-2-164,1 0 0,0 1-383,2 1-564,0 1-64,0-1-59,0-2 0,2-2 372,0-4 0,2-2-94,-2-2 0,3-4 416,0 0 1,0-3 16,2-2 1,-1 1 160,1-4 1,-1 4-144,1-4 0,-1 4 154,0-1 1,1 2 45,-1 3 0,1-2 90,-1 1 1,0 2-41,1 3 1,-1 2-32,1 4 0,-1 0 102,0 0 0,-2 4-85,-2 2 0,1 4 68,-1 2 0,0 2-222,-2 1 0,0-1-142,0 3 1,0-2 43,0-1 0,1 0-162,1-1 1,-1-1-1692,1-1 1402,2-2 0,-1-6-208,4 0 0,-2-3 341,0-3 1,0-3 340,0-5 0,1-1 34,2-1 0,0 1 374,0-1 0,1 0-203,0 0 0,2 2 283,-3 1 1,3 3-100,-3 0 0,2 2-151,-2 2 1,-1 1 0,2 2-1,-2 1 180,0 1 1,-2 4-219,-1 2 0,1 4-335,-2-2 1,1 3-358,-2-1 0,0 3-359,-2 0 0,1 3 788,1-1 0,-10 2 0,0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8.45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 1 7901,'0'6'0,"-3"-1"0,1-1 0,-1-1 971,1 2 1,2 0-290,-3 0 1,3 1-180,0 3 1,0-2-457,0 4 0,0-2-315,3 1 1,-2 1-216,3 2 0,0-2-555,0-1 0,1-1-635,-3 2 1673,3-4 0,-4 0 0,2-4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8.79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1 7960,'-4'0'-439,"1"2"1,3 0-50,0 2 488,0 0 0,17 20 0,5 4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9.13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104 39 7953,'0'-7'1216,"-3"1"1,2 0-869,-3 2-95,2-2 1,-3 3-33,0-1 1,2 1-267,-2 3 1,1 0-30,-2 0 0,-1 0 0,1 1 0,0 0 50,-1 1 1,1 3-49,-1 0 0,2 1-34,0 3 1,0-2 149,3 1 0,-2-1 41,2 0 0,0-1-38,2 1 1,2 0-35,3 1 0,0 0-15,2 0 0,1-1-16,1 0 0,2-1 16,0 0 1,-1 0-119,1-2 1,-1 2 180,0-2 0,0 0 130,-4 0 0,0 1 262,1 1 1,-4-2-166,0 0 0,-3 1-51,0 1 1,-5 1-152,-1 2 0,-2-4 19,2 1 1,-4-1 110,0 2 0,0-4 28,-1-1 0,1 1-243,-1-1 1,1 0-357,2-4 1,1-2-2179,-2-2 0,2-3 2533,1 1 0,5-24 0,2-3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9.97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39 1 7917,'-7'0'101,"3"0"583,0 0-309,0 0 0,-2 0-113,2 3 1,0 0-76,2 4 0,1 0 17,-1 1 1,1 2-56,1 3 0,0 1-128,0 1 1,1-1 75,1 3 1,1-3-130,1 1 0,2-2-145,-2-2 0,2-2 40,0-3 1,1-1 7,-1-1 1,1-3 73,-1 1 1,1-4-82,-1-2 0,0-2-20,1-3 1,-1 0-189,1-2 1,-1-1 52,0 1 0,1-1-69,-1-1 0,-1 1 56,-1-1 0,-2 2 261,2 0 0,-2 3 368,0 0-61,-1 1 496,-1 3-549,0 1 1,2 8 45,0 2 0,0 3 62,-2 1 1,0 1 65,0 1 0,2 2-396,0 0 0,3 1-183,-3-1 1,3-2-1046,-1 2 1239,2-1 0,9 1 0,2 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0.37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19 161 7869,'-3'6'22,"-3"0"0,5-1 23,-3-1 450,2-3-153,-1 2-373,3-3 0,0-3-9,0-1 0,0-2-187,0-3 1,1 0 160,1-2 0,0-1 32,2 1 0,-2 0 125,2 0 1,-2-1 143,3 1 1,-3 1 163,2 0 0,0 1 3,0-1 1,2 2 32,-2-1 1,-1 2-91,2 1 0,-3 2 64,2 2 0,0 1-93,3 1 0,-3 1-107,0 1 0,0 4-87,0 5 0,1 1-204,-3 1 1,3 1-401,-3 1 0,2-1-43,-2 3 0,1-2-417,-1 2 1,0-3 427,2 1 514,-3-1 0,11 1 0,-2 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1.07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142 77 7869,'0'-9'0,"0"2"141,0-2 0,0 2 226,0 1 1,0-1 263,0 1 1,-1-1-376,-1 1 0,1 2-330,-4-1 0,3 4 40,-2-1 0,0 1-200,-3 1 1,0 3 144,-1 1 1,0 3 92,-3 1 1,1 1 84,-1 2 1,0 0-48,2-2 0,1 2 62,1-3 0,1 1 299,0-3 1,1 1-146,1-1 1,3-2-171,-2 1 1,3-3-245,0 2 1,3-2 55,1 2 0,4-2-237,0 0 1,4 1 110,-2-1 1,2 0-70,1-2 0,0 0-210,0 0 1,-2 2 131,-1 0 0,-2 1 319,1-1 0,-1 0 135,-1 2 0,0-2 236,-5 3 1,2 0-102,-2 3 0,0-1 84,-4 2 0,-3 0-154,-3 0 1,1 2 43,-2 0 0,0-2-70,0-1 0,-2 0 18,0-2 1,2-2-134,0 1 1,0-4 36,1 1 1,-3-1-140,2-1 1,1-3-5,1-1 1,2-2-212,0 0 1,0-2-108,3 0 1,0 0-798,2-3 1216,3 1 0,9-12 0,5-1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1.43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0 7753,'5'0'606,"-1"0"1,-2 0 78,2 0 0,-2 0 83,3 0 0,-2 3-296,2 1 0,0 3-94,-3 1 1,1 2-174,-1 3 1,-2 4-34,3 2 0,-3 2-135,0 3 1,-2 1-205,0 1 1,-1 0-513,1 1 1,1-1-124,-1-2 0,1 0-477,1-3 1,1 1 1278,1-3 0,5-8 0,3-3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1.76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13 11598,'4'-3'268,"2"1"1,2 0-269,2 0 0,4 1-771,3-1 0,-1 1 205,1 1 0,1 1 566,1 1 0,11 5 0,4 3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2.10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141 46 7829,'-6'-7'384,"0"3"139,2 0 1,-2 0-119,2-3 1,1 3-117,-2 0 0,3 1 177,-2-1 1,2 3-175,-3-1 1,3 1-236,-2 1 0,0 0-39,-3 0 1,1 3-159,-1 4 0,-1 0 173,-1 4 0,1-1-131,1 3 1,1 0 75,0 0 0,0-2-65,2-1 0,-1 0-104,2 1 1,1 0-78,2-2 1,1-3-93,1-1 1,4-4 90,2 1 0,4-1-148,-1-1 1,1-3-6,0-1 1,3-3-95,0-1 0,0 1 440,-2-2 1,-2 0-106,0 0 1,-3 1 243,3 1 1,-4 3 437,-1 0 547,1 2-681,-7-3 0,3 5 286,-3 0 0,0 2-295,-3 5 0,2 1 0,-3 1 0,2 0-411,-3-3 1,4 2-56,-1 1 0,1 0-897,1 0 0,0-1 1005,0 2 0,9 4 0,1 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2.53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0 7808,'3'0'920,"0"0"552,-3 0-1219,0 3 0,0 3 13,0 5 0,0 2-194,0 2 0,0 2-199,0 4 1,0 2-165,0 3 0,-1-1 239,-1 1 0,2-3-564,-3-2 0,3-4 214,0-5 0,0-2-282,0-3 417,0-4 0,0 0 68,0-6 1,2 0-5,0-4 1,2 1 33,-2 0 0,3-3 125,0 1 1,0-1-49,2 3 1,-1-2 91,1 1 0,-1-1 0,0 4 0,1-1 0,-1 1 0,1-1 55,-1 3 1,1 0 53,-1 2 0,0 0 52,1 0 0,-1 0 236,1 2 0,-1 2-120,0 2 1,-1 1-108,-1-1 0,0 1 43,0-1 0,-1 1-50,-3-1 1,0 3-103,0-1 1,0 1-3,0-3 0,0 0-134,0 1 1,-3-1 47,-1 1 1,-2-1-106,-1 1 1,0-2 51,-1-1 0,0 2-120,-3-2 1,3 2 86,-3 1 1,3-3 24,0 0 0,-2 0-10,2 0 1,-1-1 7,3-3 0,-1 0-280,1 0 370,0 0 0,8-14 0,2-4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2.90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45 0 7801,'-3'7'310,"2"-1"1,-4 3 45,3-1 0,-2 6 88,2-1 1,-2 3 37,2-1 0,-3 3-178,3-1 1,-2 2-56,2 0 0,-3-1-90,3-1 0,0 0-83,2-2 0,0-2-684,0 2 0,0-3 404,0-2 0,2-2 193,0 1 11,3 1 0,2-3 0,3 2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6.10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58 78 8197,'0'6'-16,"0"-1"59,0-1 223,0 0 0,0 0 182,0 1 0,3-4-93,2 1 0,-2-1-172,1-1 0,1 0-96,1 0 1,1-1 96,2-1 0,-1-1-126,2-1 1,-1-2 0,2 2 1,-3-1-356,3 1 0,-3-2 28,0 2 1,-1-1-156,0 0 1,-2 0-203,0 1 458,-2-2 1,-3-1 79,0 1 1,-1 2 35,-1-1 0,-3 2 18,-3-1 1,-1-1 55,-2 2 0,-1-1 177,1 2 1,-1 0-19,-1 2 0,0 3 132,1 1 1,-1 2 334,0 3 0,0 1-253,0 3 0,3 2 254,2 3 1,-1 2-244,3 2 0,1 2-160,5-1 0,0-1-137,0 0 1,5-4-240,4-3 1,5-3 67,3-5 0,5-4-137,1-3 0,7-4-1160,2-4 0,2-5 1358,-2-4 0,37-36 0,9-9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0:43.98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59 456 7952,'0'4'377,"-3"1"254,-2 0-136,3-2 0,-1 0 285,3-1-383,-3-1-302,2 2 0,-2-6-163,3-1 1,0-2-222,0 0 0,0-4 242,0 0 0,0-2-95,0-1 1,0 0 42,0 0 1,0-2-25,0 0 1,-2-3 104,0 1 1,-2-3 34,2-2 1,-3 1 31,3 2 0,-2 1 21,2 1 1,-1 3 51,1-1 0,1 7 141,-1 1 0,1 4 484,1-1-224,-3 3-124,3-2 1,-3 6 14,3 1 1,0-1-39,0 2 0,2-1-158,0 2 0,3 1-24,-1-1 1,2 1-149,0-1 1,3 0 130,0-2 1,2 0-660,0-2 1,3-2 72,1 3 0,1-3-744,-1-3 0,0 1 264,2-3 889,2-3 0,0-2 0,4-7 0</inkml:trace>
  <inkml:trace contextRef="#ctx0" brushRef="#br0" timeOffset="415">225 97 8302,'0'4'1748,"1"1"-1397,1-3 0,2 3-224,2-1 0,1 2-163,2 0 1,-2 0 24,2 1 1,0-1 8,-1 1 0,1 1-160,-3 1 0,0 0 224,-2 0 1,-1-2-63,-3 4 0,0-1 104,0 1 1,-1 0 191,-1-2 0,-1 0-140,-4 0 0,1-2-21,-1 1 0,0-1-603,-1 0 0,1-1 47,-2 1 1,2-4-636,1-1 1056,2 2 0,1-20 0,3-3 0</inkml:trace>
  <inkml:trace contextRef="#ctx0" brushRef="#br0" timeOffset="866">572 148 7952,'-4'0'440,"1"0"744,0 0-653,3 0 0,-3 1 91,3 1 1,0 0-243,0 5 1,0-2-116,0 6 1,0 0-192,0 2 0,0 2-216,0 0 1,2 2-179,0-2 0,2 0-462,-1 0 0,1-3-448,-2 0 1230,3-3 0,-1-11 0,2-6 0</inkml:trace>
  <inkml:trace contextRef="#ctx0" brushRef="#br0" timeOffset="1085">591 1 7952,'-3'3'590,"0"0"1,-2-1-374,1 0 1,3 1-171,-2-1 0,3 0-299,0 2 1,0-2 251,0 3 0,17 10 0,4 6 0</inkml:trace>
  <inkml:trace contextRef="#ctx0" brushRef="#br0" timeOffset="1347">661 270 7952,'-6'4'3158,"2"-1"-2475,0-3-652,2-3 0,-1-2-512,3-3 1,2 0 262,1-3 1,2 1 48,-1 0 0,1-2 196,2 1 0,-1-1 6,1 2 1,-3 1 102,0 2 0,1 1 87,1-1 1,0 2-34,1 0 0,-3 2 272,0 3 1,1 0 114,1 0 1,0 1-146,1 1 0,-1 4-11,1 3 1,-2 2-133,0 0 1,0 1-121,0 1 0,-2 0-219,-1 2 1,1-1-328,-1 1 0,0-2 380,-2 0-3,3 0 0,-3-3 0,3-1 0</inkml:trace>
  <inkml:trace contextRef="#ctx0" brushRef="#br0" timeOffset="2402">1162 187 7889,'-6'-4'969,"2"-1"1,-2 2-208,2-2 0,0-2-16,0 0 1,0-1-306,0 2 1,-2-1-169,2 1 1,1 0-103,-2-1 0,1 2-129,-2 0 0,-1 2-221,1 1 1,-1 1 242,1-1 1,0 4-252,-1 2 0,3 2 25,0 0 1,2 1-81,0-1 0,1 1 136,1 2 1,0-2 75,0 1 1,3 0 2,1 1 1,2-2 17,1 1 0,-1 0-140,0-2 1,1 0 87,-1 1 0,4-1-96,0 1 0,0-2 74,1 0 1,-3 0 28,0 0 0,2-2 38,-2 1 23,1 1-3,-3 1 0,0 1 291,-2-1-175,-1 0 0,-6 1-101,-1-1 1,-3 1 53,-1-1 0,0-2-58,-3 1 1,3-4-7,-3 1 1,0 1-145,-2-1 1,3 0-244,-1-2 1,3 0-64,0-3 1,-1 2-265,3-3 1,-1-1-1187,4-1 1891,1 0 0,17-6 0,2-2 0</inkml:trace>
  <inkml:trace contextRef="#ctx0" brushRef="#br0" timeOffset="2740">1284 232 7898,'0'3'923,"0"3"-132,0-2 0,0 1 167,3-1 0,-2-1-752,3-3 1,0 0-13,3 0 1,0 0-703,2 0 1,-2 0 98,1-3 0,-1 1-134,0-3 0,-1 0 280,1 0 1,-3 0 3,0-2 1,-2 0 65,0-1 1,-2 0-57,0 0 0,0 1 232,-2 0 1,-2 1-111,-2 0 0,-1 0 214,1 2 1,-3 1 169,1 3 1,-4 0 123,2 0 1,0 0 52,2 3 1,-1 0 236,0 4 0,0 1-233,3 1 1,2 2 125,-1 0 0,4 1-363,-1 1 0,3 2 29,1 0 0,6-1-607,-2-3 1,5 0-158,-1-2 0,5-1-514,0-2 1,2-2 460,-2-2 587,2-1 0,6-15 0,3-4 0</inkml:trace>
  <inkml:trace contextRef="#ctx0" brushRef="#br0" timeOffset="3065">1476 212 7898,'-3'7'929,"0"1"-548,-1 1 1,-1 0 183,3-3 0,0 0-196,2 1 0,0-1-167,0 1 0,0-3-94,0 0-353,0-2 190,3 0 0,-2-2-72,3 0 1,-1-3-174,1-4 1,-3 1 163,1-3 0,1-1-116,-1 0 0,3-2 147,0 2 0,-2-2 260,1 1 0,0 1-129,0-1 0,2 3 309,-2 0-149,2-2 0,0 3 163,1-2 0,-1 5-33,1 2 1,-1 1-101,0 1 1,1 3-206,-1 1 1,1 3 21,-1 1 1,1 2-155,-1 3 1,-2 2-126,1 0 1,-3 3-339,2-1 1,-1 1 134,2-1 0,0-2 449,0-2 0,6-3 0,3-1 0</inkml:trace>
  <inkml:trace contextRef="#ctx0" brushRef="#br0" timeOffset="3433">1778 116 7886,'-7'0'322,"1"0"1,-1 0 524,1 0 0,-3 0-215,1 0 1,-1 0 80,3 0 0,-1 1-421,1 1 1,0 2-78,2 2 1,-1 0-298,3 1 0,0-1 33,2 1 0,0 0 34,3 1 1,-2 0-23,3 0 1,3 0-299,1 0 0,1-1 52,-3-1 0,3 1-193,-1-3 1,3 0 54,-2 0 1,1-2 106,-1 2 0,-1-2 179,-1 0 0,-1 1 73,1-1 1,-1 2 188,0-2 1,-2 1-122,-2-1 0,-1 0 113,-1 2 0,-1-1 11,-1 2 1,-2 0 212,-2-3 0,-3 3-84,1-1 0,-3-1-43,3-1 1,-4 0-346,2 0 0,0-2-179,-1 3 1,1-3-270,-1-3 1,2 2 64,3-3 1,0-1-427,2-1 0,1 0 938,3-1 0,17-14 0,4-3 0</inkml:trace>
  <inkml:trace contextRef="#ctx0" brushRef="#br0" timeOffset="3799">1925 180 7880,'-3'7'2307,"3"-1"-1312,-3 1-433,3-1 0,3 0-444,1-2 1,1-1-258,2-3 1,-1 0-343,1 0 1,-1 0 255,1 0 1,-1-2 31,0 0 0,0-3 43,-2 0 1,1 0-250,-3-2 0,3 1 47,-3-1 1,0 1 134,-2 0 1,0-1 91,0 1 0,-1-1 187,-1 1 4,-1-1 0,-4 2-34,1 0 1,-3 3 479,1 2 1,-1 0-73,3 0 0,-3 2 110,1 3 1,-1 1 167,3 3 0,-1 1 402,1 3 1,0 0-529,2 2 1,1-1 45,3 3 1,0-2-490,0 0 0,3-2 28,1 0 1,5-1-878,1-1 0,2-2-227,1-3 1,-1 0-688,1-2 1,-2-1 1613,4-3 0,10-28 0,2-8 0</inkml:trace>
  <inkml:trace contextRef="#ctx0" brushRef="#br0" timeOffset="4759">2419 206 9932,'0'-4'968,"0"-1"1,-1 2-755,-1-1 1,1-2-37,-4 2 0,3 0 0,-2 0 0,0 2 16,-3 0 0,1 2-26,-1 0 0,1 0 135,0 2 1,-1 4-145,-2 3 1,4 4-162,-1 0 1,3 1-120,-2-1 1,4 2-318,-1 0 0,4-1 195,2-3 0,4 0-64,1-2 0,3-1-176,1-4 0,-1-1-415,3-3 0,1-3 140,-1-1 1,0-5 311,-2-1 0,-1-3 214,-1 1 0,-2-1 137,-3 0 0,0 0 148,-2 0 1,-1 0 6,-3 1 0,-1-1 245,-1 3 0,-1-2-181,-4 4 1,0-1 164,-1 3 0,1 0 63,-2 2 0,2-1-226,0 3 1,1 0-292,0 2 1,0 0-37,2 2 0,1 0-793,3 2 994,0 0 0,6 9 0,1 0 0</inkml:trace>
  <inkml:trace contextRef="#ctx0" brushRef="#br0" timeOffset="5048">2688 33 7850,'-10'-7'259,"1"2"64,3 0 1,-1 0 647,1 3 1110,-1-3-1458,1 5 0,2 0-162,-1 4 1,4 2-92,-1 0 1,1 1-129,1 2 0,0 1 0,-3 5 0,3 0-76,-2 2 1,1-2-79,1 2 0,0 0-81,0 2 1,2 0-307,0 1 0,2-1-933,-2 0 0,3 0 77,-3 1 1,3-2-253,-1-1 0,0-2 1407,0-4 0,-3-5 0,2-3 0</inkml:trace>
  <inkml:trace contextRef="#ctx0" brushRef="#br0" timeOffset="5278">2522 187 7869,'2'4'1110,"0"0"1,3-2-614,-1 0 1,3-1-433,1-1 0,2 0-331,3 0 0,3 0 258,1 0 8,1 0 0,13-3 0,2-1 0</inkml:trace>
  <inkml:trace contextRef="#ctx0" brushRef="#br0" timeOffset="5757">2958 103 7869,'0'-3'175,"0"0"132,0 0 1,0 2 312,0-4 295,0 4-465,0-2-46,0 3-135,0 3 1,0 1-1,0 5 1,0 1 69,0 3 0,0 2-161,0 2 1,0 2-1,0 0 1,-2 1-11,-1 2 1,-1-3-138,2 3 1,-2-3 3,2-2 0,-3-1-142,3-3 1,0-1-38,2-1 0,0-4-181,0-3 1,3-3 66,1 1 0,2 1-79,0-1 0,1 1-129,-1-3 0,3 0 90,2 0 1,-1-3-38,1 1 0,-3-2-125,3 2 1,0-3 537,2 1 0,11-5 0,3-1 0</inkml:trace>
  <inkml:trace contextRef="#ctx0" brushRef="#br0" timeOffset="6024">3105 206 7866,'0'4'1575,"0"-2"-1140,0 1 1,0-1-149,0 2 1,3-2-241,1 2 1,5-1-311,2 1 1,-1-2-429,0 2 0,1-2 423,2 3 268,0-1 0,8 2 0,3 1 0</inkml:trace>
  <inkml:trace contextRef="#ctx0" brushRef="#br0" timeOffset="6238">3304 193 7839,'-6'9'1396,"-1"-1"-1074,1 3 0,-1-1 158,1 1 0,0 3 12,2-1 0,-2 3 181,2-1 1,1 3-445,-2-1 1,3 2-297,-2 0 0,2 0-1071,0 0 1,2-2 252,0-2 885,0-5 0,2-6 0,2-5 0</inkml:trace>
  <inkml:trace contextRef="#ctx0" brushRef="#br0" timeOffset="7227">3554 232 7830,'-3'-7'0,"-2"3"218,3 0 1,-3-1-112,3-1 0,-3 2 618,1-1 1,0 3-319,0-2 1,0 3-350,-3-2 1,-1 3 91,-1 0 1,1 0-99,1 3 1,-2 1 26,-2 4 1,2 0-199,1 3 0,0-2 193,2 1 1,0 0 3,-1 1 0,4 0-51,0-2 0,1-1-107,-1-1-111,1 2 1,5-3 6,1 1 1,1-4-243,1-3 0,0 0 162,5 0 0,-3-2-23,3-3 0,-1 0-142,0-2 0,3-1 90,-3-1 0,0 1 270,-2 1 1,-1 1 155,0-1 0,-1 1 278,0 0 0,-1 2 303,-1 2 40,-3 1 1,2 2-325,-3 1 1,0 2 73,0 2 1,0 2-236,0 1 1,0 2 13,0-3 1,0 4-678,0-2 1,0 0-199,0 1 1,0-1 637,0 1 0,9 1 0,2-2 0</inkml:trace>
  <inkml:trace contextRef="#ctx0" brushRef="#br0" timeOffset="7726">3650 309 7830,'0'12'298,"-2"-1"152,0 0 0,-1 0-104,1 1 1,2 4 65,-3 1 1,2 0-234,-1 0 1,1-2-128,-1 2 0,1-2-317,1 2 1,0-4 246,0 0 0,1-3-300,1-3 0,-1-3 38,1 0 128,-1-2 0,-1-2 1,0-5 1,-2-1 17,-1-3 0,1-1 10,2-3 0,0-1 34,0-1 1,0-3 80,0 1 0,0-2-31,0 0 1,1 0 163,1 2 0,0-1-47,2 1 0,-2 1 86,2 1 1,0 1-108,3 2 0,-1-1 20,1 0 0,-1 1-17,1 1 0,2 2 4,2 2 0,-2 1 9,2 0 0,-2 0-15,1 2 1,-1-1-101,2 3 0,-3-1 14,0 3 0,-1 1-8,0 1 0,-3 2 169,0 2 1,-2 3 177,3 2 0,-4 1-52,1 1 0,-1 2 180,-1 0 0,-2 1-81,0-1 0,-3-2-122,0 2 1,2-3-137,-2-2 0,1-2-87,-2 1 1,-1-3-223,1-2 1,0-1-78,-1-3 1,0 0-349,-2 0 1,2-3 81,-1-1 0,3-2-413,0-3 1,3 1-372,-2-2 1336,3 2 0,9-27 0,6-4 0</inkml:trace>
  <inkml:trace contextRef="#ctx0" brushRef="#br0" timeOffset="8084">3862 187 7830,'-3'3'332,"3"3"1,-4-3 532,2 1 1,1 2 110,-1-2 0,1 2-453,1 0 0,0 1-32,0 2 0,0-2-301,0 2 1,0 0-324,0-1 1,3 2 9,1-2 1,0-1-220,0 2 1,1-4 234,1-1 0,0-2-171,1 0 1,-1-2-310,1 0 0,-1 0 6,0-2 0,-1-2 18,-1-2 0,0-1 175,3-2 0,-1 1 171,1-3 1,-3 3 119,0-3 1,-2 3 200,3 0 0,-3 1 199,2 3 489,-3-2-318,2 6 1,-2-3-202,1 3 0,-1 3 394,1 1 0,-1 2-271,-1 3 1,0 0-164,0 2 1,0 1-287,0-1 1,2 1-400,0 1 0,2-1-104,-2 1 1,3-2 555,0 0 0,9-9 0,3 0 0</inkml:trace>
  <inkml:trace contextRef="#ctx0" brushRef="#br0" timeOffset="8383">4080 277 7817,'-3'4'620,"1"0"952,-2-2-1125,3 0 1,-2-1 215,3 1-987,0-1 0,0 1 164,0-4 1,1-2 23,1-2 1,0 0 198,2-1 1,-2 0 142,2-2 1,1 2-79,1-1 1,-2-1 102,1 0 0,-1 0-118,2 3 1,-1 2 12,-1-1 1,0 2 263,3-1-221,-1 1 1,0 3 61,1 0 1,-3 0-145,0 0 1,0 5-3,0 1 0,0 3-122,-2-1 0,-1 2-241,1 3 1,-1-1-232,1-1 1,-1 1-510,1-1 0,1 0 1018,-1 0 0,6-2 0,-1-3 0</inkml:trace>
  <inkml:trace contextRef="#ctx0" brushRef="#br0" timeOffset="8726">4330 187 7801,'-6'0'359,"0"0"0,1 0 538,1 0 1,0 0-277,-3 0 0,3 0 156,0 3 0,2 0-241,-3 4 1,4 2-157,-1 2 1,1 1-215,1 3 1,0 1-17,0 1 0,1 1-101,1-3 1,1 0-64,4-2 1,0-3-308,2-2 1,-2-1-50,1-3 1,-1-1-432,0-3 0,1-1-9,1-1 1,-1-2 305,-1-5 0,-1 1 245,-2-2 0,1-1 134,-3-2 0,1 0 96,-1 0 1,-1 1-93,1-1 1,-1 1 48,-1 1 1,-1-1 21,-1 1 0,0 0 127,-2 0 1,0 2-56,0 2 1,-2 3-363,2 0-483,-2 2 438,0 0 0,2 4 385,2 3 0,13 9 0,3 3 0</inkml:trace>
  <inkml:trace contextRef="#ctx0" brushRef="#br0" timeOffset="9076">4484 187 8470,'-3'0'2795,"-1"0"-1569,2 0-315,1 0-484,-2 0 0,3 3-174,0 1 1,3 2-16,-1 3 1,0-1-27,-2 2 1,2 1-100,0 2 0,1 0-116,-1 0 1,0-1 13,2-2 1,-2 2-177,2-4 0,-2 1-12,3-3 0,-3 1-134,2-1 0,-2-2 48,3-2 1,-1-1 13,2-1 1,1-5-13,-1-2 1,0-4 85,1 1 0,0-3-51,2-2 1,-2 1 39,1-1 0,2 2-17,-2 0 1,1 2-4,-3 1 0,0 0-123,1-1 1,-1 2-1118,1 5 1446,-1-1 0,-5 7 0,-2-2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04.443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7 1240 7871,'0'5'0,"-3"1"0,3 1 409,-2-2 0,1 2 605,1-1 1,3-1-179,1 2 0,3-2-340,4-1 0,3 1-156,2-3 0,2-1-39,0-3 1,2-2 158,3-4 1,2 1-154,1-3 1,0-1 55,-1-3 0,-1 1-237,0-1 0,0 2 49,1-1 1,-4 4-407,-1 0 0,-1 4 25,-1 0 1,2 0-250,-2 3 1,-1 1 274,-3 1 1,-1 0-83,1 0 1,-2 1 149,1 1 1,-1 1 254,0-3 1,0 0-78,-2 0 0,2-3 69,-1 0 0,1-3 3,-2-1 1,2 2-70,3-1 0,-2-2 18,3 1 0,0 0-72,3-1 0,-1-2-138,0 1 1,-2 0 43,0 1 1,0-1-210,0-2 1,-1 2 152,-4-2 0,1 2 25,1-3 0,-4 1 223,-1 1 1,-1 1-123,2-4 1,-5 1 118,2 0 1,-4 0 18,1 0 0,-2 2 121,0-1 0,0 2-184,1 0 1,-1-1-199,-1 5 1,0 1-151,0-1 1,0 3-1299,0-2 1580,-3 3 0,-5-13 0,-5 1 0</inkml:trace>
  <inkml:trace contextRef="#ctx0" brushRef="#br0" timeOffset="473">878 695 7867,'3'4'675,"-3"-2"203,2-2 1,-1 0-145,1 0 0,2 2-296,2 0 0,2 0-532,0-2 0,3 1-161,-2 1 1,6-1-304,-1 1 0,-1 1 417,-1-2 1,-1 4-12,-1-1 1,-3 3 265,-2 0 1,-1 2 165,-4 1 0,0 3 47,0-1 0,-1 2 420,-1-2 0,-2 0 78,-1 0 1,1 2-628,-1 1 0,2-1-555,0-2 0,-2-1-534,2 2 0,1-2 891,2-1 0,6-6 0,0-5 0</inkml:trace>
  <inkml:trace contextRef="#ctx0" brushRef="#br0" timeOffset="1415">1434 218 7807,'0'-4'786,"0"-2"1,-2 5-191,0-2 1,-1 1 428,2 0 0,0 2 36,-1 2 0,1 2-485,1 4 1,-1 5-132,-1 5 1,2 4-165,-3 3 1,3 2-95,0 0 0,0 3-165,0 0 0,0 0-232,0-7 1,0-2 2,0-2 0,2-5-869,0-4-668,3-4 1229,-4-3 1,1-8 111,-2-1 1,0-7 120,0-1 1,0-3 95,0-1 0,-1-2 20,0 0 0,-1-2 0,-2 2 1,2-3 47,-2 1 0,0-4 251,1 0 0,-2 0 190,3 1 1,-1 2-209,3 1 0,0 2 394,0 3 1,3 4-80,2 3 1,0 1 106,4 5 1,-2 0-278,3 2 1,-2 0-64,2 2 1,0 0-45,2 0 1,1 0-221,-1 3 1,-1-2-1092,2 2 1,1 1 614,0 0 0,2 2 543,-2-3 0,6 10 0,-1 4 0</inkml:trace>
  <inkml:trace contextRef="#ctx0" brushRef="#br0" timeOffset="1723">1470 338 7817,'4'3'767,"-2"-3"0,-1 3-309,1-3 0,-1 0 277,3 0 0,4 0-537,1 0 0,2 0-450,2 0 1,2 0-2170,1 0 2421,1 0 0,12 3 0,3 1 0</inkml:trace>
  <inkml:trace contextRef="#ctx0" brushRef="#br0" timeOffset="1997">1434 538 7817,'-4'3'1749,"2"3"1,2-5-1299,0 3 1,5-3-390,1 1 1,6-1-273,2-1 1,3 0-73,2 0 1,-1-1-346,3-1 1,0 1-602,3-3 1228,0 0 0,14-5 0,3 0 0</inkml:trace>
  <inkml:trace contextRef="#ctx0" brushRef="#br0" timeOffset="2274">1724 404 7817,'-8'6'378,"0"-2"0,0 5 527,2 0 0,2-2 59,0 3 1,3 0-672,-1 2 1,1-2-492,1-2 0,2-1 94,0-1 1,2-3-485,0-1 438,2-2 0,0 0-80,0-2 0,0-3 236,-2-4 1,1-1 84,-1-1 0,0 0 132,0-1 0,-3 1 35,3-2 1,-2 1 72,3 0 0,-2 0-106,0-1 0,3 2 10,-2-1 0,1 1-84,-1 1 0,1 2 37,0 1 1,-1 3-59,3 2 1,-1 1-28,0 1 1,-1 6-93,0 1 0,-1 5-176,1 2 1,-2 2-272,1 2 1,-1 0-122,0 0 1,-1 1-586,2-2 1,0 0 408,-1-1 733,3-3 0,3-4 0,4-3 0</inkml:trace>
  <inkml:trace contextRef="#ctx0" brushRef="#br0" timeOffset="2559">1936 387 7817,'0'3'1348,"-3"-1"1,3-1 274,-2 1-1094,1-1 0,2 2-460,1-3 1,2 0-433,4 0 0,-1-2-51,0 0 0,3-3-404,-3 1 1,2 1 405,-4-1 0,1-1-259,1 0 1,-2-1 339,-1-1 1,1 2 11,-3-2 328,-1 1 1,-3 0 90,-2 0 0,-2 2 367,1 3 0,-4 1 1,-1 0 1,0 1 440,0 4 0,2 3-267,1 2 1,0 2 170,1 2 1,1 0-612,0 2 0,2 0-290,3 3 0,1-3-358,1 0 1,3-3 229,2 1 0,3-5-277,2-3 0,1 0 493,0-4 0,14-17 0,5-4 0</inkml:trace>
  <inkml:trace contextRef="#ctx0" brushRef="#br0" timeOffset="2846">2153 447 7817,'-5'4'1046,"-2"1"1,1-3-152,1 3 1,0-2 1035,1-3-1000,3 0-526,-1 0 1,2-3-222,0-2 0,0 0-155,0-4 0,0 1 92,0-2 0,0-2-47,0 2 1,0-4-218,0 1 0,2-1-229,2 2 1,2 0-529,-1 2 0,4-1 48,-2 0 1,4 3-506,-1-1 0,2 4 1357,0 1 0,13 9 0,4 5 0</inkml:trace>
  <inkml:trace contextRef="#ctx0" brushRef="#br0" timeOffset="3136">2371 344 7806,'-9'0'859,"-1"0"223,3 0 1,0 0 45,-1 0 1,-1 0-518,1 0 0,-1-2-196,1 0 1,0 1-227,-1 3 0,1-1-146,0 3 0,2 1 93,2 0 0,0 4-171,2-2 0,-1 3 18,3-3 1,1 0-171,1 1 0,2-2-468,4-2 1,-1 1 211,4-3 1,-4 0 27,4-2 1,-2-3 112,2 0 1,-1-3 75,-2-1 1,0 2 85,-2-1 1,2 0 158,1 3-13,-2-3 1,0 5 183,-2-1 0,1 2 368,-2 2 0,1 5-220,-4 2 0,1 5-45,-2 2 1,0 5-218,0 4 1,0-1-237,0 2 0,0 0 175,0-1 1,0 0-97,0-1 1,-2-2 39,1-4 1,-3-3-90,2-1 1,-3-3 213,0-4 1,1 1-45,-3-3 1,1-1 104,0-2 0,0-2-174,0 0 0,-1 0-93,-1-2 1,2-4-240,-3-5 0,4-3-609,0-2 1,0-2 371,3-2 1,1 0 597,1-3 0,18-36 0,6-6 0</inkml:trace>
  <inkml:trace contextRef="#ctx0" brushRef="#br0" timeOffset="3423">2564 332 8696,'-2'5'1664,"0"-2"0,1-1-580,1 2 0,3 0-620,0 0 1,3 1-196,0-1 0,0 1-1284,0-1 1,2 1-63,0 0 1,2-1-571,-2 0 0,2 1 1647,-1-3 0,11-13 0,4-6 0</inkml:trace>
  <inkml:trace contextRef="#ctx0" brushRef="#br0" timeOffset="3711">2734 296 7801,'-6'6'574,"0"0"0,0 0 809,0 1 0,1-1-583,0 2 1,0 1 138,-1 3 0,-1 3-194,0 1 1,-3 4-298,3 3 1,-5 3-184,0 3 1,2-2-976,-2 1 0,4-2-366,0 0 0,4-2 1076,2-5 0,7-15 0,1-9 0</inkml:trace>
  <inkml:trace contextRef="#ctx0" brushRef="#br0" timeOffset="4590">3103 199 7860,'0'4'1366,"0"-1"-879,0-1 0,0-1 373,0 3 1,3-2-615,0 3 0,6-3-34,1 1 1,2 1-231,0 0 1,2 2-245,-1-3 1,4 1-308,-3 0 0,0-2 359,-2 1 0,-3 2-121,0 1 0,-4 0 380,0 3 0,-3 0 169,-4 3 0,-2 0 215,-1 0 1,-5 2-231,1 0 0,-3 2 26,0-2 1,0-2-167,0 2 0,0-2-131,2-1 1,0-1-267,1-1 1,2-3 333,0-1 0,12-19 0,2-6 0</inkml:trace>
  <inkml:trace contextRef="#ctx0" brushRef="#br0" timeOffset="5007">3623 163 7845,'-8'0'546,"0"0"0,2-2 775,2 0 0,0 0-493,-3 2 1,2 3 157,-1 3 1,-1 1-449,2 6 1,-2 0 5,2 6 0,-1 2-206,2 0 1,-1 3-115,4 0 0,-1 0-184,2 0 1,2-1-289,5-2 0,0-4-314,2-5 1,3-3 179,2 0 1,2-5-474,-2-2 1,-1-5 295,3-3 1,0-3-63,3-6 0,-4-1 351,-1-4 0,1 1 45,-1-4 1,-2 2 119,-2-4 1,-2 2-64,0 2 0,-4-1 72,-2 0 1,-2-1-31,-2 0 0,-2 3 199,-4 2 0,0 2-75,-2 4 1,0 3 115,-2 1 1,0 4-177,-1 2 0,2 4-108,1 2 0,-1 2 170,3 2 0,-3 6 0,2 5 0</inkml:trace>
  <inkml:trace contextRef="#ctx0" brushRef="#br0" timeOffset="6058">4355 260 7906,'0'-6'0,"-3"0"865,-1-1 0,0 4-207,1-1 0,-1-1-98,-3-1 1,2 1-158,-2-2 0,-2 4 16,0 1 1,-3 2-161,0 2 1,-2 2-52,0 4 1,-2 4 168,2 2 0,0 4-57,2 1 1,2 0-64,2 0 1,2-2-210,2-1 1,1 1-229,3-3 1,3-3 55,1-3 0,4-2-173,2-2 0,1-1-97,2-3 1,0-5-506,1-1 1,-2-5-137,2 0 0,1-2 516,0-4 0,-1 4 321,-3-1 1,-1-1 126,1 1 1,-4 2 200,1 2 1,-2 3 385,-2-2 136,-1 5 0,-3 5-299,0 5 1,-1 3 213,-1 6 0,1 0-172,-1 4 1,1-2-488,1 1 1,0-2-690,0 0 1,1-1 630,1-1 150,5-2 0,7-8 0,5-1 0</inkml:trace>
  <inkml:trace contextRef="#ctx0" brushRef="#br0" timeOffset="6383">4488 332 7842,'-9'3'408,"3"0"1,-1 1 1615,2 0-1196,2 1 0,-1 0 41,-1 2-403,4-4-370,-2 0-312,6-3 0,1-3 43,2-1 1,-1-4-190,2 0 0,-2-2 234,2-1 0,1 0-80,0-1 1,0 0 383,-2 0 1,2 1-11,0 0 1,0 3 144,-2 1 1,0 2-89,1-2 1,-2 4 55,1 1-180,1 1 1,-2 7 37,-1 2 1,1 5-217,-3 1 1,-1 3-341,-1-1 0,2 1-989,0 1 0,3 0 243,0-2 1165,-3 2 0,9-9 0,-1 2 0</inkml:trace>
  <inkml:trace contextRef="#ctx0" brushRef="#br0" timeOffset="6716">4784 218 7830,'-6'0'1419,"0"2"0,-2 0-708,-1 1 0,4 1 249,1 3 0,-1-1-370,0 3 1,-1 0-233,2 3 1,-1 0-159,4 0 0,-1 2-247,2 0 1,3 0-352,0-4 1,3-2 224,0-1 1,2-4-263,2-1 0,0-2 171,0-2 1,0-2-174,2-4 0,0-2 92,0-2 0,1-1 116,-1-1 1,-1-3 33,2 1 1,-1-3-31,0-1 0,-2 0-53,0-2 0,-2 0-7,2-2 1,-3-3-205,2-1 1,-4 4 207,-2 1 1,-1 5 84,0 4 0,-2 6 883,-2 5 0,-1 4 26,-1 3 0,-1 3 403,0 5 0,0 5-556,2 0 1,-2 6 162,3-1 1,-1 1-161,1 2 1,1-1 49,0 3 0,0-2-509,1 3 1,0-2-411,0 0 1,0 0-2945,0 0 3250,2-3 0,8 2 0,2-3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14.619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180 392 7916,'0'-7'264,"0"4"162,0-3 0,0 2-55,0-2 0,-2 2 98,0-1 0,-2 1-178,1-2 0,-2 1-50,1 1 0,-2 0-159,0-3 0,-2 4 150,-1 1 0,-2 1-231,0 1 0,-1 1 115,-1 1 0,-1 2 110,1 5 1,-1 1-59,3 3 1,2 0-9,0 2 0,4-1-77,1 3 0,2-2-112,0 2 0,2-4-341,0-1 1,2-3 148,3-1 0,3-1-35,3-3 0,1-1-57,1-3 0,0-4-233,2-2 1,0-3 118,2-4 0,-3-2-125,1 0 0,-2-2 213,0 2 1,-2-2 236,0 2 1,-4 0 238,-1 2 0,0 2 84,-4 1 0,0 4 808,-2 0-794,0 3 0,0 4 136,0 6 0,0 0 2,0 3 0,0 1 22,0 2 1,0 0-704,0 0 0,2-1 246,0 1 1,3 0-1031,0 0 0,-2-2 1092,2-1 0,10-5 0,6 1 0</inkml:trace>
  <inkml:trace contextRef="#ctx0" brushRef="#br0" timeOffset="353">385 0 7898,'-3'4'656,"-1"-1"65,2 0 0,1 1 554,-1 4 0,1 2-606,-1 3 0,1 4 63,-1 2 0,1 5-279,1 4 1,-1 3-53,-1 1 0,2 1-595,-3 3 1,3 0-14,0 0 0,0-3-103,0-3 1,0-3-264,0 1 0,0-3-807,0-4 0,0-1-711,0-7 2091,0-1 0,3-20 0,0-4 0</inkml:trace>
  <inkml:trace contextRef="#ctx0" brushRef="#br0" timeOffset="657">315 276 7898,'-4'0'2188,"1"0"1,4 0-1748,1 0 0,2 2-450,2 0 1,4 1-282,0-3 1,5 0 289,2 0 0,30 0 0,8 0 0</inkml:trace>
  <inkml:trace contextRef="#ctx0" brushRef="#br0" timeOffset="966">745 379 7898,'-10'3'1035,"3"3"0,-1-5 448,3 4-230,0-1-956,4 2 0,1 0-276,4-2 1,3 0 153,1-2 0,0-1-110,3 1 0,-1-3-116,3-2 1,0-2-321,0 1 0,0-4-377,2 0 1,-2-3 219,0 2 1,-1-1 217,-3 1 1,-1-2 115,-1 0 1,-3 1 248,0-1 0,-2 4-77,0-2 1,-2 0 202,-2 0 0,-4 1-96,-3 1 0,-1 2 82,1 0 0,-4 2 168,0 3 1,-2 4 59,0 2 0,1 4 214,-3 3 1,2 2-113,0 2 0,2 2 217,0 0 1,3 2-360,1 1 1,3 1-307,2-1 0,1-2-556,3-2 1,3-3-108,4-2 1,4-1-403,4-1 0,4-5 1016,0-4 0,37-29 0,13-9 0</inkml:trace>
  <inkml:trace contextRef="#ctx0" brushRef="#br0" timeOffset="1333">1091 302 7872,'-6'-3'0,"-3"2"439,0-4 1,-1 4 668,1-1 1,-1 1-270,1 1 0,-2 1-234,0 1 0,-1 4 38,2 5 1,-2 2-247,1 2 0,2-1-36,0 3 1,2 0-188,1 2 0,2 0-161,2-2 1,2-4-51,2-5 1,2-1-288,5-3 1,0 1-337,2-3 1,1-2 8,-1-5 1,1-1-359,1-3 0,-1 1 511,1-2 1,-1 0-43,-1-1 1,0 0 215,-2 2 1,0-2 134,-3 0 1,0 2 60,1 0 1,-4 2 102,-1 1 1,1 1 1054,-1 1-62,1 3-196,-9 6 0,2 3-274,-5 7 0,2 2 150,1 0 1,-1 2-343,1 2 1,-1 0-144,1 3 0,2-1-11,-1 3 0,1 0-113,-2 2 1,0-2-849,2-1 1,-1 0-160,3-4 1,-1 1-1788,3-3 2755,0-2 0,6-8 0,1-3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17.978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7 468 7846,'-4'0'2681,"1"0"-3986,3-2 1305,0 1 0,12-19 0,2-1 0</inkml:trace>
  <inkml:trace contextRef="#ctx0" brushRef="#br0" timeOffset="1686">334 128 7846,'0'-6'-378,"0"2"0,0 0 1516,0-1-255,0 2 122,0-3-688,0 5 0,0-1 57,0 4 0,-2 5-55,-1 3 0,-1 5 128,2 2 1,-1 4-98,1 0 0,-1 4-320,-1-2 0,0 1-226,2 0 0,1 1 82,-1-2 0,-1 2-228,1 1 0,0-3 227,2-2 115,0-1 0,6-1 0,1 1 0</inkml:trace>
  <inkml:trace contextRef="#ctx0" brushRef="#br0" timeOffset="2075">481 282 7846,'-6'4'235,"-1"2"0,2-3 888,0 4 1,0-1-382,0 1 1,0 2-149,-2 1 1,2 3-198,0 2 0,0-1-19,3 1 1,0-1-231,2 1 1,0-2-245,0 0 1,3-1-15,1-4 0,3 1-238,1-3 1,2-2-353,3-2 0,-2-1 205,-1-1 1,1-1-50,2-1 0,1-2 139,-1-5 0,1 1 131,-3-3 1,-1 3 71,1-3 1,-4 1 33,2-3 0,-3-2 2,-1 0 1,0 0 73,-3 2 0,0-2-47,-2 0 1,0 0 135,0 2 1,-4 1 147,-2 1 0,-1 1 55,-4 3 0,1 0 29,-1 5 0,-1 0-126,2 2 0,0 2-58,-1 0 0,3 3-101,0-1 0,3 2-119,0 1 0,4-1 175,-1 0 0,21 12 0,6 3 0</inkml:trace>
  <inkml:trace contextRef="#ctx0" brushRef="#br0" timeOffset="2535">693 295 7846,'-4'3'756,"-1"-1"171,0 2 0,3 0-122,-1 3 1,1-1-183,-1 0 1,1 4 34,-1 0 0,3 2-266,-2 1 1,1 0-59,1 0 1,0 0-280,0 0 0,3-3-225,1-2 1,2-1 48,0 0 0,0-3-163,1 0 1,0-2-435,2 0 0,-2-4 218,1 0 1,2-4-6,-2 0 0,1-1 56,-3-4 1,0 3-93,1-3 1,-1 0 189,1-2 1,-2 1 118,0 2 1,-2 0 162,-1 4 1,-1 0 320,1-1 516,-1 4 0,-1 0-82,0 6 1,0 0 283,0 4 0,0 0-456,0 1 0,0 2 68,0 0 1,0 2-179,0-1 1,0-1-12,0 1 0,1-3-249,1 0 1,-1-1-121,3 0 1,1-4-11,1-1 1,1-1-144,-1-1 1,1-1-247,2-1 1,-2-1 64,1-4 1,0-2-119,1-2 0,-1-1 164,2-1 0,-2 0-69,1 1 0,-2-2-185,-1-1 1,1 1-289,-1-3 1,0 2 146,-2-2 0,2 2-953,-2 0 1612,-1 2 0,3 6 0,-3 1 0</inkml:trace>
  <inkml:trace contextRef="#ctx0" brushRef="#br0" timeOffset="2884">1059 347 7827,'-4'2'1930,"0"-1"-287,2 1-40,2-1-1227,-3-1 1,3 0-106,3 0 1,-2 0-153,3 0 0,1-1-136,1-1 1,2 1-101,1-4 1,0 1-10,0-2 0,-2 1-330,2 1 1,-2 0 154,-1-2 1,0-1-13,1 1 0,-3-1-61,0 1 1,-2-1-98,0 1 0,-2 0 95,-2 2 1,-2-1 103,-2 3 1,-3 0 480,-2 2 0,-3 0-172,-1 3 1,0 1 581,2 4 1,0 0-143,0 3 1,1 0 155,1 2 0,0-1-362,3 1 1,1-2-19,3 0 0,2-1-341,0 3 1,4-3-465,3-1 0,1-2-56,3-1 0,3 0-1674,3-2 2282,3-1 0,9-12 0,7-1 0</inkml:trace>
  <inkml:trace contextRef="#ctx0" brushRef="#br0" timeOffset="3218">1315 244 7800,'0'-9'27,"-2"-1"65,0 0 0,-3 0 306,1 4 0,-2 0 222,-1 2 1,-2 1-178,-2 3 1,0 1 33,0 1 0,-1 2-132,2 2 1,0 1-140,2 2 1,1-1 121,3 2 1,0-1-32,2 2 0,2-2 33,-2 2 1,2 1-178,2-4 0,1 1-100,4 0 1,1-2-56,1 2 1,3-2-215,1-1 0,-1-2-317,3 1 0,-1-2 291,-1 2 1,0 0-17,-1-3 1,-1 3-45,0-1 1,-4 0-331,-1 0 431,-2 0 0,-5 2 213,-4 1 0,0-3-81,-8 0 0,1 0 171,-5 0 1,2 1-127,-3-3 0,3 3-31,-2-3 0,3 0-699,-1-2 1,2 0 14,0 0 1,4-3 738,2-1 0,18-25 0,7-6 0</inkml:trace>
  <inkml:trace contextRef="#ctx0" brushRef="#br0" timeOffset="3539">1527 0 7800,'0'4'317,"0"-1"155,0-1 1,0 2-56,0 2 1,2 4 169,0 0 1,0 8-54,-2 1 1,-1 4-156,-1 1 1,-1 1 216,-4 0 0,2 2-316,0-1 1,0 1-254,0-3 1,2 0-262,-1-1 0,2 2-529,0-4 1,1-2-12,1-4 0,0-2 774,0 0 0,0-9 0,0-2 0</inkml:trace>
  <inkml:trace contextRef="#ctx0" brushRef="#br0" timeOffset="3859">1437 270 7800,'4'0'1297,"0"0"1,1 0-955,4 0 0,1-1-135,3-1 1,5 1-905,1-1 1,2 1 695,1 1 0,20-3 0,9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23.296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19 173 7886,'-2'7'73,"0"-1"179,-2 0 0,2 1 436,0 2 0,-1 1-264,1 3 0,0 0-149,2 2 1,0-1-127,0 1 0,0 1-18,0-1 1,0-3-128,0-1 0,1-3 114,1 0-426,-1 0 302,4-5 0,-4-1-133,1-4 0,1-2 96,-1-5 0,1-1-7,-1-3 1,-1-1-620,1-1 1,1-3 265,-1 1 0,0-2 111,-2 0 1,2 2 156,0 0 0,1-2 30,-3 0 1,0-2 154,2 4 1,-1-1 295,1 1 1,2-1-78,0 3 0,2 1 165,0 3 1,3 2-148,-1 3 0,4 1-239,-2 1 1,5 3-301,0-1 1,0 2 101,-3 2 0,3-1-141,0 3 0,0 1 291,-5 1 0,5 9 0,-1 2 0</inkml:trace>
  <inkml:trace contextRef="#ctx0" brushRef="#br0" timeOffset="342">39 192 7886,'3'0'762,"0"0"1,0 0-571,1 0 0,3 0-73,1 0 0,2 0-188,3 0 1,3 0-399,1 0 0,1 0 19,1 0 0,1 0 448,-1 0 0,9 9 0,2 2 0</inkml:trace>
  <inkml:trace contextRef="#ctx0" brushRef="#br0" timeOffset="670">13 378 7886,'-3'4'600,"2"-1"1,-1-1-154,4 0 0,3 0-300,3-2 0,3 0-182,4 0 1,1 0-489,4 0 0,2-1-54,1-1 0,2-1 577,1-4 0,16-8 0,6-2 0</inkml:trace>
  <inkml:trace contextRef="#ctx0" brushRef="#br0" timeOffset="1000">404 244 7877,'-3'6'625,"0"-2"1,-3 1-170,2 0 0,-1 1-159,3 3 0,-1-2-161,1 4 0,1-3-117,-1 1 1,1-2 46,1-1 1,0 0-249,0 1 173,0-4 1,1 0-158,1-3-159,-1 0 0,4-3 77,-3-1 0,2-2-63,-2-3 0,3-1 141,0-3 0,0 1 103,2-1 1,-3-2 21,0 0 0,3-2 162,1 2 0,1 0-38,-3 2 1,1 0 198,-1 0 0,3 3-22,-1-1 1,3 5 79,-3 0 0,1 4 134,-3 0 0,0 4-64,-2 2 0,0 4 75,-2 3 1,-1 4-196,1 2 0,-1 2-244,-1 0 1,-3 0-121,1-2 0,0 1-369,2-1 0,0 1-970,0-1 0,0-1 239,0-3 1178,3-3 0,20-18 0,9-7 0</inkml:trace>
  <inkml:trace contextRef="#ctx0" brushRef="#br0" timeOffset="1334">642 250 7853,'-4'0'4083,"1"0"-3381,3 0-503,3 0 1,1 0-123,2 0 1,0 0-155,1 0 0,0-2-14,1 0 0,0-3-207,0 1 0,-1 0 180,0 0 0,-1-1-107,1-1 1,-4 0-221,-1-1 0,0 1 126,0 2 0,-1-1 35,1 0 1,-4 2 265,-3-2 1,-1 4 224,-3-1 0,1 4 66,-2 2 1,1 3 292,-2 1 1,2 0-119,-2 3 0,1 2 291,1 2 1,4 0-309,-1 0 1,4-1-378,0 1 1,1 0-401,1 0 1,6-3-195,2-3 1,4-2-640,0 0 0,4-4 1179,1-1 0,33-27 0,8-7 0</inkml:trace>
  <inkml:trace contextRef="#ctx0" brushRef="#br0" timeOffset="1671">872 289 7846,'-2'3'0,"1"3"707,-1-2 0,-1 0-69,1 0 1,0 0 24,2 3 0,-3-3-319,1 0 1,0-2-134,2 3 1,0-3 113,0 2-273,0-3 63,0 2-310,0-3 1,0-3-241,0-1 0,0-2 83,0 0 0,0-1-81,0-2 0,0 0 57,0-2 1,2-1-86,0 2 1,3-5 164,0 0 1,-1 0 58,2 3 0,-1-1-40,4 0 1,0 2-62,0 1 338,2 2 0,11 4 0,5 5 0</inkml:trace>
  <inkml:trace contextRef="#ctx0" brushRef="#br0" timeOffset="2018">1142 192 7799,'-7'-4'365,"1"0"1,2 2 167,-1 0 0,1 1-136,-2-1 0,-3 1-29,1-1 1,-4 2-136,2 2 0,-3 2 93,1 2 0,-1 1 108,0 2 0,2-2-64,1 4 0,4 0 154,-1 2 1,3-3-271,0 1 1,1-3-58,3 0 0,3 0-151,1-2 1,3 0-264,1-2 0,2-1-558,3-3 1,0-3 279,0-1 1,2-2-78,0 0 0,-3-1 73,-1 1 1,-1-1-254,1 1 1,-2 0 454,-3-1 0,-1 1 309,-1 2 0,-3 1-111,2 0 209,-3 3 1,-3-2 487,-1 4 1,-1 3-165,1 4 1,-1 0 87,3 0 1,0 1-219,2 3 0,0 0 44,0 2 1,0-1-51,2 3 0,0-2-68,2 0 0,-2-1-90,3 1 1,-4-2-182,1 2 1,-1-1-164,-1-1 0,-1-3 89,-1 1 0,-1-3-31,-1 1 1,-4-4 53,2-1 0,-3-3-53,1 1 1,0-1 32,-3-1 0,2 0-84,-1 0 0,1-1-163,-1-1 1,2-1-946,-1-1 1304,5-4 0,7-17 0,4-9 0</inkml:trace>
  <inkml:trace contextRef="#ctx0" brushRef="#br0" timeOffset="2361">1270 173 7816,'3'7'0,"-2"-3"791,1 0 1,1-2-131,-1 3 0,3-1-23,-1 2 1,2 1-190,0-1 0,1 0-18,2 1 0,-1-1-235,2 1 1,-1-1-138,2 1 1,-1-3-174,3 0 1,-2 0-433,0 0 1,-1-1-965,3-3 0,0 0 1510,0 0 0,0-9 0,-1-1 0</inkml:trace>
  <inkml:trace contextRef="#ctx0" brushRef="#br0" timeOffset="2689">1482 205 7804,'-4'7'319,"-1"-1"39,0 0 0,0 4 155,-2 0 0,0 5 489,-2 2 0,-1 3 92,-2 1 0,-1 4-527,0 3 1,-2 2-39,0-2 0,-1 1-569,3-4 1,-1 0-654,6-6 1,0-1-156,4 0 1,-1-1 847,3-2 0,5-3 0,4-2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35.176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34 6 7936,'-6'-2'1740,"0"-1"-1177,1 3 1,0 0-292,2 3 1,-2-1-51,4 4 1,-1-1-70,2 0 0,0 1-159,0 2 1,0-1-95,0 2 0,0 0 152,0 2 1,0-2-31,2 0 0,-1-1-99,3 1 1,0-2-61,4 0 0,-2-1 141,1-3 0,1 2 44,-1-4 0,3 1 37,-1-2 1,-1 0 145,2 0 1,-1 0 29,2 0 1,0 0-48,0 0 1,0 0 100,0 0 0,-2 0-26,0 0 0,1 0-89,1 0 1,-3 0 26,-1 0 1,-1 3 120,0 0 0,-1 2-122,1 0 0,-2 1-5,0-1 0,-1 3-279,-1-1 0,0 1 91,1-3 1,-1 0-876,1-2 0,2 2-107,0-4 0,1 1-510,1-2 0,0 0 572,2-2 887,-2-1 0,3-10 0,-1-1 0</inkml:trace>
  <inkml:trace contextRef="#ctx0" brushRef="#br0" timeOffset="461">320 105 7955,'-4'0'1091,"-1"0"-491,5 0-182,-3 0 1,3 0-365,3 0 1,0 0 40,3 2 1,-1-1-217,0 1 0,1 1 64,-1 1 1,3-1 47,-1 0 1,0 1 77,-2 2 1,0 0-118,-2 1 1,0 0 154,1 2 0,-2-2 1,-2 2 1,0 2 267,0 2 0,0 0-89,-2-2 0,-2 0-363,-1 0 1,-1-2-340,1 0 1,-1-2-556,1 0 0,0-1 970,-1 0 0,-4-15 0,-1-4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43.990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99 83 7917,'0'-6'112,"0"3"0,0-1 474,0 0 1,0 1 307,0-1 316,0 1-774,0-3 0,0 1 370,0-1-513,0 3-48,-2-2 1,-2 2-179,-1 0 1,0 0 159,-1 3 1,0 1 77,-1 1 1,0 3-38,-2 4 0,1 2 99,0 0 0,1 2-193,-1 2 0,2 0-17,1 3 0,2-4-453,1 1 0,1-3 257,1 1 1,3-2-936,3 0 0,0-4 195,3-1 0,2-5-187,2 1 0,2-2 438,-3-2 0,2-2 130,-1-3 0,-2-1 184,2-3 0,-2-2 198,-2 0 1,-1 0-45,-3 2 1,0 0-14,-1-2 0,-2 1 156,-2-1 0,0 3 31,0 0 1,-2 0 75,-2 3 0,-2-2-48,-1 2 0,-1 1-87,3 3 0,-1 1-319,1 0 0,0 2-87,-1 0-235,0 0 1,1 2 0,2 2 585,0-1 0,10 6 0,3 1 0</inkml:trace>
  <inkml:trace contextRef="#ctx0" brushRef="#br0" timeOffset="399">270 0 7917,'-4'0'912,"-1"3"0,3-2-47,-2 3 1,2-3-355,0 1 0,1 1-24,-1 0 1,1 2-102,1 0 1,0 3-132,0 0 1,0 2-86,0 1 1,2 0 0,0 4 0,2-2-15,0 1 1,1-2-111,-2 1 0,2-1 21,-1-1 1,0 0 20,-1-2 1,2 0-238,-4-1 0,4-3-176,-4-1 73,4 0 1,-4-2 73,2 0 1,-1-2-14,-1-2 0,2-3 82,-1-1 0,1-5-107,-1 3 1,2-5-201,0-2 1,1 1 104,-2-1 1,2 1-57,-1-3 1,-2 3-105,3-1 0,-2 2-87,2 1 1,1 0 19,-1 1 1,1 3-588,-1 1 1125,0 3 0,1 14 0,0 4 0</inkml:trace>
  <inkml:trace contextRef="#ctx0" brushRef="#br0" timeOffset="732">468 110 12673,'5'-2'108,"0"-2"-230,1-1 0,-1 1-683,1-2 1,1 2 372,0-3 1,0 1 36,-3 0 0,0 1 260,-2 0 1,0-1 30,0 1 1,-1-1 15,1 0 1,-4 1 298,-2 2 1,-1-1-103,-1 2 1,-1 0 86,0 2 1,-2 3 487,2 3 1,-3 0 12,3 2 1,0 2 263,1 1 1,0 2-539,1 2 1,0-1-167,2 0 1,0 1 96,3 2 1,0-3 137,0-1 1,4-2-1002,1 0 0,2-3-1065,2-2 0,4-1 295,-3-4 1,3 1 1278,-2-2 0,16-25 0,6-5 0</inkml:trace>
  <inkml:trace contextRef="#ctx0" brushRef="#br0" timeOffset="989">627 154 7900,'-4'5'424,"-1"1"1,4-2 1673,-2-1-1484,1 1 1,0 0 829,2-1-1300,0-1-107,0 0 54,0-2 26,0-2 0,1-1-70,0-3 0,0 0 92,1-1 0,0-2-176,0-2 1,1 0 6,-2 1 1,2-2 94,0 1 1,3 2-139,-3-1 0,2 3-73,0-3 1,-1 2-300,2 0 1,-1 4-141,2-1 0,-1 3-485,2 0 0,-2 1 1070,4 1 0,8 12 0,6 4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45.905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83 5 7896,'-1'-2'740,"0"0"1113,0 1-1023,-4 1 1,5 3-332,-2 3 0,1 0-102,1 3 1,0 2-217,0 2 1,0 2-97,0 2 1,0 0-117,0 3 0,2 0-297,-1 0 1,2 1-137,-1 0 1,-1-3-583,0 0 1,0-1-1308,-1-3 2353,3 0 0,-5-8 0,1-1 0</inkml:trace>
  <inkml:trace contextRef="#ctx0" brushRef="#br0" timeOffset="202">1 164 11519,'5'0'702,"1"0"-531,2 0 0,2 1-365,3 1 1,3 0-580,0 1 1,2-1 509,1 1 263,-1-1 0,13 3 0,1-2 0</inkml:trace>
  <inkml:trace contextRef="#ctx0" brushRef="#br0" timeOffset="407">254 187 7879,'-6'8'604,"2"2"170,1-3 0,1 3-283,0-1 0,2 1-26,0-1 1,0 1-462,0-3 1,0 3-364,2-4 1,1 2 358,1-3 0,8-13 0,0-5 0</inkml:trace>
  <inkml:trace contextRef="#ctx0" brushRef="#br0" timeOffset="613">226 27 7879,'-3'1'146,"1"1"-740,1-1 594,1 3 0,13 14 0,2 6 0</inkml:trace>
  <inkml:trace contextRef="#ctx0" brushRef="#br0" timeOffset="875">325 236 7879,'-4'0'1219,"1"0"1,1 0-774,-2 0 1,3-1-8,-1 0 0,1-3-581,1-3 0,1 0 24,1-2 1,1 0-86,0-2 1,2 0 185,-1-1 0,1 4-104,0-2 0,1 4 200,-1 1 0,-2-1-20,1 3 1,0 0 80,1 2 129,1 0 0,-1 3 190,0 2 1,0 3-161,-2 3 0,-2-2-81,2 1 0,-2 0-78,2 3 1,-1-1-94,-1-1 0,0 1-122,1 0 1,0-2-389,0-2 0,1-1 145,-2 0 0,1-3-280,2-1 1,-1-2 306,0-2 1,3-1-43,-3-3 0,0-2-36,1-1 1,-1-1 332,2-1 1,1 1 522,-3 0 1,2 1-353,-1 1 0,1 0 350,0 3-227,1 0 1,-1 2 164,1 1 1,-1 2-143,1 2 0,-1 1-198,0 5 0,0 0-246,-2 4 0,0-1-120,3-1 1,0 3-467,-1 0 1,1-1 37,-1 0 0,-1 0 711,2 0 0,0-3 0,5 1 0</inkml:trace>
  <inkml:trace contextRef="#ctx0" brushRef="#br0" timeOffset="1201">654 193 11055,'4'0'384,"0"0"0,-2 0-929,1 0 90,1 0 0,2 0 127,-1 0 1,1-1-85,-1-1 0,0 0 207,-2-1 0,2 0-83,-4-3 222,4 0 0,-4 0 164,0 1 1,-2 0 40,-1-1 0,-2 2 354,-2 0 1,0 1 560,-1 3 1,-1 0-461,0 0 1,0 3 556,0 3 1,1 0-348,1 3 1,1 1-29,-1 3 1,4 1-415,0 2 0,1-1-179,1-1 0,1 1-204,3-1 0,0 2-351,5-3 0,0-3-1188,2-3 1,1-1 777,-1-3 0,2 0 782,-1-3 0,13-20 0,1-4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48.222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17 185 7847,'-3'2'912,"-1"1"1,1 1-375,0-1 1,0 1 164,3 1 1,0 1-313,3-3 0,-1 2-209,4-2 0,1 0-144,1-1 0,1-1-191,1-1 0,0-1 46,1-1 1,-1-1-124,1-3 1,-1 1 158,-1-1 0,-2 0-68,0-2 0,-3 0 6,0 0 0,-3 2 64,1 0 0,-1-3 190,-1 2 0,-3-1-153,0 3 1,-3-1 25,-1 1 0,0 0-6,-2 2 0,1 0-22,-1 3 0,0 0 431,-2 0 1,1 5-181,0 2 0,1 3 239,1 1 1,1 2-11,2 2 1,0 1 167,2 0 0,0 1-459,3 0 1,3-3-399,0 1 0,4-3-329,2 1 1,4-4-717,2-2 0,1-1-1815,0-3 3103,0 0 0,15-18 0,4-3 0</inkml:trace>
  <inkml:trace contextRef="#ctx0" brushRef="#br0" timeOffset="301">231 240 7847,'-5'5'807,"2"0"1,-2-1-364,4 0 1,-3-1 16,3 3 0,-2-1-76,1 1 1,2-1 156,-2 1 0,1-2-839,1-1 283,0-2-161,0 2 149,0-8 1,0 1-6,0-5 0,2-1 124,-1-1 1,2 0-75,-1-2 0,-1 1 11,3-1 1,-1 2 175,1 0 0,1 0-80,-2 0 0,1 2 15,2 2 0,0 1-382,0 0 1,0 3-8,2 0 0,2 1-52,-1 0 1,0 4 131,0 2 1,-3 4-49,2 3 1,-3 0-91,-1 4 1,0-1-144,-2 3 0,2-2-680,0-1 1129,-2-2 0,5 6 0,0 0 0</inkml:trace>
  <inkml:trace contextRef="#ctx0" brushRef="#br0" timeOffset="527">495 152 7847,'-5'-4'804,"-1"0"220,1 3 0,-1-3 192,1 2-423,-1 0-1260,1 2 0,-1 1-353,3 1-373,0 0 945,3 4 248,0 0 0,11 1 0,1 2 0</inkml:trace>
  <inkml:trace contextRef="#ctx0" brushRef="#br0" timeOffset="1020">462 163 7847,'-5'2'488,"1"-2"0,1 4 1891,0-3-1785,1 0 0,2 2-71,0-1 1,3-2-329,0 2 0,3-1-271,1-1 1,0 0-699,3 0 0,-4-1 465,4-1 0,-2 0-89,2-2 1,-1-1 97,-1 2 0,0-2-126,0 0 1,0-1 164,-3 0 1,0 1 273,-1-1 1,-2 1-5,-2 0 1,0-1 295,0 1 0,-1 1-56,0 0 0,-3 2-104,-1-1 1,-3 1-131,1 1 1,-2 0 72,2 1 1,-3 2 3,0 3 1,0-1 170,0 2 0,1 0 275,-1 1 0,3 1 34,0 3 1,1 3 355,0 1 0,2-2-262,0 2 0,2 0-341,4 2 0,0-2-665,4 0 1,0-2-319,5-2 0,0-2-677,0-1 1,3-5 583,0-1 0,0-1 751,0-1 0,9-15 0,2-4 0</inkml:trace>
  <inkml:trace contextRef="#ctx0" brushRef="#br0" timeOffset="1326">654 174 7843,'-3'5'448,"-1"1"0,3 0 665,-1 1 0,1 0-582,1 2 0,0-2-47,0 2 0,0-2-402,0 0 0,2 0-309,0 1 0,2-2-423,-2 0 1,1-1 324,-1-1 0,2-2-69,-2 1 458,2-1 1,-4 0 143,3-4 1,-3-1-58,0-2 1,0 1 268,0-4 0,0 0-90,0-1 1,0-1 157,2-1 1,-1-2-379,1 0 1,0 0 26,0 2 1,2-2-573,0 0 1,-1 1 117,1 3 0,1-1-180,2 0 0,3 2-165,-1 2 1,2-1-606,0 2 0,1 1 1267,1 2 0,5 12 0,5 2 0</inkml:trace>
  <inkml:trace contextRef="#ctx0" brushRef="#br0" timeOffset="1787">902 140 7810,'-7'-2'960,"-1"1"-480,4-2 0,-2-1 467,3 1 1,-3-2-526,1 4 0,-1-4-56,1 4 1,-3-1-136,2 2 0,-2 1-135,3 1 0,-1 3 291,1 4 0,-1 1-132,3 2 0,-1 0-163,2 1 0,0 0-74,2-2 0,0 0-219,0 0 1,3-1-73,3-3 0,-1 0-355,3-6 1,-1 1 267,0-2 1,3 0-173,-3-2 0,1-2 113,0-3 0,-2 0 96,1-2 0,-1 2 150,0 0 1,-3 0 87,1-1 1,-3 3 158,4 0 0,-4 3 73,3-2 462,-3 2-373,1 2 0,-1 4 230,1 1 0,-1 5-9,0-2 1,0 3-133,-1 0 0,0 2 20,0 2 0,0 1-115,0 0 0,0 1 13,0-1 1,0-1-50,0 0 1,-1-2-4,0 1 1,0-2-6,-4 1 0,2-3-26,-2-1 1,-1-3 119,1 0 0,-1-2-181,-2-2 1,2 1-178,-2-3 0,2 0 31,1 0 1,-1-3-193,-2-1 1,3-1-366,-1-3 1,2-1-724,2-1 1,-2-1 349,2 0 1,1-2 976,1 0 0,14-19 0,4-4 0</inkml:trace>
  <inkml:trace contextRef="#ctx0" brushRef="#br0" timeOffset="2045">1005 140 7810,'-1'4'2049,"0"0"1,-3 0-1389,2 1 1,0-1-79,4-1 1,0 1 54,1 2 1,1-1-512,4 1 1,-1-1-468,1 0 0,-1 1-211,1-1 1,0 1-610,-1-1 0,2 1 397,-1-3 0,-1 0-519,1-3 1,-2 0 1281,1 0 0,1-12 0,1-4 0</inkml:trace>
  <inkml:trace contextRef="#ctx0" brushRef="#br0" timeOffset="2283">1154 140 7786,'-2'6'0,"0"-2"1659,-1-1 1,1 1-568,-1 2 1,1 1-224,0 3 1,0 0-247,-3 1 1,3 5 132,-3 0 0,3 4-490,-2 0 1,-1 2-342,2-1 0,-1 3-300,-1-3 1,4 2-587,1-5 0,0 0 961,0-3 0,0-2 0,0-2 0</inkml:trace>
  <inkml:trace contextRef="#ctx0" brushRef="#br0" timeOffset="3194">1605 261 7805,'2'-5'0,"1"-1"0,-3 1 451,0 0 0,2-4 45,-1 1 0,2-1 0,-1 0 1,-1-1-152,0 0 0,0-1 23,-1 2 1,0 1 1,0 3 0,-2-1-39,-2 0 0,-1 4-33,0 0 1,-3 2-39,1 2 0,-3 1 131,1 4 1,-2 4-147,0 2 1,3 2 76,-2-1 1,3 2-125,0 1 0,1-1-96,3 1 1,0-3-176,3-1 1,1-2-351,1-2 0,3 0-537,5-3 0,2-2 348,0-4 0,4-4 8,-2-2 1,4-5 97,0-2 1,1-3-109,-3 0 0,-1-3 193,0-1 0,-1-2 56,1 1 1,-4 0 317,-2 1 1,-2 1-134,0-2 1,-1 1 153,0 2 1,-3 0 52,-2 3 1,0 3 341,-1 2 28,-2 2-44,-1 5 1,-2 5 144,1 4 0,0 3 373,2 0 0,-2 4-2,2 1 0,0 2-339,0 1 0,2 1-42,-2 0 0,2 3-292,0 0 0,0 0-288,0 0 1,0 2-425,0-2 1,2 0-727,2-1 1,1-4 688,0 2 553,3-2 0,8-14 0,4-1 0</inkml:trace>
  <inkml:trace contextRef="#ctx0" brushRef="#br0" timeOffset="3560">1835 217 7805,'0'4'423,"0"0"1,0-2 413,0 1 72,0-2 0,0 4-485,0-1 1,1-2-64,1 0 0,0 1-300,4-2 0,-1 1-198,1-2 0,0 0-421,1 0 0,0 0 228,3-2 1,-4 1 23,4-3 0,-3-1 109,0-3 0,-1 1-124,0-1 0,-3 1 112,1-1 1,-3 1 220,1-1 1,-1 0 132,-1 1 1,-3 0-63,0 1 1,-3 1 303,-1 1 1,0 2 15,-2 2 0,0 0 173,-2 2 1,0 2-137,0 3 0,1 2 59,2 2 1,1 1-70,-1 1 0,4-1-17,0 2 0,3-1-317,-1 2 0,2-2 25,2 3 0,1-3-937,3-2 0,2-1-109,1 0 1,3-4-650,1-3 0,2-1 528,-3-1 1046,4 0 0,24-33 0,11-8 0</inkml:trace>
  <inkml:trace contextRef="#ctx0" brushRef="#br0" timeOffset="3818">2165 179 7803,'-4'-2'476,"0"1"0,2-2 669,-3 1 1,1 1-574,0 0 1,-1 0 7,-1 1 0,1 0-206,0 0 0,-2 0-133,0 0 1,1 1 93,-4 0 0,3 5-129,-2 0 1,2 5 148,0-3 0,1 3 9,0 0 0,1 1 48,-1 0 1,4 0-240,0 0 0,1 2-128,1-1 1,3-1-373,0-3 0,5 1-629,0-2 1,3-3-856,0-4 1,2 2 866,2-1 0,-1-1 944,1-3 0,12-20 0,4-8 0</inkml:trace>
  <inkml:trace contextRef="#ctx0" brushRef="#br0" timeOffset="4110">2247 300 7781,'-3'6'967,"-2"-1"1,4-2-312,-3 2 1,3-4-202,0 3 1,0-3-27,1 3-49,0-2-50,0 0-197,0-2 0,0-2 11,0-2 0,0-1 145,0-1 0,0 0-118,0-1 1,0-1 38,0-4 0,0 2-105,0 1 0,1-2-18,1 2 1,2 0-324,0 1 1,1-1-591,0 0 1,3 0-97,0 2 0,1 1 121,0-1 801,-1 1 0,12 5 0,1 2 0</inkml:trace>
  <inkml:trace contextRef="#ctx0" brushRef="#br0" timeOffset="4419">2390 229 7776,'0'5'385,"0"1"0,0-3 1526,0 1-1435,0-3 1,1 1-29,1-2 0,-2 0-269,4 0 1,0 0-140,1-2 0,1-1-490,2-2 0,-1-1 318,1 1 0,0-3-627,2 1 1,-4-2 350,4 1 1,-3-1 53,0 2 1,-3-2 13,-1 1 1,-1 1-47,0 2 0,-1-1 290,-1 0 1,-1 2 193,-1 0 1,-3 1 363,-2 3 1,-3 1-294,1 1 1,-2 3 801,-2 2 1,1 3-191,-1 0 1,2 2 80,3 0 1,-3 3-450,4-2 0,0 2-49,2 0 0,0 0-267,1 0 0,2-2-147,2-2 0,3 0-986,2 0 0,1-4 640,3-2 0,1-3-2487,3-1 2883,0 0 0,11-15 0,2-4 0</inkml:trace>
  <inkml:trace contextRef="#ctx0" brushRef="#br0" timeOffset="4803">2604 157 7749,'-5'0'0,"-1"0"0,1 0 0,-1 2 1759,1 0-1027,0 2 0,-1-1 29,0 3 1,3 1-207,1 0 0,0 3-35,0-1 1,0 1-249,2 2 0,0-2-152,0-1 0,0 1-443,0-3 0,2 0 262,0-1 0,2-3-132,-1-1 0,3 0-185,1 0 1,-1-2-511,2-4 0,1-2 276,0-1 1,0 0-151,1-2 0,0 0 415,0-2 1,-2 2 244,1 0 0,-3 0 333,2 0 0,-2 1-217,-1 3 1,0 1 1194,-1 0-765,1 3 0,-4-1 87,1 4 0,-2 1-51,-2 3 0,-1 2 213,-1 0 1,0 1-434,2 0 1,-1 1-329,2 1 0,1-3-993,-2 2 0,1-3 647,1 2 1,1-2 413,1 1 0,15-20 0,7-4 0</inkml:trace>
  <inkml:trace contextRef="#ctx0" brushRef="#br0" timeOffset="5161">2857 108 7737,'-5'0'-312,"-3"0"701,1 0 1,-2 0 676,3 0 0,0 2-465,-2-1 1,3 2 88,0-1 0,1 1-282,0 2 1,2 0-172,0 1 0,2-1-164,0 1 1,0 0-175,2 1 0,1-2-70,2 1 0,2-2 68,0 1 0,-1-2-615,4 2 0,-2-3 158,1 2 0,1-1-252,-3-1 0,2 0 348,-2 2 1,-1 1 87,1-2 1,-2 1 276,-2-1 1,-1 1 172,-1 2 1,-1 0 414,0 2 0,-1-1-352,-4-1 0,-1-1 290,-1 1 1,-4-1 88,3 1 0,-1-1 294,0 1 1,-1-2-364,-2-1 1,0-2-78,1 2 1,0-3-378,3 0 1,-3 0-351,2 0 1,1 0-80,3-3 1,2 2-1369,1-2 1804,1-1 0,14-11 0,2-3 0</inkml:trace>
  <inkml:trace contextRef="#ctx0" brushRef="#br0" timeOffset="5545">3011 168 7724,'-4'0'1626,"-1"2"0,5 0-273,-1 2-1092,0-4 0,3 3-412,2-3 0,1 0-104,0 0 1,1-1-403,2-1 1,-1 2 164,1-4 1,0 0-288,1-1 1,-3-1 338,2 1 1,-2-1 148,-1 0 0,1 1 132,-1-1 1,-1 1 38,-3 0 209,0-1 1,-2 1 90,0 1 0,-3 2 296,-4 2 0,0 1 95,-3 0 1,0 3 564,0 4 0,0-2 216,0 4 0,0-2-576,0 4 0,1 0-257,0 0 0,2 0-102,3 0 1,0 2 85,2-1 1,0 0-447,3-3 0,1 1-303,1-2 1,1 1-281,5-3 1,0 2-680,3-2 0,1-2-2924,1-3 4129,3-1 0,45-35 0,13-9 0</inkml:trace>
  <inkml:trace contextRef="#ctx0" brushRef="#br0" timeOffset="5903">3368 102 7709,'-14'0'0,"2"0"0,-1 0 1679,2 0 0,2 0-511,-1 0 0,2 0-220,-3 0 1,1 2-391,2 0 1,1 2 100,-1 0 0,1 1-370,1 3 0,0-2-146,5 1 1,-1 1-40,2-1 1,1 2-202,0-1 0,2 0-242,3-1 1,1-1 30,1 1 0,3-1-392,-3 0 1,5-2 185,-3-1 1,1 1-216,-2 2 1,1-1 340,-1 1 1,1-3 143,-3 1 1,1 0 201,-3 4 0,0-2 222,-2 0 0,0 1 42,-3-2 0,0 1 201,0 2 1,-3-2 502,0 1 0,-4-1-315,0 0 1,-3-1 171,1-1 1,-2 0-615,0-2 0,1 1-309,-1-1 0,1 0-558,-1-2 0,3-1-2220,-3 0 2918,1 0 0,-10-19 0,-3-1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6:56.62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 0 8094,'-4'0'489,"1"0"12,1 0 411,1 0-529,-2 2 0,3 0-96,-1 1 0,0 1-51,1 0 0,0 1-51,0 1 1,1 1 18,0 2 0,-1 1-108,1 2 1,1 2-75,-1-1 1,0 1 35,-1 1 0,0 0-192,0 1 0,1-2 95,0 2 0,0-1-76,0-2 0,-1 1 53,1-2 1,0 0-98,0-1 1,0 1 79,-1 0 0,1-1 50,0-1 1,0-2-21,-1 2 0,0-2 30,0 0 1,1 0 40,1-1 1,-1 0-44,-1 1 1,0-2 121,0 1 0,0-2-53,0-2 1,0 1 11,0 0 1,0 0-37,0-1-4,0 1-9,0-1 46,0 0 84,0-1-91,0-1 355,0 1-213,0-2 288,2 0-271,-2 0 0,2 0 121,-1 0-92,0 0 1,2 0-96,-1 0 0,0 0 106,0 0 1,1-1-32,1 0 1,0 0-113,-1 0 1,1 1 48,1 0 1,0 0-187,0 0 0,1 0 21,2 0 1,-1-1-87,0-1 1,0 1-74,1 1 1,0 0 135,1 0 1,-1 0-140,-1 0 1,1 0 99,0 0 1,0 0-42,1 0 1,-1 0 64,0 0 0,0 0-208,1 0 0,-2 0 120,0 0 1,-1 0 49,0 0 0,0 0-186,2 0 1,-1 0 112,0 0 0,-1 0-60,0 0 1,0-1 75,0 0 0,0-2 103,-1 2 1,1-1-28,-1 1 1,0 0-54,-1 1 49,-3-2 177,3 1 0,-4 0-374,3 2 0,-2 0 79,0 2 1,-1-2-1842,0 1 2030,2-1 0,0-8 0,2-3 0</inkml:trace>
  <inkml:trace contextRef="#ctx0" brushRef="#br0" timeOffset="548">287 316 8081,'-2'0'746,"-1"1"-191,1 0 591,0 1-608,0-1 1,4 0-98,0 1 0,2 1-163,1-1 1,0 1-15,3-1 0,0 2-34,1-1 1,-1 1 3,-1 0 1,1-1-175,1 1 1,-1 0 105,0 0 1,-2 1-253,0-1 0,-2 2 75,1-1 0,-2 1-64,-1 0 1,-1 1 32,1 0 0,-2 0 126,-2-1 0,0 1-117,-1-1 1,-1 1 75,0 0 1,-1-1-229,1 0 1,-3 0 77,1 0 0,-1 0-437,0 0 1,1-2-142,0-1 0,0 1-1148,0-2 1833,1 2 0,1-12 0,0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6:58.63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193 90 7946,'0'-6'143,"0"2"1,-1-4 91,0 0 0,1 2 171,-2-2 0,2 3-150,0-2 0,0 1-62,0-1 1,1 2 83,0-1 0,1 1 14,-2 1 0,0 1 332,2 2-403,-2 1 1,2 2-6,-2 3 1,0 1 18,0 4 0,0 2-265,0 2 0,0 0 39,0 1 1,0 1 10,0 1 0,0-1-38,0 0 1,2 0-275,-1-2 0,2-1-493,-2 1 1,2-1 381,0-1 1,0 0-707,1-3 0,-1 1 122,0-3 987,-1 1 0,-2-9 0,-2 0 0</inkml:trace>
  <inkml:trace contextRef="#ctx0" brushRef="#br0" timeOffset="225">120 180 8034,'-4'0'400,"-1"0"431,1 0 939,2 0-1359,0 0 1,5 0-45,2 0 0,1 0-395,2 0 1,1 0 103,1 0 0,2 0-283,-1 0 1,2 0 179,0 0 1,1 0-1928,0 0 1954,2 0 0,5 0 0,4 0 0</inkml:trace>
  <inkml:trace contextRef="#ctx0" brushRef="#br0" timeOffset="593">394 193 8034,'-6'0'560,"0"-2"0,-1 1-154,1-1 1,1 0 853,0 1-925,1 0 1,0 1-176,0 0 1,1 0 43,0 0 1,1 2-82,0 2 1,1-1-68,-1 2 0,2 0 120,0 1 1,0 0-172,0 0 0,0-1 50,0 0 1,0 0-245,2 1 1,0-1-28,3 0 1,0-1-125,1-3 1,1 1 97,1-1 0,-2 0-73,3-2 0,-2-2 37,2-1 1,0-1 64,-3-1 0,2 0-98,-1-1 1,1-1 54,-3 1 0,0-1 214,-2 0 0,-3-1-49,2 0 1,-2 1 183,-2 1 0,0 1-131,-4 2 1,0 0 50,-2 1 0,0 1-343,-2 2 0,1 0 100,1 2 0,-1 0 230,3 3 0,3-1 0,4 0 0</inkml:trace>
  <inkml:trace contextRef="#ctx0" brushRef="#br0" timeOffset="1283">650 18 8000,'-4'0'1015,"1"2"-532,2 0 0,1 2-165,0 1 0,0 1-137,0 3 0,0 2-6,0 3 1,0 2-149,0 2 0,0 0-217,0 1 1,0-3 243,0-1 1,0-1-107,0 0 1,0-3-67,0-2 0,0-2-119,0-3 188,0-2-1,0 0 6,0-6 0,0 1-75,0-2 0,1-1 13,1 0 1,1 0 92,0 0 1,1 0-69,0-2 1,0 2 41,0 2 0,1 0-36,1 0 0,-1-2 80,2 2 0,-1-1 10,1 2 1,-1 1 14,1 0 0,0 1 144,1-1 0,-1 1 8,-1 3 1,-1-1-108,-1 4 0,0-2 70,-2 4 1,2-1-84,-3 1 1,0 0-21,-2 2 0,0 0 28,-2-1 1,0 0-41,-3-1 1,1 0 41,0-1 1,-1-2-11,0 0 1,-2 0-111,3-3 0,-2 1 93,2-2 1,0 0-344,-1 0 0,2-1 105,0 0 0,-1-2-1456,1-1 1649,1 0 0,7-16 0,4-3 0</inkml:trace>
  <inkml:trace contextRef="#ctx0" brushRef="#br0" timeOffset="1660">834 172 9050,'5'-1'-273,"-1"0"0,2-1 53,-1-3 1,1 1 15,0 0 0,-1-1 92,1 1 1,-2 0-203,0-2 271,1 1 1,-2-1 53,1 1 0,-3 3 1,-2-1 0,-2 2 199,-1-1 0,-3 2 391,1 0 0,-1 0-289,0 2 1,-1 0 688,0 2 0,1 1-395,2-1 1,-1 2 322,0-1 1,0 3-343,4-1 0,-2 1-73,3 1 1,0-1-14,1 1 0,0 1-153,2 0 0,1 0-509,3-1 1,2-1 198,1-2 0,-1 1-1286,4-3 1,-2-1 677,1-2 1,2-1 568,3-1 0,14-31 0,4-8 0</inkml:trace>
  <inkml:trace contextRef="#ctx0" brushRef="#br0" timeOffset="2735">1313 159 7902,'2'-3'-285,"-1"0"0,0 2 1157,-1-2 0,0 2 176,0-2 370,0 2-464,-2-3-555,0 2 1,-3-1-191,1 2 0,0 0 35,0 1 0,-2 0-166,0 0 0,-1 2 92,2 1 1,-3 1-58,0 2 1,2 1 102,1 1 1,0 1-278,1-1 0,0 1-35,1 0 0,1-1-132,2 0 0,0 0-403,0-1 1,3-2 337,1-1 0,2 0-122,1-3 0,2 0 120,0-3 0,1 0-277,0-2 1,-1-2 138,3-2 0,-3 0 188,1-2 1,-1 1 87,-1-1 0,1 1 158,-2 1 1,-1 1-176,-2 1 1,-1 2-315,0 1 1632,-2 1 1,1 4-540,-2 1 0,-1 2 484,-1 1 0,0 2-443,1-2 1,0 2-386,0 1 0,0-2-439,1 1 0,1-2-555,0 3 1,0-2 732,2 1 0,5-5 0,4 0 0</inkml:trace>
  <inkml:trace contextRef="#ctx0" brushRef="#br0" timeOffset="3819">9 505 8851,'-2'0'2851,"-2"0"-2384,3 0 1,-1 2 53,2 1 0,0 1-166,0 2 0,2 1 3,1 1 1,-1 1-110,1 1 1,0 1-214,1 0 1,1 1 73,-1-2 0,0 2-191,1-2 1,-3-1-11,1 0 0,0-1 10,-1-1 0,2-1-499,-3-1 0,2-2 271,1 0 1,-2 1-505,0-3 478,0 0 0,1-3 340,-2 0 0,2-4 37,-2 1 1,3-4 85,-3 1 1,1 0-130,-1-2 0,-1-1-25,2 1 0,0-1-150,0 1 1,0-2 129,0 2 1,0 0-441,-1 2 1,0-1 178,0 1 0,0 1-1383,0 3 798,0 0 892,1 4 0,0 7 0,0 5 0</inkml:trace>
  <inkml:trace contextRef="#ctx0" brushRef="#br0" timeOffset="4252">244 574 7952,'-4'-4'478,"-1"-1"-165,1 1 0,0-1 501,0 1 1,1 0-265,0 2-329,0-2 1,-1 4-274,-1-2 0,1 2 98,-2 2 1,2 0 13,-2 4 0,1 0 169,0 3 0,1 0 1,-2-1 1,3 1-1,-2 1 0,3-1 103,-1 1 1,1 0-316,2 0 0,0-3 104,0 0 1,2-1-575,1-2 0,1 1 273,2-4 1,0 1-574,3-2 1,0-3 324,-1-2 1,0-1-332,1-2 0,0 0 279,-1-2 1,0 1 168,0-1 0,-1-1 265,-1 1 0,-1 2-71,0 0 1,-2 4 642,-1-2-336,0 1 583,-1 2 1,-1 4-240,0 3 0,0 1-32,-1 2 1,0 0-283,0 2 0,0-2-199,1 0 0,0 0-164,0 2 1,0-2 128,0-2 0,0 0-2063,0 1 2076,2-1 0,4-5 0,3-3 0</inkml:trace>
  <inkml:trace contextRef="#ctx0" brushRef="#br0" timeOffset="4560">334 437 8110,'-3'0'1423,"-1"0"-1309,4 0 53,-2 2 0,4 0 36,-1 3 1,2 0 18,-1 1 0,1 1 130,0 1 0,0 0-69,0 2 1,0 1-36,-2 2 0,3 0-96,-3 0 0,2 0-70,-2 1 1,1-1-804,-1 1 0,0 0 451,2-3 1,-1 0-943,0-1 0,0-3 1212,1 0 0,2-9 0,1-4 0</inkml:trace>
  <inkml:trace contextRef="#ctx0" brushRef="#br0" timeOffset="4760">437 561 7929,'0'2'0,"0"2"0,0-1 0,-2-1 373,0 1 0,1 0-84,1 1 0,0 0-251,0 1 0,0 0-5,0 1 1,0 0-272,0 0 1,1-1-1195,1 0 1432,0 0 0,3 0 0,2-1 0</inkml:trace>
  <inkml:trace contextRef="#ctx0" brushRef="#br0" timeOffset="4935">462 458 7912,'-3'0'713,"1"0"-250,0 0-1614,-2 0 1151,4 0 0,10 12 0,4 2 0</inkml:trace>
  <inkml:trace contextRef="#ctx0" brushRef="#br0" timeOffset="5413">577 570 7911,'-4'-3'0,"-2"1"514,1 2 0,-1 0 38,0 0 0,1 0-18,-1 0 0,1 3-145,0 1 1,0 0-134,-1 4 1,3-2-25,0 2 1,2 0 12,-1-1 0,2 0-106,0 1 1,0-1 78,2-1 0,0-1-284,3-2 0,0 0-94,0-1 0,0-1-88,3-1 1,-2-3 70,1-1 0,3-4-170,-1 1 1,0-2-168,0-1 1,-1-2 212,0 0 0,1 0-82,0-1 1,-1 0 65,-1 1 1,-1-1 77,-2 0 1,1-1 85,-1 0 1,-2-2 113,0 2 1,-2 0-27,-2 3 0,2 2 476,-2-1-7,0 2 0,2 4-80,-2 1 176,0 2 1,1-1-214,0 4 0,0 0 281,1 3 0,0 1-205,0 1 0,0 1 122,0 0 1,0 3 97,0 0 1,0 2 10,0 0 0,0-1-26,0 1 1,0 0-139,0 0 1,0 1-456,0 1 0,1-1 111,0-2 0,0 2-1128,2-2 1,-1 0 597,1 0 0,1-3 444,-1-2 0,6-7 0,3-1 0</inkml:trace>
  <inkml:trace contextRef="#ctx0" brushRef="#br0" timeOffset="6503">898 450 7872,'-3'0'541,"1"0"1,0-2 266,-1 1 302,2 0-350,-1-1-65,2 1-160,0-1 276,0 2-394,0 2 1,0 1-4,0 1 1,0 0-58,0 0 0,0 2-130,0 2 1,0 0 29,0 0 0,1 1-43,0 1 0,0 0-218,0 1 1,0-1 91,-1 4 1,0-4-282,0 3 1,1-2 39,1 3 0,-1-3-68,-1 0 0,0-1 65,0 2 1,0-3 78,0 1 0,0-3 99,0 1 1,0-3-107,0 1 337,0-1-160,0-1-24,0-2 22,0 0 854,0-2-261,2 0-163,0 0-252,3 0 1,-1 0-40,0 0 0,0 0-65,0 0 1,1 0-83,-1 0 0,1 0-210,1 0 0,0 0-770,1 0 1,1 0 496,-1 0 0,1 0-1172,1 0 0,-1 0 734,0 0 1,0 0 837,0 0 0,2 4 0,-1 0 0</inkml:trace>
  <inkml:trace contextRef="#ctx0" brushRef="#br0" timeOffset="7152">1138 518 7872,'-3'0'0,"0"0"1229,2 0-616,1 0 1,-3 0 675,1-2-543,0 2-468,2-2 0,-1 4 41,0 0 0,-1 4-70,2 0 0,0 2 144,0 1 1,2 2-129,-1 1 0,0 0-39,-1 1 0,0 0-61,0 0 0,2 0-141,0 1 1,-1-3-77,-1-2 1,0-1-1,2-1 0,-2-1-851,1-1 521,0-3-620,-1 0 706,0-6 0,0 0-78,0-2 1,0-2 12,0 0 1,0-1 121,0-1 0,0-1-79,0-2 0,0 0 77,0 1 0,0-3-20,0 1 1,0-2 48,0 2 1,0 0 435,0 1 0,-1-1-184,0 1 0,1 2 651,-2 4 1,2 0-101,0 1 0,0 3 969,0-1-340,0 3-322,2-3-492,0 3 0,3-1-133,-1 2 1,0 0-233,2 0 1,0 0 60,0-2 0,2 2-435,0-1 0,1-1-257,-1 1 1,1 0-634,1 0 0,-1-1 178,1 1 1,-1-1 1044,0 2 0,0 6 0,-1 1 0</inkml:trace>
  <inkml:trace contextRef="#ctx0" brushRef="#br0" timeOffset="7470">1159 556 11986,'3'0'1280,"-1"0"1,3-1-757,0 0 0,3-2-164,1 2 0,2-3-664,1 3 0,2-2 286,0 2 0,1-2-2462,2 2 2480,-1-1 0,8 2 0,0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4:54.7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15 7784,'3'0'38,"0"0"-26,-3 0 0,9-6 0,1-2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4:56.01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7 8764,'-4'0'1749,"-1"0"-1184,4-3-153,-2 2 1,2-2-599,-1 3 273,2 0-87,-3 0 0,8 0 0,3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42:18.05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43 208 8025,'-10'5'473,"1"0"0,2 0 27,0 0 1,4-2 370,1 1-362,-2-2-22,3 3-220,1-4 1,4 2-39,2-3 0,3-3 106,0-1 1,0-2-93,-1-3 1,2-1-226,0-3 0,2 0-71,-1 1 0,-1-3-261,1 0 0,-1-3-94,0 4 1,2-4 239,-4 3 0,3-2-23,-2 0 1,-1 3-97,-1 1 54,-1 5 85,-2-2 1,-2 8 325,-2 4 1,0 3 59,0 5 0,0 3 86,0 2 1,-2 3-58,0-1 1,0-1-32,2 2 1,0-2-241,0 1 0,0 1 104,0-3 0,0 0-687,0 0 1,3-2 314,1 0 1,2-1-1846,0-3 2117,1-1 0,5-21 0,1-6 0</inkml:trace>
  <inkml:trace contextRef="#ctx0" brushRef="#br0" timeOffset="557">145 131 8023,'-4'0'-2121,"0"0"2681,2 0 0,-1 0-102,0 0 0,3 2-136,-2 3 0,1-2-93,1 2 0,0 1-243,0 3 1,0 1-41,0-1 1,1 3-84,1 1 0,-2 0 16,3 2 1,-3 0 121,0 0 0,0 3-51,0-1 0,0-1 56,-3 2 1,1-1 78,-3 2 0,0-3-77,0-1 0,2-1 30,-1-1 0,1-1 6,-1 1 1,3-3-128,-1-1 1,-1-2-66,1-1 0,-1 1 170,3-1 99,0-2 1,0-1-133,0-1 417,0-1-126,0 2 1566,0-3-1155,3 0-173,-2 0-312,2 0-24,-3 3 0,1-2 39,1 1 1,-1-2-81,3 0 1,-1 0-254,1 0 1,0 0 49,2 0 0,3 0 37,0 0 1,2 0-453,0 0 0,2-2 209,1 0 0,2-3-995,1 1 0,2-1 1263,-2 1 0,16-8 0,4 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42:19.9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167 288 7921,'-3'-3'1063,"0"-3"0,-3 5-107,2-3-761,-2 2 1,2-3-12,-2 3 1,2-3-129,-1 1 1,1 0 133,-2 0 1,-1 2 17,-2-3 1,2 4-16,-2-1 1,0 1 22,1 1 1,-3 4-110,2 2 0,-1 2 49,1 5 0,0-1-88,3 5 0,0 2 64,2 3 0,1-1-188,3-2 0,1 0-116,1-2 1,5 0-170,3-4 0,2-2 63,1-4 0,3-4-72,1-1 1,1-4-91,2-2 1,-1-5 142,0-1 0,0-5-53,-2-2 1,1-4 75,-3 0 0,-3-1-110,-1 3 0,-4 0 123,0-1 1,-2 1 85,-2 0 0,-2 3-53,-3 1 1,-2 3-28,-5 2 1,1 2 204,-3 2 1,3 2-105,-3 4 1,1 0-12,0 0 1,-3 4 164,3 2 0,0 2 0,2 2 0,-1-1 0,3 1 0,7 1 0,6 2 0</inkml:trace>
  <inkml:trace contextRef="#ctx0" brushRef="#br0" timeOffset="426">366 250 7921,'-7'0'0,"1"-3"0,0 2 958,-1-1-537,1 2 0,0 0-12,2 2 1,-1 3-133,3 3 1,0 0 101,2 3 1,0 0-149,0 4 1,0-1-63,0 4 1,0-4-76,0 4 1,2-4-173,3 1 1,0-2-395,2-3 1,1-1 285,1-5 1,0-1-82,0-3 1,1-1 102,3-1 0,-3-2-251,1-5 0,0-1 63,1-2 0,-1-4-6,0-1 0,-3 0 126,3 0 1,-3 2 166,0-2 0,0 4 93,-2 0 0,-2 1-56,1 3 0,-4 3 410,1 1-286,-1 4 0,-1 1 9,0 4 0,0 3 70,0 1 1,0 0 83,0 3 1,0-1-192,0 3 0,0 1-34,0 1 0,1-2-393,1 2 1,-1-3 180,3-2 1,-2 1-1141,3 2 1318,-1-3 0,8-9 0,2-6 0</inkml:trace>
  <inkml:trace contextRef="#ctx0" brushRef="#br0" timeOffset="651">648 19 7921,'-3'7'380,"3"-1"1,-4 0-33,2 1 0,1 2 290,-1 2 1,1 4-223,1 2 0,2 4-76,1 3 0,2 1-237,-1 3 1,1 1-206,-1 1 0,2-3-177,-2-3 0,2 1 294,0-2 0,0 2 157,-2-2 1,1-3-173,-3-3 0,0-5 0,-2 0 0</inkml:trace>
  <inkml:trace contextRef="#ctx0" brushRef="#br0" timeOffset="842">578 218 8496,'4'0'431,"0"0"0,3 0-280,4 0 1,2 0-577,2 0 0,3-1 425,4-1 0,33 10 0,7 0 0</inkml:trace>
  <inkml:trace contextRef="#ctx0" brushRef="#br0" timeOffset="1259">975 256 7914,'-6'0'903,"-1"0"1,1 0-297,0 0 1,-1-2-143,1 0 1,1-3-331,-2 1 1,4 1-239,-3 1 1,-1-1-5,-2 1 1,0 0 156,1 2 1,0 0-364,-3 0 0,2 0 233,-1 3 0,2-2 21,-1 3 1,2 1-87,1 1 1,2 0 104,-1-2 1,4 2 20,-1-2 1,1 2 63,1 0 0,1 0 102,1 1 1,2-3-112,5 0 1,-1 1-38,2 1 1,1-2 32,2 1 0,0-2-273,2 2 1,-1 0-24,1-3 0,-2 2-34,0-2 1,0 3 165,0-1 0,-3 0 24,-2 0 1,-1 0 210,-3 3 1,-1-1-138,-3 1 0,-1 0 130,-1 1 1,-2 0-87,-5 0 0,-1 0-103,-3 0 0,-2-3 38,0 2 0,-2-4-68,2 1 0,-2-3-31,-1 2 1,1-3-213,0 0 1,1-3 136,3-1 0,1 1 48,1-2 0,3 1-443,3-2 624,3-1 0,30-16 0,8-5 0</inkml:trace>
  <inkml:trace contextRef="#ctx0" brushRef="#br0" timeOffset="1451">1084 308 7914,'-3'3'0,"3"3"341,-2-2 1,0 4-48,0 1 0,1 0 100,-1-1 0,1 0-375,1 0 0,0 1-449,0 0 1,1 0 0,1-3 1,0 0-308,2 1 0,-2-2 736,2 0 0,1-11 0,1-5 0</inkml:trace>
  <inkml:trace contextRef="#ctx0" brushRef="#br0" timeOffset="1609">1129 109 7914,'-8'0'685,"2"0"1,1 0-607,-2 0 0,3 0 228,0 0-307,3 3 0,6 17 0,6 8 0</inkml:trace>
  <inkml:trace contextRef="#ctx0" brushRef="#br0" timeOffset="2078">1289 340 7896,'-2'-4'12,"0"-1"271,-2 0 0,0 0-37,0-2 1,-1 1 6,3-1 0,-3 1-79,1-1 0,-1 3-252,0 0 0,0 3 22,0-2 1,0 3 7,-2 3 1,0 3 491,0 5 0,-1 1-120,4 1 0,-1 0 54,1 2 0,1-1-79,3 3 1,0-2-85,0 0 0,0-1 1,0 1 1,3-4-268,4-1 1,0-3-64,4-2 1,0-3-187,4-2 0,-1-5-258,3-4 1,-2-4 281,2-4 0,1-1-88,1-5 1,-1-3 58,-1-4 0,-1-2-58,-3 0 1,-1-3 98,-1-1 0,-3 1 314,-3 1 0,-3 4-146,-2 2 1,0 5-211,0 4 0,0 6 212,0 4 0,0 5 112,-2 2 1,0 4 377,-2 2 1,2 2-220,-3 3 0,3 1 374,-2 3 1,3 2-277,-2 3 0,1 0 327,0 1 1,-1 1-189,3 2 1,-2-2-11,0 4 0,0-1-293,2 0 0,0-1-206,0-3 1,1 1-903,1 2 0,1-5 220,4 0 777,-1-3 0,21-12 0,4-4 0</inkml:trace>
  <inkml:trace contextRef="#ctx0" brushRef="#br0" timeOffset="2428">1572 314 7877,'0'4'792,"0"1"-594,0-1 0,0 0 506,3 1 0,-2-4-251,3 1 1,1-1-663,4-1 1,-2-2-18,1 0 0,0-3-146,-2 0 0,1-3 98,2 0 1,-4-1 116,1 0 0,-1 0-81,2-2 1,-4 1 87,-1 2 0,-1 0 118,-1 0 0,-1 1-90,-1 0 1,-1 4 121,-4 1 1,-2 1 35,-2 1 0,-1 3 228,-1 1 0,3 4 152,-1 0 1,2 4 376,-1-1 1,2 3 185,-1 1 1,4 0-423,1 0 0,2 1 186,0 1 0,2 2-297,0-2 1,2-1-420,3-2 0,3-1-117,3-2 1,3 0-126,1-5 1,3-1-1157,-1-5 0,2-1 327,3-1 1044,1-4 0,11-30 0,2-9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42:24.2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96 251 7908,'3'3'2297,"-2"0"-1584,1-3 1,1 0-209,-1-3 0,1 0-83,-1-4 1,-1 1-150,3 0 0,-2-3-14,0 1 0,1-2-169,-1 2 1,0 1 84,-2-2 0,-2 4-658,0 1 0,-5 2 334,0 0 1,-1 2-623,-1 2 1,0 2 334,-2 2 0,-1 4 109,1 0 1,2 2 173,1 1 1,-1 1 312,3 1 1,-2-1 55,4 3 1,1-3-144,1 1 0,3-1-50,1-1 0,5-1 35,0-2 0,3-1-330,1-5 1,3-1 140,1-3 0,3-3-116,-1-1 1,0-7-41,0-1 0,-1-6 0,1 1 0,1-1-2,-3-1 0,-2-1 51,-3 1 1,-2 2 177,-2 0 1,0 0-58,-4 0 0,-1 5 101,-3 3 0,-1 2 4,-4 0 1,0 2 116,-1 0 1,-2 3-101,-3 2 1,2 0 102,0 2 1,1 0-217,-3 2 1,0 0 88,0 3 1,2-1-297,1 1 0,0-1-99,-1 0 414,5-2 0,9-4 0,4-4 0</inkml:trace>
  <inkml:trace contextRef="#ctx0" brushRef="#br0" timeOffset="362">481 7 7908,'-9'0'0,"2"-3"0,-3 3 283,1-3 1,1 3-9,-3 0 1,1 0-191,0 0 0,-2 0 29,4 3 1,-3 0 36,3 4 0,-1 0 283,3 1 1,0 0-72,2 3 1,1 0 27,3 4 1,0-1-121,0 3 0,1 1-53,1 4 1,1-2-86,1 4 0,1-1-160,0 0 1,0 1-77,2-2 0,-1 1-393,1-1 1,-2-1-379,0-2 0,-2-2 426,-1-2 0,-1-2-1209,1-3 1657,-1-1 0,-7-11 0,-1-2 0</inkml:trace>
  <inkml:trace contextRef="#ctx0" brushRef="#br0" timeOffset="559">288 232 7908,'-6'0'2155,"0"0"-1501,2 0 0,5 0-214,5 0 0,3-3-494,4 1 1,3 0-300,1 2 0,2 0-307,3-3 0,1 3 660,2-2 0,32 7 0,8 2 0</inkml:trace>
  <inkml:trace contextRef="#ctx0" brushRef="#br0" timeOffset="1368">885 161 7873,'-4'-3'2821,"-1"3"-1733,4-6-656,-2 5 0,6-1-71,1 4 1,3 4-202,1 2 0,0 6 2,3-1 0,-1 3-58,0-1 0,3 5 64,-3-1 0,2 2-514,-2-2 0,2 0 255,-1 1 1,1-1-1157,1 0 0,-1-3 149,-1-3 1,0-1 1097,-2-4 0,-1-2 0,-1-3 0</inkml:trace>
  <inkml:trace contextRef="#ctx0" brushRef="#br0" timeOffset="1625">866 430 5891,'0'-6'2054,"0"0"-1413,0-1 0,3-2-147,1-2 1,2-2-141,3-2 0,3-1-141,3-3 0,3-1-96,-1-1 1,4 1-133,0-2 1,0 3-654,-1 2 1,-3 1 264,0 3 403,-3 3 0,-1 1 0,-4 3 0</inkml:trace>
  <inkml:trace contextRef="#ctx0" brushRef="#br0" timeOffset="2163">1308 392 7873,'-4'-4'936,"0"-1"0,2 4-498,-3-1 1,3-1 199,-2 1-532,0 0 0,-3 1 121,1-1 1,-1 1-194,1-1 1,0 3 133,-1 2 1,1 2 23,-1 2 1,1 0 44,0 4 1,1-3 75,1 3 1,3-1-267,-2 3 1,3 0 125,0 0 1,0-1-472,3-1 1,0 0 198,4-2 1,2-4-255,2-2 1,1-3 147,0 0 1,3 0-17,0-3 0,0-3 36,-2-5 0,0-1 35,0-1 1,0 0 153,-1-2 0,-2 1-97,-1-3 0,-5 2 116,-2 0 0,-1 0-67,-1 2 0,-3-1-179,-1 4 0,-5 0 41,-1 2 0,-2 1-60,-1 3 0,-2 1-39,0 3 0,-1 1 79,1 1 0,0 2-151,-3 2 0,4 0-194,3 1 547,2 2 0,8 4 0,2 3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4:42.76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42 146 8053,'-7'0'0,"1"1"-28,-1 1 1,2 0 401,0 3 0,3-4 551,-3 1 1,4 0 277,-1 0-780,1-1 1,5 2 84,3-3 0,1-2-119,6-1 0,-1-4-99,5 0 1,1-2-59,2-1 0,1 3-212,-1-3 1,1 3 126,-3 0 0,0 1-46,-1 1 1,1 0-58,-5 2 1,0 1 63,-5 2 0,0 4 142,-5 3 0,0 1-144,-4 3 0,0 1 383,0 1 1,-3 1-111,1-3 0,-3 2-141,3-1 0,0-2-408,2-1 0,0 1 181,3-1 1,1-2-241,3-2 0,2-4 202,0 2 0,6-3-1114,-2 0 0,7-3 512,0-1 1,2-6-1102,3-1 0,1-2 229,1-1 1501,-2-3 0,2-1 0,-2-2 0</inkml:trace>
  <inkml:trace contextRef="#ctx0" brushRef="#br0" timeOffset="358">534 15 7603,'1'-5'606,"1"1"0,3 2-142,4 0 0,2 1-281,2 1 1,2 0-155,1 0 1,2 1 63,3 1 1,-1 2-163,1 3 1,0 0 118,0 3 1,-4-3-136,0 3 0,-4 0 107,-4 2 1,-1-1-134,-5 3 1,-4-1 125,-4 3 0,-6 1 217,-3 2 1,-5-1-60,1 0 0,-1 1-70,0 1 0,-1-2-151,2-2 0,0 1 139,0-1 0,5 0-91,-1-2 0,1-9 0,0-3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4:45.54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159 0 7890,'0'4'1,"-3"-2"1,2 0 97,-1 0 1,1 0-99,1 2 1,0 2 770,0 3 1,0 2-285,0 3 0,0 3-159,0 4 0,1 3-175,1 4 1,0-1-167,3 1 1,-3 0-375,3-1 1,-4 1 276,1 0 1,-1-1-314,-1-2 1,2-1 220,1-3 0,-1-2-1392,-2 2 1593,0-5 0,-3-2 0,-1-8 0</inkml:trace>
  <inkml:trace contextRef="#ctx0" brushRef="#br0" timeOffset="224">7 312 8489,'-4'-1'533,"2"-1"0,1 0-361,1-3 0,2 1 633,2-3 1,4 2-272,6-2 0,3 2-383,1-2 0,5 0-242,3 3 0,1-2-329,0 2 1,1 0-837,0 1 0,0 3 1256,2-3 0,8 15 0,4 3 0</inkml:trace>
  <inkml:trace contextRef="#ctx0" brushRef="#br0" timeOffset="710">353 14 7943,'-4'2'603,"-1"1"198,3-1 1,-1 1-16,3 2 1,0 4-315,0 2 1,0 6-51,0 1 1,0 6-161,0 4 0,0 0-232,0 4 1,3-2-114,-1 0 0,0-2-185,-2 0 0,3-6 20,-1-1 0,0-6-871,-2-1 188,3 0 263,-2-6 263,5-2 0,-4-6 63,2-4 1,-1-3 253,1-2 1,-1-2-121,1-3 1,1 0 273,2 0 0,0 1 66,0-1 1,-1 0 150,1 0 0,1 0 157,1 0 1,-1 3-208,1-1 0,1 4 38,-1-1 0,1 2-104,-3 2 0,-1 2 237,1 3 0,0 4-49,0 3 0,-1 3 128,-1 4 1,-1 2-182,-2 3 0,-1 3-251,1 1 1,-1 3-222,-1-3 0,0 0-448,0-2 1,0-4-862,0-1 1,3 1 232,2-4 1246,1 0 0,10-16 0,2-1 0</inkml:trace>
  <inkml:trace contextRef="#ctx0" brushRef="#br0" timeOffset="1076">706 319 7918,'-7'0'0,"3"2"1402,-1 0-581,3 4-112,-1-6 0,6 6-363,2-4 0,2 0-319,2-2 1,0 0 34,2-3 0,0 2-236,1-4 0,0 1-526,-3-3 0,0 0 402,-2 0 1,0 0-154,0 0 1,-2 0 110,-1 0 1,-2 0 11,0 0 0,-4 0 135,-3 0 1,-4 1 272,-3 2 1,-1 1 516,-4 3 0,2 0-369,-3 0 1,2 3 312,0 4 0,1 3-221,2 4 1,2 1 737,2 1 0,2-1-428,2 4 0,2-1 51,3 3 1,3 0-350,2 0 0,5-2-294,4-3 1,1-1-183,6-5 0,-1-4-469,5-1 0,0-4-105,0-1 1,4-4 717,-1-5 0,35-39 0,7-12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4:47.97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35 35 7890,'0'-7'64,"0"2"285,0 1 748,0 2-293,0-4-82,0 2-130,0 0-8,0 1-328,0 3 0,-1 4-163,-1 3 0,1 1 86,-2 6 0,3-1-120,0 6 0,0 2-29,0 2 0,-3 3-212,1-1 1,-1 2 48,1 1 1,0 1 4,-2-1 1,1 0 83,-1-5 1,2-3-179,0-4 1,1-2-159,1-2 257,0-2 48,0-6 12,0-1 1,0-4 191,0-1 1,2 0-46,1-3 0,2 4 226,0-1 0,-1-1-87,0 0 1,3-1 13,2 1 0,1-1-216,-1 1 0,2 0 100,3 1 0,0 1-701,0-1 1,0-1 292,-1 1 0,4-1-1831,-1 3 2118,0 0 0,13 16 0,4 3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4:51.65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0 423 7913,'0'4'0,"0"-1"0</inkml:trace>
  <inkml:trace contextRef="#ctx0" brushRef="#br0" timeOffset="767">333 195 7913,'4'-4'166,"2"1"0,-5 0 145,4 1 0,-3-3-93,3 3 0,-3-4-81,3-1 1,-3-1 93,3-3 1,-2 2-145,2-3 0,0 1-4,-2-3 1,-1 0-122,-2 0 0,0 1-89,0 1 0,0 0 90,0 3 1,-3 0 32,-2 2 0,-3 3-1,-1 2 1,-3 1-77,3 1 1,-3 4 194,3 3 0,-2-1 178,1 4 0,1 0-48,2 2 0,3 2 186,-1 2 0,1 1-53,0 1 0,0 2-54,4-1 1,0 4-293,0 2 0,1 0 75,2 0 1,-2 1-209,4 1 1,-1-1-302,3-1 1,0-3-415,0 2 0,0-4 112,0-1 1,0-2 704,0 0 0,-3-12 0,-1 0 0</inkml:trace>
  <inkml:trace contextRef="#ctx0" brushRef="#br0" timeOffset="984">167 285 8106,'7'-7'752,"2"3"1,2 1-824,3 3 0,3 0-245,1 0 0,2 0-319,1 0 0,2 3 635,0 1 0,25 9 0,4 1 0</inkml:trace>
  <inkml:trace contextRef="#ctx0" brushRef="#br0" timeOffset="1328">499 236 7913,'-9'5'0,"-1"-1"0,0-1 794,1 1 1,1 1-118,-1 2 1,4 0 30,0 0 0,4 3-254,-2 1 1,3 2-192,0 1 1,0 0-338,3 0 1,-1 0 143,5 0 0,-2-1-542,5-2 0,0-3 321,-1-4 1,2-2-449,-2 0 1,4-1 271,-2-1 1,-1-3-119,0-2 1,0-3 27,-1-1 1,1-4-15,-1 2 1,-1-3 263,1-2 1,-4 1-43,0-1 0,-1 1 270,0 2 0,-1 2-73,-3 2 1,1 1 761,2 1-134,-3 0-224,3 3 1,-3 4-165,0 5 1,0 2 55,0 2 1,0 2-268,0 3 0,0 0 169,0 2 1,3 0-615,-1 2 0,3-2 236,0 0 1,1-2 191,1 0 0,6 0 0,2 0 0</inkml:trace>
  <inkml:trace contextRef="#ctx0" brushRef="#br0" timeOffset="1653">755 326 7913,'-7'7'0,"0"1"455,0 1 1,3-4 157,2 2-697,1-1 97,1-2 1,1-1-244,1-3 1,2-3 4,3-2 0,0-2 177,0-2 1,0-2-45,0-3 1,2 0 88,0 0 0,1 1 105,-1 2 1,-1-2-38,1 1 0,-1 2 69,-1 1 1,0 1 11,0-2 1,-3 6 601,1-1-303,0 4 1,1 1-97,-2 3 1,0 4-265,-1 7 1,-3 1 89,3 3 1,-3-2-503,0 3 1,0-1 203,0 0 0,1 1-905,2-3 0,-2 1 1028,4-1 0,5-7 0,5 0 0</inkml:trace>
  <inkml:trace contextRef="#ctx0" brushRef="#br0" timeOffset="1927">1129 208 7883,'-11'0'108,"-2"0"1,2 0 181,-3 0 0,1 0 456,2 0 1,-2 0-195,1 0 0,-1 3-187,-1-1 1,3 3-29,2 0 1,1 2-56,2 2 1,-1 0 38,3 2 1,1 1-79,3 2 1,0-1 26,0 1 1,0 0-192,3 0 0,1 0-170,6 0 0,-2-3-716,4 1 1,1-5 451,4 0 0,0 0-890,-1-5 0,1-1 87,1-3 1158,5 1 0,17-36 0,11-5 0</inkml:trace>
  <inkml:trace contextRef="#ctx0" brushRef="#br0" timeOffset="2202">1316 15 7883,'-4'0'708,"-2"0"8,2-3-12,-3 2-234,3-2-254,1 3 1,3 0-49,0 3 0,2 3-93,1 3 0,1 4 72,-1 1 1,1 1 67,-2 3 0,1 1-49,-3 1 1,0 4-24,0 2 0,0 1-207,0 0 1,-1 0-211,-1-1 0,-1 0-208,-2 0 0,1-5-21,2 0 1,1-5-468,-1-3 0,1-1 970,1-3 0,-6-26 0,-2-4 0</inkml:trace>
  <inkml:trace contextRef="#ctx0" brushRef="#br0" timeOffset="2376">1184 188 7883,'-4'0'1675,"1"0"0,9 0-1603,1 0 0,4 0 28,1 0 1,4 0-629,2 0 1,2 3 397,1 1 1,1 2 129,1-2 0,17 9 0,6-2 0</inkml:trace>
  <inkml:trace contextRef="#ctx0" brushRef="#br0" timeOffset="2568">1482 257 7840,'-7'7'0,"0"0"0,1 0 838,1 0 0,1 0-322,2-1 1,1 1 17,-1 0 0,1 3-145,1-1 1,0 0-454,0-2 0,0 0-322,0 0 1,1 0-463,1 0 0,0-3 624,2 1 224,1-4 0,14-34 0,4-14 0</inkml:trace>
  <inkml:trace contextRef="#ctx0" brushRef="#br0" timeOffset="2718">1537 22 7840,'-7'0'1050,"0"2"-501,0 0-611,4 4 0,-3-3-477,4 4 0,0 3 215,2-1 324,0 3 0,15 30 0,4 10 0</inkml:trace>
  <inkml:trace contextRef="#ctx0" brushRef="#br0" timeOffset="3095">1703 236 7836,'-10'0'415,"3"-2"143,-3 0 1,0-2-13,1 2 1,0 1-132,2-1 0,0 1 4,0 1 0,0 3-84,0 2 0,3 1 12,-1 1 1,1 2-138,0 1 0,1 2 85,3-1 1,0 2-124,0 1 0,0 2-155,3 1 1,0-4-300,4-1 1,1-4 222,1 2 0,2-3-264,3-3 1,1-1 173,1-3 0,-1 0-747,4-3 0,-4-1 366,1-3 0,-1-2-222,2 0 0,-3-3 300,2 0 0,-4-1 213,-3-1 1,-4 0 94,-3-3 1,-1 2 119,-1-3 0,-4 2 205,-3 0 0,-3 4-208,-4 0 0,0 4 189,-3-1 0,3 2-70,-2 2 1,1 2 218,1 3 1,1 3-159,2 2 1,1 1-98,6 1 0,1 2-701,3 0 0,1 3 645,4 0 0,33 4 0,15 2 0</inkml:trace>
  <inkml:trace contextRef="#ctx0" brushRef="#br0" timeOffset="3386">1966 340 7836,'-10'4'1051,"-3"2"1,5-3 249,-1 2-507,1-2-790,4-3 1,1-3 65,3-2 0,1-2-245,1-2 0,2 0 206,3-2 0,1-1-243,1-1 0,-1 1 190,4 0 0,-3 3 180,3-2 0,-3 2-132,2 0 0,0 0 224,1 2 0,0-2-38,-3 5 0,3-2-91,0 2 0,-2 0 108,-1 2 0,1 2-38,-1 0 0,1 3 173,-3 4 0,0 3-58,-1 1 0,-2 5-67,-1 3 0,-3 4-362,0 2 0,0 0-437,0 0 1,0-2-2913,0 0 3472,0 1 0,-3-2 0,-1 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4:57.25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14 326 7938,'0'-4'1338,"-3"1"-914,2 3 0,-3 0-127,2 0 1,1 3-114,-1 1 1,1 2 35,1 1 1,0 3-86,0 2 1,0 1-77,0 1 1,0 2-150,0 0 1,0-2 111,0-2-267,0-1 1,0 0-606,0-2 657,0-4 1,2-3-153,1-4 1,-1-5 81,-2-5 1,2-3 205,1-1 0,0-4 2,-1 2 1,0 0-7,2 0 1,-1 2 48,1-3 1,-2 4 194,3-1 1,0 3 88,2 2 0,-3 2-111,1 0 0,-1 2 73,3 3 0,0 1-25,0 3 0,0 0 164,0 0 0,-2 3 3,-1 4 1,1 2 30,2 5 1,-1 1-141,-1 6 1,0 0-31,-3-1 0,3 2-194,-3 1 0,3-2 139,-3 3 1,3-4-793,-3-1 0,3-2 381,0-3 1,-1-1-1127,1-2 1,-1-2 1354,3-4 0,9-33 0,3-10 0</inkml:trace>
  <inkml:trace contextRef="#ctx0" brushRef="#br0" timeOffset="436">298 339 7938,'-4'0'1118,"-2"0"0,4 0-180,-2 0-261,2 0-443,2 3 0,6-2-160,4 2 0,0-3-104,-1 0 1,2 0-212,2 0 1,-1 0 78,-1-3 1,0 2-150,1-4 1,-2 3-210,-3-3 63,3 1 326,-3-3 0,0 0 15,-4 0 0,-3 2-158,0 1 1,-3 1 60,-1-1 0,-5 2 33,0 0 0,-3 1 84,0 1 1,-1 0-10,-1 0 0,1 1 91,2 1 0,-2 1 250,4 2 1,-2 1 366,1-1 0,1 1-299,2 4 0,1-2 402,1 4 0,2-3-252,3 2 1,0 3 79,0 2 1,3 1-292,2-4 1,2 1-363,2 0 0,3-1 113,4-1 0,2-3-219,2-4 1,1 0-1232,0-3 1,0 0 1455,2-4 0,21-27 0,6-9 0</inkml:trace>
  <inkml:trace contextRef="#ctx0" brushRef="#br0" timeOffset="845">568 353 7938,'-4'0'3049,"1"0"-2257,3 0-708,6-3 0,-1 2 14,4-1 0,1 1-468,-1-2 1,3 2 260,0-4 0,1 3-395,1-3 1,-3 3 277,1-3 1,-4 3 28,2-3 0,-3 3-110,-3-3-106,-1 1 401,-3-3 0,-4 1-59,-2 1 1,-2 0 10,-4 2 0,-2 1 5,-2 2 1,-1 0 97,1 0 1,2 1 73,1 1 0,-1 2 234,2 3 1,0 0-118,0 0 1,5 0 73,2 3 0,3-2 24,-3 4 0,4-3 204,-2 2 0,3 1-93,3 2 1,3 0-85,3 0 0,4-1-627,1-2 0,0-1 258,5-3 0,-1-2-1241,3-1 1,0-2 1250,0 0 0,33-29 0,9-7 0</inkml:trace>
  <inkml:trace contextRef="#ctx0" brushRef="#br0" timeOffset="1261">962 305 7913,'-13'0'0,"-1"0"555,0 0 0,0 0-135,0 0 1,0 2-32,0 0 0,-2 3-134,0-3 0,0 4 0,2-2 1,3 2-29,2 1 1,2 1 13,3 1 1,1 0-168,3 2 1,0 1 90,0 2 1,3 0-11,1-1 1,2 1 56,1 0 1,1-3-385,1-2 1,0-4 81,2-3 0,1-1-37,2-1 0,-1-4-138,1-3 0,1-6-253,1-6 0,-1-1-84,4 0 1,-1-3 247,0 0 0,0-4-165,-2 2 1,-1-4 107,1-1 0,-5-3 306,-2 3 0,-3 0-62,-2 0 0,-2 2 63,0 0 1,-1 4-36,-1 6 1,-3 5 131,-2 6 0,2 3 1022,-2 4-805,0 0 1,-2 4 542,0 3 0,3 1-324,-1 3 1,4 1 246,-2 2 0,0 2-155,1 3 0,-1 1-108,1 1 0,1 2-272,-1 0 0,1 0-88,1-2 1,0 2 24,0 0 0,0 2-113,0-2 0,3 1-988,1-1 0,3-1 522,0 1 1,-1-5 500,1-2 0,13-13 0,2-5 0</inkml:trace>
  <inkml:trace contextRef="#ctx0" brushRef="#br0" timeOffset="1627">1239 236 7887,'-6'-4'0,"2"-2"458,-6 4 1,2-3-66,-1 3 0,0 0 251,-2 2 0,1 0-228,-1 0 1,2 2 1,0 0 1,1 4-84,2-2 1,-1 3-4,0-1 1,3 1-199,2 0 1,1 0-96,1 0 1,1 1-102,1 1 0,2-1 135,3 1 1,0-1-240,3-1 1,0 0 91,1-1 1,2 1-288,-1-3 1,1 2 129,1-1 0,-1-1-11,-2 0 0,0-1 173,-2 1 1,-1 0-31,1 1 0,-3 1 253,-2-1 0,-2 1-86,0 1 0,-2-3 199,-2 1 0,-2 0-98,-3 1 1,-3-1 17,-2 0 1,-1-3-166,-1 3 1,1-4-140,-1 1 0,0-1-108,0-1 0,-1 0-356,-1 0 1,2 0-20,1 0 1,2-2 8,4 0 591,3-4 0,26-35 0,8-12 0</inkml:trace>
  <inkml:trace contextRef="#ctx0" brushRef="#br0" timeOffset="2584">1592 132 7909,'0'-7'0,"0"0"0,0 0 108,0 0 0,0 0 247,0 0 317,0 3-337,0 1 0,0 5-96,0 2 1,3 5 113,-1 7 0,0 2-80,-2 6 1,0-2 49,0 3 1,0-2-93,0 3 1,0-1-159,0 3 1,0-1-159,0-2 1,3 1-274,-1-3 0,0 0-680,-2-2 1,0-1 531,0-1 0,3-3 506,-1-5 0,0-1 0</inkml:trace>
  <inkml:trace contextRef="#ctx0" brushRef="#br0" timeOffset="2792">1482 326 7939,'-7'-5'1908,"3"0"-1628,1 4 1,6-5-33,1 4 0,6 0-328,1 2 1,5 0-218,0 0 0,4 0-272,1 0 0,0 0-1145,4 0 1714,1 3 0,23 4 0,6 4 0</inkml:trace>
  <inkml:trace contextRef="#ctx0" brushRef="#br0" timeOffset="3153">1897 326 7939,'-7'0'0,"-1"0"0,-1 3 0,1-3 736,-1 3 1,1-3-169,-2 0 0,3 0-23,-2 0 0,-1 0-357,0 0 1,-1 1 31,2 2 1,-1-2-133,3 4 1,0-1 78,1 3 1,-1 1-65,3 1 1,1 0 89,3 2 0,0-2-171,0 3 1,3-3-36,1 3 1,3-4-132,3 1 0,0-2-233,4-2 0,0 0 210,0-2 0,0-1-409,3-2 1,0-3 269,1-2 1,0-4-323,-2-3 0,-2-1 190,3 0 1,-3-2-23,0-1 1,-4 1 200,-3-1 1,-1 1 39,-4 2 0,0-1 258,-4 3 1,-5-1-105,-5 2 0,-4 4 236,-2 4 0,-2 1-104,-1 1 0,0 2 266,0 2 1,1 1-151,2 4 0,2 1-267,4-1 0,3 1 84,4-3 0,36-28 0,11-7 0</inkml:trace>
  <inkml:trace contextRef="#ctx0" brushRef="#br0" timeOffset="4126">2513 388 7906,'3'-4'286,"-2"-2"1,3 4 131,-2-2 0,-1 1 331,1-1-544,-1-1 12,2-2 0,-2 0-179,1 0 1,-2 1 94,-2 2 1,-2-3-262,-3 3 1,0 0 55,0-1 1,-3 4-7,-1-1 0,-3 1-77,-2 1 0,0 3 41,-2 1 1,2 5 329,0 0 0,2 3-81,0 0 1,3 1 7,2 1 1,2 1-103,2-1 0,2 2-128,3-5 0,3-1 43,2-1 1,4-2-245,3-2 0,1-2 48,4-3 0,0-4 133,4-3 1,0-3-171,0-4 1,-1-3 29,1-1 0,-1-2-90,-1-1 0,1-3 121,-2-1 1,-2 0 60,-2 0 0,-1 0 4,-4 0 1,2 0 112,-4 4 1,1-1 106,-6 6 1,0 0-68,-2 2 1,0 4 97,-3 3 0,2 1 62,-4 4 229,0-1 0,-1 6-58,-1 2 1,2 1 79,0 1 0,4 1-114,-1 1 1,-2 2-25,2 3 1,-1 0 46,1-1 1,1 2-73,-1 1 1,1-1-247,1 1 0,-2 2 123,-1 0 0,1 2-110,2 1 0,0 0-305,0-1 0,0 1-382,0 0 0,1-3 380,1 1 290,2-1 0,12-3 0,3-2 0</inkml:trace>
  <inkml:trace contextRef="#ctx0" brushRef="#br0" timeOffset="4351">2769 270 7906,'-3'7'237,"2"-2"174,-1-1 1,1 1-35,1 2 0,0 0-98,0 0 1,0 2-236,0 0 1,0 3 82,0 0 0,0 1-363,0 1 0,0-3-92,0 1 0,3-4-301,-1 2 1,1-3 241,-1 0 1,0-1 386,2-1 0,1-20 0,2-8 0</inkml:trace>
  <inkml:trace contextRef="#ctx0" brushRef="#br0" timeOffset="4509">2825 104 7906,'-4'-4'0,"-2"1"271,1 3 0,1 0-3,-1 0 0,3 0 113,-2 0-511,2 0 0,-1 1-389,3 1 1,1 2 518,1 3 0,17 18 0,7 5 0</inkml:trace>
  <inkml:trace contextRef="#ctx0" brushRef="#br0" timeOffset="4845">2915 222 7906,'-4'-4'2618,"4"1"-2173,-3 3 0,3 1-88,0 1 1,2 4-215,0 3 0,1 4-84,0 1 1,-3 1 33,3 3 0,-2-2-96,2 3 1,-2-3-1,4 2 1,-4-2 80,2 0 1,0-4-360,-1-3 198,3-2 1,-1-3 119,3-1 1,0-6-44,0-1 1,1-6 20,1-4 1,-1-3-95,4-4 1,-3 3-187,3-1 1,-2 1-284,2-3 0,1 1 258,-1 2 1,-2-1-197,2 5 0,-3 0-205,3 4 691,-4 1 0,-4 21 0,-5 4 0</inkml:trace>
  <inkml:trace contextRef="#ctx0" brushRef="#br0" timeOffset="5203">3205 312 7906,'0'4'1547,"0"-1"-909,0-3 0,3-3-577,2 1 1,1-3-187,1 0 1,2-1-438,1-1 0,-1 0 288,-2 0 1,0-1-108,0-1 1,-1 1 148,1-1 1,-3-1 3,-1 1 0,-3 0 105,0 2 1,-3 0 106,-1 0 1,-3 1 45,-3 1 0,0 2 281,-4 3 0,0 3 65,0 2 0,1 2-159,2 2 0,-2 2 650,4 3 1,0-1-338,2 1 0,3 2 144,2 1 0,1 2-294,1-1 0,1 0-171,4 0 1,0-3-270,7-1 1,2-1-333,2-4 0,3-2-843,0-2 1,1-4 665,0 2 0,2-6 569,1-1 0,14-24 0,6-6 0</inkml:trace>
  <inkml:trace contextRef="#ctx0" brushRef="#br0" timeOffset="5452">3461 346 7890,'-7'11'0,"1"-1"359,-1-3 1,0 0 1499,3 0-1318,-2 0 0,5-3 190,-1 1-766,1-3 95,1 1 0,0-4-24,0-1 1,2-2 43,0-3 0,1-3-29,-3-2 1,1-1-9,1-1 0,-1-3-276,4-1 0,-1 0 212,0 0 1,3 2 40,-3 0 0,2 2-300,1 0 1,1 1 111,1 1 0,-1 2-735,1 3 1,2 3 902,0 2 0,12 20 0,2 5 0</inkml:trace>
  <inkml:trace contextRef="#ctx0" brushRef="#br0" timeOffset="5929">3745 215 7884,'-17'-4'0,"0"-2"0,0 5 770,1-1 1,0 1-133,2 1 1,0 1-61,1 1 0,1 3-242,1 4 0,3-1-67,1 4 0,1-1-295,3 3 0,1 0 109,2 0 1,0-3-45,0 1 0,6-4 107,0 2 0,5-6-685,-2-1 0,5-3 57,-1 0 1,1 0-142,2-3 1,-3-1 117,-2-2 0,1-2 120,2-1 0,-4 1 56,0-1 0,-3 1 91,0 1 0,-1 0 637,-1 0-350,1 3 899,-5 1-644,-1 9 1,-4 2 47,-3 6 0,0 3 75,0 1 0,3 2 198,-1 1 1,4 2-88,-2 0 0,2 0-141,1-2 0,0 2-120,0 0 1,1 3-63,2-3 0,-3 0-190,3-2 0,-3 0 81,0 2 1,0-2-263,0 0 1,-2-1 92,0-4 1,-4-2-21,2-3 0,-3-3 34,-2-1 0,1-3 51,-1-4 1,-1-1-118,0-1 0,-1-3 61,2-4 1,-4-2-707,2-3 0,0 0 360,0-3 1,4 0-873,0-4 0,3 0 340,-1 0 1,3 0 931,4-2 0,30-20 0,9-8 0</inkml:trace>
  <inkml:trace contextRef="#ctx0" brushRef="#br0" timeOffset="6296">3877 305 7884,'-7'7'868,"0"-3"198,3 2 1,1-5-524,3 4 0,5-4-33,2 2 0,4-3-447,-2 0 1,4 0 51,-2 0 1,2-3-700,1-1 1,0-1 355,0-2 1,0 2-125,-1-4 0,1-1 37,-3 0 0,1-1-174,-2 2 0,-4-3 41,-4 3 0,1-1 58,-1 1 0,-2 1 351,-5-1 1,-4 3-89,-3 2 0,-4 2 292,-2 0 0,-2 2-112,2 2 1,-2 3 813,2 4 0,-2-1-234,2 4 0,2 0 25,4 4 1,2 0 659,3 2 0,1 1-647,1 2 0,2-1 285,3 1 0,4-1-404,3-1 1,4-3-355,5-5 1,3-1 16,4-3 0,1-3-902,4-2 0,0-4 484,-1-3 0,2-4-3347,1-2 3550,-2-2 0,18-26 0,1-6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38.51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219 1 8091,'-7'0'79,"-1"0"0,-1 0 365,-1 0 0,1 3 16,-2 4 0,0 3-78,-4 5 1,1 2-158,-3 4 1,0 5 24,0 4 1,-1 2-50,3 2 1,1-1-20,3 1 0,3-2-93,4-5 1,1 0-102,3-5 0,3-4 54,4-6 1,2-1-202,4-2 0,2-2 75,3 1 1,2-1-46,2-3 1,2 2 43,-1-2 0,3 0 39,2 0 0,-2-2 65,2 2 0,-4-2-7,0 0 0,-3 1 96,3-1 1,-7 3-103,1-1 0,-5 2 210,-2 0 0,0 3-102,-2 2 0,-3 1 267,-2 1 1,-2 2-86,0 0 0,-1 4 333,-1 0 1,0 0-177,0 2 0,-2 2 14,-1 1 0,1 1-291,-1 0 1,3 1 17,-2 0 1,1-1-210,1-2 1,3 1 105,1-2 1,2-1-536,3-2 0,1-2 273,3-2 1,0-5-487,2-1 0,2-2 84,2-1 1,-2-2-74,0-2 1,-2-1-622,2-1 1,-3 0 586,-1 0 1,-1 0 679,-4 0 0,-5 0 0,-4 0 0</inkml:trace>
  <inkml:trace contextRef="#ctx0" brushRef="#br0" timeOffset="499">411 1078 8621,'-3'4'3170,"5"2"-2616,1-2 1,4 0 286,4 3 1,4-2-352,2 3 0,2-1-96,0 0 1,1-1-134,1 1 0,-1-1-251,2 0 1,-5-2-52,1-2 1,-4-1-50,1-1 1,-2-1-233,-3-1 0,2-2 195,-4-2 0,-1-1-87,-3-2 1,0-1 50,0-2 1,-1-1-127,-3 0 0,0 2 39,0 0 1,-3 1-161,-1-3 1,-2 4-362,-1 2 0,0 2 771,-1 2 0,-11 1 0,-4 2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39.93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32 225 7936,'-3'-7'0,"-3"1"0,2 2 0,0-2 774,0 2 0,2 1 330,0-2-978,-1 4-23,2-5 1,-1 6 119,4-3 1,-1 6 50,4 1 0,-1 4 121,2 3 0,-1 2-210,-1 2 1,0 1-16,3 3 1,-3 1-687,0 2 0,-2-2 347,3 4 1,-3-3-1109,2 3 0,-2-3 1277,2 0 0,1 2 0,1 0 0</inkml:trace>
  <inkml:trace contextRef="#ctx0" brushRef="#br0" timeOffset="208">83 0 7967,'-6'0'649,"0"0"-639,-1 0-351,1 0-99,2 0 1,2 0 439,4 0 0,22 26 0,7 6 0</inkml:trace>
  <inkml:trace contextRef="#ctx0" brushRef="#br0" timeOffset="458">276 385 7967,'-7'-2'2375,"1"0"-1195,3 0 2,-3 2-1063,5 0-35,-2 0 0,4 0-822,1 2 0,2 0 557,2 2 0,0-2 181,1 2 0,14-2 0,3 1 0</inkml:trace>
  <inkml:trace contextRef="#ctx0" brushRef="#br0" timeOffset="895">462 302 8088,'-7'0'2326,"1"0"-1636,3 0-188,0 0-401,11-3 1,-2 1 121,7-2 0,-2 0 28,2-3 1,0 1-251,0-1 1,-1 1-299,1 0 0,-2-1-507,0 1 1,-3-1 404,0 1 0,-2-3 186,-1 1 0,-2-1-170,-3 3 289,0 0 0,-3-1 10,-2 1 1,-3 1 49,-3 1 1,1 3 90,0-1 1,-1 1 200,-2 1 1,0 3 367,0 1 0,1 4-323,2 0 1,-2 4 498,4-2 0,-1 3-304,3 2 1,0 0 60,2 2 1,1-2-128,3 2 0,1 0-174,1 2 0,2-3-248,5-1 0,1-2-253,5-2 1,2-2-898,2-2 1,0-4 621,0-1 1,3-1-2423,-1-1 2940,0 0 0,4-14 0,2-4 0</inkml:trace>
  <inkml:trace contextRef="#ctx0" brushRef="#br0" timeOffset="1125">834 321 7967,'-6'1'972,"-1"1"1285,1-2-3483,-1 3 424,1-3 802,2 0 0,4-23 0,4-5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49.25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122 173 7977,'-3'-6'276,"0"2"1,-1-1-56,-1 1 0,3 1 1600,-2 1-672,3-2-765,-2 3 1,3 1-53,0 5 1,3 1 177,1 2 0,4 2-214,0 3 1,4 0-73,-2 0 1,0 2-400,1 0 1,0 3 206,4-1 0,-1-1-987,1 1 1,-2-2-15,0 2 0,-2-2-490,0 0 1,-2-2 1458,-1 0 0,-2 0 0,-6 0 0</inkml:trace>
  <inkml:trace contextRef="#ctx0" brushRef="#br0" timeOffset="282">0 469 7973,'0'-7'375,"0"1"194,0-1 0,1 0 139,1-1 1,5-2-274,3-3 0,3-3-175,2-1 0,4-4-36,5 0 0,-1-3-197,0 0 1,1 2-310,1 1 0,0-1-475,-1 3 1,-5 2 756,-4 6 0,-1 2 0,-1 3 0</inkml:trace>
  <inkml:trace contextRef="#ctx0" brushRef="#br0" timeOffset="634">219 7 7973,'-7'0'1125,"1"0"-975,-1 0 1,4-1-151,1-1 0,12 1 0,5-2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1.12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20 308 7934,'-4'0'1413,"0"0"-446,-1 0 236,2 0-401,0 0-489,9 0 1,1 0-67,8 0 1,0 0-396,2 0 1,0-2-306,2-1 1,0 1-581,1 2 1,1 0 1032,0 0 0,4 9 0,-3 1 0</inkml:trace>
  <inkml:trace contextRef="#ctx0" brushRef="#br0" timeOffset="242">26 455 7934,'7'-4'1172,"-1"0"0,4 1-1858,0-1 0,5 3 686,2-1 0,28-5 0,6 0 0</inkml:trace>
  <inkml:trace contextRef="#ctx0" brushRef="#br0" timeOffset="592">591 70 7934,'-13'-3'0,"0"-3"441,0 2 1,1 1-56,-1 1 0,2 1 87,0 1 0,3 3-96,-3 1 1,3 2 90,0 0 1,1 1 36,0 2 1,1 1 35,-1 3 1,2 2-74,0 3 0,0 1-123,3 2 1,0 3-89,2 4 0,0-2-37,0 2 0,2-2-572,0 0 1,3-1 292,0 1 0,0-1-445,-1-2 0,2 0-390,-2-4 0,2-2-2026,0 0 2920,0-3 0,-2 2 0,-1-3 0</inkml:trace>
  <inkml:trace contextRef="#ctx0" brushRef="#br0" timeOffset="801">334 295 7934,'-6'0'554,"0"0"741,-1 0-49,4 0-374,0 0-470,11-3 0,2 2-134,7-1 0,2-1-578,-2-2 0,4 2 226,0-2 1,1 4-2037,0-1 2120,0-2 0,21 6 0,4-1 0</inkml:trace>
  <inkml:trace contextRef="#ctx0" brushRef="#br0" timeOffset="1070">732 77 7934,'-10'0'269,"1"0"1,2-2 284,1-1 1,0 2-141,-1 3 1,1 2-137,-1 5 0,1 4-58,-1 4 0,1 5 122,0 4 1,-1 6-30,1 6 1,0 3-70,2 2 1,-1-2-496,3-3 0,0-1 258,2-1 1,0-4-1253,2-2 0,2-4 253,2-7 992,4-3 0,0-11 0,2-7 0</inkml:trace>
  <inkml:trace contextRef="#ctx0" brushRef="#br0" timeOffset="1276">828 263 7934,'-6'6'1011,"-1"-2"1,3 1-404,0 0 1,2 1 22,0 3 1,2-1-213,2 2 0,3-1-40,3 1 1,0 1-331,3 2 1,0-1-201,1-1 0,1 1 257,0-1 0,2 0 114,0 0 0,0 1-4412,-2-2 4192,-3 0 0,-4 8 0,-3-1 0</inkml:trace>
  <inkml:trace contextRef="#ctx0" brushRef="#br0" timeOffset="1468">719 500 7915,'0'-6'946,"0"-1"0,1 1-387,1-1 1,4-2-183,5-2 1,5-1-105,3-3 1,4 0-1085,5-2 1,-1 1 104,3-1 706,0-2 0,16-9 0,4-5 0</inkml:trace>
  <inkml:trace contextRef="#ctx0" brushRef="#br0" timeOffset="1787">1027 32 7904,'0'-4'1233,"0"-1"-372,0 1-366,0-2 1,1 2-111,1 2 1,2-1 101,5 1 0,-1 0 27,2 5 0,2 2 67,3 4 0,-2 5-221,2 1 0,1 3 45,-1 1 1,0 3-117,-2 2 1,-3 4-73,-2 1 0,-4 3-87,-1 0 0,-6 1 114,-4 1 0,-2 1-180,-4 1 0,-2-3 102,-3-3 0,2-3-1056,-1 1 0,1-3 132,1-4 758,0-2 0,-9-24 0,-7-3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3.91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30 155 7886,'-7'0'102,"3"0"323,0 0 295,-1 0 415,2 0-130,-3 0-273,5 0-44,4 0 0,2-1-250,6-1 1,0 1 9,2-1 0,2 1-136,2 1 1,2-2-226,0 0 1,3-1-104,2 1 0,1 1-264,0-1 1,2 1-993,0-1 1,0 1 707,1-1 0,-2 1-2213,0 1 2777,-1 0 0,-5 6 0,-1 1 0</inkml:trace>
  <inkml:trace contextRef="#ctx0" brushRef="#br0" timeOffset="708">395 1 9384,'0'3'2228,"5"0"-2013,2-3 1,3 2-91,1 1 0,3 1 117,1-2 0,3 3-611,-1-1 0,0 2 247,0 0 0,-3 1-214,1-1 0,-2 3 158,-3-1 1,-1 4-21,-5-2 1,-1 3 407,-3-1 1,-1 0-87,-1-1 1,-3 1 83,-4-1 0,-2-1-35,0 1 1,1-1-183,-1 0 0,1 0 109,0-4 0,-2 1-204,4 2 1,-3-2-203,2 1 1,1-1-405,1 0 1,1-1 709,0-2 0,5-1 0,2-3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6.64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26 39 7944,'-2'-4'365,"0"0"0,-3 1 30,3-1 1,-1 2 181,1-2-174,-1-1 0,-1 1 285,2 0-86,1 2-381,1 0 0,3 2 301,1 0 0,2 0-63,0 2 0,1 7-81,-1 4 0,4 2-144,0 0 1,0 0 0,1 4 0,-1-1-746,1 3 0,0 1 416,-2 0 1,-1 2-968,-1-1 1,1-1 48,1-3 0,-1 0-347,-1-4 1,-1-3 1359,0-1 0,-2-20 0,-1-3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6.96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19 296 7944,'-3'-4'756,"3"-1"1,-5 3-411,2-2 0,-1 2 55,2-2 1,1-1 236,3-1 0,1-3-222,4 1 0,2-4-31,2 2 0,1-5-95,3 0 1,2-2-393,2 0 0,2-2-25,1 0 1,1 0-526,-1 2 1,1-1-143,-1 3 0,-2 1-1686,-3 3 2480,-1 2 0,-9 0 0,-1-1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7.26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6 8334,'-6'0'565,"2"0"482,2-2-944,-2 1-828,4-2-1037,-3 3 1762,6 0 0,20 3 0,8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7.63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0 8461,'-4'0'1106,"2"0"0,2 0-887,2 0 0,3 0-257,3 0 0,2 0-391,3 0 0,2 0-19,0 0 0,3 0-346,-1 0 1,2 0 793,3 0 0,6 6 0,5 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7.91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0 9939,'7'0'-353,"1"0"1,2 0-394,3 0 0,1 0 365,1 0 381,4 0 0,18 3 0,7 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8.45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109 231 7948,'4'-6'-248,"1"-3"-62,-3 1 1,2-1 964,-2 3 1,3-3-145,-3 1 0,2-3-227,-2 2 0,0-2-63,-2 0 1,0 1-152,0 0 1,-3-1-9,-1-2 1,-2 0-153,0 1 0,-1 1 126,-2 0 0,0 3-101,-2-3 1,0 5 213,2 0 1,1 2-94,1-1 0,1 2 323,0 3 0,0 1-111,2 1 0,-1 2 85,3 2 1,-3 3 77,3 2 0,-2 2 45,2 2 1,0 1-110,2 4 0,-1 2 52,-1 1 1,1 0-376,-1 1 0,1-1 85,1 3 0,1 0-97,1 2 0,1-2 67,1 2 0,2-4-781,-2 0 0,2-3-134,0 3 0,-2-4-499,1 2 1,-2-4 318,2-1 0,0-4-1323,-3 0 2319,3-3 0,-5-24 0,3-4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8.67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27 8002,'3'-4'-176,"-2"1"176,3 3 845,1-3 1,3 2-282,1-3 1,2 2-168,0 0 0,4-1-388,2 1 0,0 0-288,2 2 1,-3 0-794,3 0 0,-1 0 590,1 0 1,-5 3 481,-1 1 0,-7 7 0,0 3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9.07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129 0 7957,'-7'0'299,"1"0"159,0 0 0,1 0-222,1 0 0,2 1 0,-2 1 0,1 4 164,-1 5 0,0 5-58,-3 3 1,1 5 62,0 6 1,-3 2-114,1 7 1,-3 1-43,2 1 0,-1 2-207,1-3 0,3-3 63,4-4 0,1-4-990,1-4 1,4-2 517,2-1 1,2-3 365,2-2 0,7-1 0,3-4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9.43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14 8343,'-4'-7'1586,"1"4"1,4 0-975,1 3 0,2 3-195,2 1 1,4 4-82,0 0 1,0 4-51,1-2 1,2 2-318,2 1 0,0 2-34,-2 0 1,1 2-24,1-2 1,3 0-352,-3-2 1,-1 0-196,-4 0 1,2 0-2086,-4-1 2719,1-2 0,-8 0 0,-2-4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9.67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1 263 7908,'6'-2'-43,"1"-2"1,-1-2 334,0-1 0,4-2 487,3-2 1,4-2-468,4-2 0,2 0-95,2-2 0,1-4-138,0 2 0,1-1 83,-1 3 1,-2 1-1671,-5 3 1508,-3 0 0,-3-8 0,-4-3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7:03.68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110 494 7861,'-6'10'0,"-1"-3"384,1 1 0,-1 2-105,1-2 0,0 4-25,-1-2 1,1 0-16,-1 1 1,1 0-226,-1 1 1,3 1-137,0 0 0,0-3-290,0-1 0,-2 0-294,2-1 0,1-1 706,1-3 0,-1-11 0,-1-1 0</inkml:trace>
  <inkml:trace contextRef="#ctx0" brushRef="#br0" timeOffset="607">341 270 7861,'-7'0'1014,"1"0"1,0 1-440,2 1 1,1-1-151,3 4 0,-2-1-30,0 5 0,0-1-122,2 3 0,0 1-1,0 3 0,0 2-60,0-2 1,1 0-213,1-2 0,1 0 90,4 0 1,0-3-57,1-2 1,2-3-56,0-3 0,5-1-202,-3-1 0,5-4-382,-2-2 1,3-4 307,-1-3 0,-1 0-464,1-2 1,0 1 306,0-3 0,-2 2-21,-2 0 1,-2 2 111,0 0 1,-6 3 492,-1 1-99,-3 5 0,-1 1-31,-3 3 0,-1 3 480,-4 1 1,0 5-276,0 2 0,0-1 624,-1 0 0,4 1-328,-1 2 0,2 0 100,0 0 1,-1-1-193,2 1 1,1 0-605,2 0 1,0-3-233,0-2 1,0 2-472,0-2 0,3 1-719,1-3 1617,-1-2 0,14-16 0,1-5 0</inkml:trace>
  <inkml:trace contextRef="#ctx0" brushRef="#br0" timeOffset="1077">694 1 7861,'3'3'239,"-3"3"0,6-5 57,-2 4 1,4 1 88,1 2 1,0 5 207,-1-1 0,2 4-164,0 3 0,2 3 294,-1 2 1,-1 1-275,1 1 0,-5 0 353,0 2 1,-4 0-333,0 2 1,-2 1 2,-2-3 1,-2 2-252,-5-3 1,-1 3-331,-3-2 0,1 0-190,-1-2 0,0-3 280,0 1 0,0-4-1380,1 2 1,-1-5 97,0-2 1300,0-2 0,-20 3 0,-5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51:26.77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20 131 7809,'-4'0'225,"-2"-2"147,6 1 656,-6-2-112,5 3-376,-2 0 1,6 5-40,2 2 0,0 6-135,2 0 1,2 7 5,-1-1 0,2 6-44,-1 1 1,-1 1-56,3 4 0,-4-1-95,0 1 1,-1-2 12,-2 0 1,0-4-112,1 4 1,-2-7-188,2 0 0,0-3-222,-3-3 0,3-1 225,-1-2 0,0-3-104,0-4 1,-1 0-23,1-4 230,0 0 0,3-5 23,-1-1 1,-1-5 127,-1-2 0,1-4-86,1-2 0,-2-5 118,1 1 0,-1-4-374,3 1 0,-3 0-138,1-3 1,-1 5-182,3-5 1,-1 3 41,1-3 1,-1 3-337,1 0 0,-1 4 258,-2 0 0,2 2-43,-2 5 1,2-1 258,1 5 0,-1 0 135,1 3 1,-3 2-210,1 2 0,-3 1 404,2 1 0,-5 15 0,0 3 0</inkml:trace>
  <inkml:trace contextRef="#ctx0" brushRef="#br0" timeOffset="368">164 0 7809,'0'4'875,"0"2"1276,0-3-1840,0 1-311,0 2 0,12-8 0,3 1 0</inkml:trace>
  <inkml:trace contextRef="#ctx0" brushRef="#br0" timeOffset="1033">663 243 7809,'4'0'504,"2"0"0,-5 0-10,4 0 1,-3 0 387,2 0-490,-2 0 0,1-1 584,-3-1-772,0 1 0,-1-1-149,-1 2 0,0-1-97,-2-1 0,0 1-96,-3-1 1,-2 1-69,1 1 0,-4 2 34,1 0 0,-2 4-189,0 1 1,0-1 202,0 3 1,0 1 59,0 1 1,2-1 97,0 1 0,3 0 235,-1 2 0,3 1 179,1-1 0,2-2-136,3 0 0,1-3 21,1 3 1,2-3-26,2 1 1,4-2-57,1 0 1,2-3-187,2 1 1,1-2-271,2 2 1,1-2-237,-2 0 0,0-2-561,1 3 0,-1-2 1035,3 0 0,2 5 0,2 0 0</inkml:trace>
  <inkml:trace contextRef="#ctx0" brushRef="#br0" timeOffset="1625">1254 191 7799,'-9'-4'735,"-1"1"182,-1 3 0,0 0-431,2 0 1,-3 3 4,1 1 0,2 3 114,0 2 0,0 2-116,0 4 1,1 2 27,4 5 1,-2 2-70,4 2 1,1-1 91,3 0 0,2-1-215,2-2 1,4-3-120,1-3 0,3-3-139,2-2 0,2-2-191,-1-2 0,2-4-542,1-1 1,2-4 155,0-2 1,0-5-190,0-2 0,-1-2 323,1-2 1,-3 0-83,-1-2 1,-1-2 107,-2-2 1,-4 0 183,0-1 0,-6 3 39,-3 0 1,-2 2 139,-2-5 1,-3 3-273,-3-3 0,-5 2 129,-2 3 1,-3 1 247,0 3 1,1 2-61,0 3 0,-1 3 103,-1 0 0,-1 4-133,0 1 1,1 3-41,-1 4 1,1 2-254,1 2 0,2 2 265,3 0 0,15 3 0,3 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51:30.33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184 106 8005,'4'0'242,"-1"0"599,-1 0 603,2 0-438,3 0-730,-1-3 1,0-1-50,-2-2 1,-1 1 27,-3 1 1,0 0 341,0-3 1,0 0 462,-3 1 1,0 2-874,-4 2 1,-2-1-532,-2 1 1,-2 0 124,0 5 0,-2 0 262,0 4 0,-4 0-561,2 2 1,1 1 169,0 3 0,3 0 37,-1 0 0,2 1 343,1-1 1,2 0 66,5 0 0,1-2-119,3 0 1,4-3 15,2 1 0,4-4-75,3-1 0,3-2 0,1 0 1,2-1-43,1-1 0,0 0-28,0 0 0,-1 0-198,1 0 1,2 0-89,0 0 0,-3 0-341,-1 2 0,-1 0 776,3 2 0,3 12 0,0 6 0</inkml:trace>
  <inkml:trace contextRef="#ctx0" brushRef="#br0" timeOffset="451">131 152 7978,'-6'0'295,"-1"0"764,1 3 557,2-3-1054,1 3 1,6-3 9,1 0 0,7 0-205,3 0 1,3 0-125,1 0 0,3 0-350,3 0 1,2-2 137,0 0 1,3-1-608,-1 1 1,4 0 162,-2-2 0,2 3-162,1-2 0,-3 0-75,-1 1 1,-2 0-503,-1 2 0,-2 0 325,0 0 827,-3 3 0,8-2 0,-2 2 0</inkml:trace>
  <inkml:trace contextRef="#ctx0" brushRef="#br0" timeOffset="926">630 1 7968,'-6'3'1154,"-1"0"-979,1 0 0,3 0 143,3 2 1,3 0-29,6 0 1,1 1-174,4 3 0,2-2-137,1 2 0,4 1-32,1-2 1,0 2-250,-2-1 0,2-1-63,0 3 0,-1-3 216,-4 3 1,-1-1-6,-6 1 1,1 3 166,-4-1 1,-2 0 145,-5 2 0,-1 1 33,-1-1 0,-4 2 270,-5-2 0,-2 1-167,0 1 1,0-1 3,0-5 0,0-1-759,3-1 1,-2-3 149,3 1 309,0-4 0,-3-20 0,-2-5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51:37.9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471 149 7983,'0'-10'-127,"0"1"0,0-3 0,0 1 0,0 0-2,0 1 1,0-2 254,0 1 0,0 1 55,0-1 1,0 3 466,0-1-231,0 2 888,0 0-75,0 3 49,0 1-802,0 12 0,0-1 60,0 8 1,0 0-364,0 2 0,0 4-218,0 2 0,2 0-419,0 2 0,0-1 176,-2 3 1,1 0-101,1 1 0,0-2-215,2 1 1,-2-2-684,3-2 0,-1-2 1285,3-4 0,-1-5 0,1-4 0</inkml:trace>
  <inkml:trace contextRef="#ctx0" brushRef="#br0" timeOffset="240">339 228 7969,'-3'0'604,"-1"0"978,2 0-1129,1 0 0,-1 0-232,4 0 0,5 0-145,4 0 0,2 0-79,2 0 0,0-2-315,2-1 0,1 1-222,1 2 0,2 0 540,1 0 0,19-6 0,7-1 0</inkml:trace>
  <inkml:trace contextRef="#ctx0" brushRef="#br0" timeOffset="693">635 18 7969,'-4'-4'882,"-2"-2"-456,3 5 1,-3-2 309,2 1-464,1 1 0,3 1 96,0 4 0,0 5-133,3 2 1,-2 2-29,3 2 0,-1 3-60,1 4 1,-2 2-87,3 4 1,-3 2-307,2 3 1,-2-1 56,0-1 0,-1-2-71,1-3 0,-1-3 90,1-3 1,0-7-223,0-4-70,-1-4 183,2-3 0,-3-3 126,3-3 1,-3-2 48,2-4 0,1-1 196,0-3 0,2 4-58,-1-1 1,0 0-121,0 0 1,0 0 333,3 2 1,-1 0 363,-2 3 0,2-1-362,-2 1 0,2 0-9,1 1 1,-1 0-119,1 3 0,0 0 39,-1 2 0,1 1-193,-1 1 1,0 2-27,-2 5 0,2 3-158,-4 4 0,2 1-104,-2-2 0,1 3-346,-1-3 0,-1 3-3,1-3 0,1 0 667,-1-1 0,6-16 0,0-3 0</inkml:trace>
  <inkml:trace contextRef="#ctx0" brushRef="#br0" timeOffset="1059">917 280 7966,'0'7'1523,"-3"-4"-1126,3 3 1,0-5-449,4 1 1,2-1 49,0-1 1,2 0-100,0 0 0,0-2-1,0 0 1,2-5-287,-1 3 0,-1-6 184,-1 4 1,0-2 104,-1 1 1,-2 0 159,-2 1 1,-1-1-154,-1 1 0,0-1 188,0 1 0,-3 1-50,-2 1 0,0 2 59,-2-3 0,-2 4-39,1-1 1,-4 1 170,1 1 0,1 3 19,-1 1 0,3 2 217,-1 1 1,2 3 57,3 3 0,-1 2-140,3 4 0,0-1-57,2 4 0,0-1-339,2-2 0,5-1-309,4-1 1,1-5-198,1-1 0,3-4-598,-1-2 1,3-2 484,0-3 623,1-3 0,18-30 0,5-10 0</inkml:trace>
  <inkml:trace contextRef="#ctx0" brushRef="#br0" timeOffset="1298">1193 366 7934,'-7'10'803,"2"1"179,0-2 0,0-2-311,3-3-306,0-2-40,2 1-283,0-3 1,0-3-101,0-2 0,0-1 138,0-3 0,2 1 26,0-3 0,0 0 47,-2-2 0,0 1-182,0 1 0,0-2 46,0 2 0,3 1 303,-1-1 0,1 1-393,-1-1 0,-1-1-214,4 3 0,-1 0-825,3 0 1,-1 2 190,1-2 921,2 5 0,13 7 0,6 4 0</inkml:trace>
  <inkml:trace contextRef="#ctx0" brushRef="#br0" timeOffset="1609">1410 307 7889,'0'6'1543,"-1"-2"-646,-1 1 561,1-4-1025,-2 2 0,4-3-162,1 0 0,2-1-526,2-1 0,1-1 200,-1-4 0,1 1-918,0-1 0,-1-2 349,1 0 0,-3 1 68,0 1 1,-2 1 342,0-1 1,-1 0 6,-1 1 1,-1-1 33,-1 1 1,-3 2 135,-3 2 1,0 1 412,-3 1 0,-2 0-218,-3 0 1,3 3 1006,2 1 0,1 4-193,-1 1 0,2 3 9,2-1 0,3 1-489,2 1 0,1 1 13,1-1 1,1 2-518,1 0 0,3-2-402,4-2 0,1-3-135,6 1 1,1-4 294,2-3 253,1-2 0,29-26 0,7-7 0</inkml:trace>
  <inkml:trace contextRef="#ctx0" brushRef="#br0" timeOffset="5442">228 714 9880,'-5'-3'1129,"1"1"0,2 0-998,-3 2 1,1 0-89,-2 0 0,-4 0-144,-1 0 0,-1 0 117,-1 0 0,-1 1-16,-2 1 0,0 1 18,-1 1 1,-1 2-284,2-2 0,3 2 49,2-2 0,3 2-10,-1-2 138,5 2 0,1 1 0,3-1 1,3 1 12,1-1 1,3 1 73,2-1 0,1-1 7,3-1 1,0 0-32,0 0 1,0 1-20,1-3 1,-1 3-12,0-3 0,-2 3 5,0 0 0,-3 0 106,1 2 0,-3 0-10,-2 2 1,-1-1 139,-3 3 0,0 0-136,0 2 1,-3-2 91,-4 0 0,-2-1-132,-4 1 0,-1-2 3,1-5 0,-1 1-109,-1-2 1,1-1 92,-1-2 1,1-1-495,1-1 1,1-5-55,1-4 1,1-1-831,4-1 1381,2 0 0,16-24 0,6-5 0</inkml:trace>
  <inkml:trace contextRef="#ctx0" brushRef="#br0" timeOffset="5667">307 556 7955,'0'7'-366,"-3"2"0,1 1 1787,-2 1 1,2 2-753,0 0 0,1 1-13,1 3 0,0 1-245,0 1 1,3 1-136,-1 0 0,3-1-481,-1 1 0,1 2 199,0 0 1,1 1-847,-2-2 0,0 0 55,0 1 0,0-3-1474,3-1 2271,-3 1 0,-4-8 0,-4 1 0</inkml:trace>
  <inkml:trace contextRef="#ctx0" brushRef="#br0" timeOffset="5850">254 766 7909,'-4'3'1996,"1"-2"-801,1 2-865,1 0 1,-1-3-429,4 3 1,2-2-411,5 1 0,1-1 506,3 1 2,3 2 0,45 8 0,13 6 0</inkml:trace>
  <inkml:trace contextRef="#ctx0" brushRef="#br0" timeOffset="6169">556 786 7909,'-6'-3'0,"-3"2"275,0-1 0,-2 1 439,2 1 0,-2 0-193,3 0 0,-3 1 21,2 1 1,-2 3-240,2 3 1,3 0-50,1 3 1,2 0-206,-2 2 1,2 1 106,3-1 1,0-1-154,0-1 1,1 1-42,1-4 1,2 1-77,2-2 0,2-4-174,1 0 0,-1-3-349,2 0 0,-1 0 209,2-3 0,-2-2-212,2-4 1,-3-3 368,1 1 1,0 2 31,0 0 1,0-1 477,-3 2 1,1 0 26,-1 3 0,0-1 762,-1 2-820,0 1 0,-2 1 85,2 4 1,0 2-56,-3 2 0,0 4-56,-2 1 1,2 1-740,1 1 1,-1-2 316,1 0 0,-2-2 240,4 2 0,2-6 0,3 1 0</inkml:trace>
  <inkml:trace contextRef="#ctx0" brushRef="#br0" timeOffset="6628">674 609 7900,'0'3'436,"0"1"-306,0-2 1,0 0 641,0 2 1,0 0-244,0 3 1,0 0-114,0 2 0,1 2-240,1 4 0,0 2-227,2 3 0,0 0-13,0 2 1,0-2-248,-2 2 1,-1 1-89,1-1 1,-1-3 217,-1-4 0,0-4-212,0-2-94,0-2 178,0-3 0,0-4 201,0-5 1,0-1 126,2-3 0,0 1-29,2-3 1,1 2 180,1-2 1,1 3 217,-1 0 0,2 0-195,0 2 0,0 0 124,0 1 1,2 0-80,-1 3 1,0 0-94,0 2 0,-1 0-52,3 0 1,-3 1-150,1 1 1,-2 2 109,0 2 1,-2 3-133,0 0 0,0 2 2,-3 0 0,0 2 102,-2 0 0,-3 0 40,-1 0 1,-4-2-95,-1 0 1,-2-3 1,2 1 1,-1-5-5,1-2 0,-3 1-146,1-1 1,1 1-64,-1-3 0,3-3-386,-1-2 1,2-1-405,0 0 0,2-3 20,0 0 1008,2-2 0,18-20 0,3-8 0</inkml:trace>
  <inkml:trace contextRef="#ctx0" brushRef="#br0" timeOffset="6867">943 832 7880,'0'3'553,"0"3"146,0-2 0,0 3-250,0-1 0,0 1-377,0-1 0,0 1-332,0-1 1,0 1 311,0-1 0,3 3 176,-1 0 1,1 0-229,-1-3 0,2-2 0,2-1 0</inkml:trace>
  <inkml:trace contextRef="#ctx0" brushRef="#br0" timeOffset="7050">976 641 7871,'-6'0'419,"-1"0"0,3 0 1679,-1 0-1772,1 0-1009,0 0 687,1 0-4,3 0 0,15 15 0,3 3 0</inkml:trace>
  <inkml:trace contextRef="#ctx0" brushRef="#br0" timeOffset="7309">1075 576 7863,'0'6'508,"0"1"155,0-1 1,0 1-148,0 0 0,0 0 67,0 2 1,0 1-172,0 3 0,0 3 12,0 2 0,1 1-246,1 3 1,-2 1-225,3 4 1,-3-1-328,0 0 1,0 1-3,0-1 0,1-1-384,1-1 1,-1-2 288,1-4 1,2-5 469,0-4 0,2-11 0,1-2 0</inkml:trace>
  <inkml:trace contextRef="#ctx0" brushRef="#br0" timeOffset="7542">1252 943 7863,'0'11'1255,"0"1"1,0-5-52,0 2-1121,0-5 236,0-1-319,0-3 0,3-38 0,1-9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51:40.2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40 303 9041,'-3'4'1629,"2"-1"-1084,-1-1-362,1-1 0,5 2 0,3-3 0,1 0-90,3 0 1,4 0-213,-2 0 1,2-2-44,-2 0 1,0-3-231,0 0 1,0-1-35,0 0 1,-3-1 206,-1 1 1,-4-1-46,0 1 0,-4-1 184,1 0 1,-4 2 144,-2 0 0,-3-1-110,-2 2 1,-1 1 149,-3 1 0,-1 1 4,-1 1 1,0 1 197,-2 1 1,2 2 520,0 2 0,1 1-263,1-1 0,1 4 89,1 1 1,2 1-250,4 1 0,3 1-179,2-1 1,0 2-273,2 0 0,3 3-389,4-3 1,2 0 222,4-1 0,2-6-278,2-2 1,4-4-2273,1 1 2762,2-3 0,9-20 0,2-6 0</inkml:trace>
  <inkml:trace contextRef="#ctx0" brushRef="#br0" timeOffset="234">349 211 7889,'-5'0'340,"1"0"1,2 2 1345,-3 0-891,4 4 1,-1-3-323,4 4 0,1 0-127,4 2 1,2-1-234,2 3 0,2-1-140,0 1 0,2 1-57,1-1 1,1-1-289,-2 1 1,1-2-103,-3 2 0,0-2-552,0 2 0,-3-3-1133,-1 1 2159,-2 1 0,-9 3 0,-2 4 0</inkml:trace>
  <inkml:trace contextRef="#ctx0" brushRef="#br0" timeOffset="434">329 356 7885,'-10'0'541,"-1"0"677,3 0-83,3 0-876,-1 0 0,10-4-286,3-3 0,4 0-135,5-4 1,3 1-422,0-1 1,3-2 120,2 0 1,1 0-173,-3 0 1,2 0 633,-2 2 0,6-1 0,-1-2 0</inkml:trace>
  <inkml:trace contextRef="#ctx0" brushRef="#br0" timeOffset="684">598 250 7885,'0'4'490,"0"-1"180,0-3 125,0 3 1,0-2-336,0 4 1,0-1-64,0 3 1,1 2-354,1 2 1,-1 2-275,1 0 0,-1 1-1003,-1 1 0,0-1 1233,0 4 0,5 2 0,3 4 0</inkml:trace>
  <inkml:trace contextRef="#ctx0" brushRef="#br0" timeOffset="850">664 80 7860,'-7'-3'520,"-2"2"0,4-2-685,-2 3 165,2 0 0,13 15 0,4 3 0</inkml:trace>
  <inkml:trace contextRef="#ctx0" brushRef="#br0" timeOffset="1270">946 257 7860,'-7'-4'147,"-2"-1"0,2 3 4,-2-2 1,1 2-113,-1-3 1,1 3 129,-3-2 0,0 1 51,-2-1 0,-1 2-22,-1-3 1,1 4-17,-1-1 1,2 1 353,2 1 0,0 0-111,3 0 0,3 1 25,-2 1-264,5 2 0,-1 2-1,3 1 1,1-1-80,1 1 1,1 0-147,4 2 1,0-2 59,2 2 0,-1-2-189,3 0 0,0-1-210,2 1 0,-2 0 117,0-1 1,-1 1-24,1-1 0,1 1 94,-3-1 1,-1 2 61,-4 0 1,1 0 65,-3 3 0,1 0 74,-3 2 0,-1-1-11,-1 1 0,-3-3 207,-4 3 0,1-4 209,-3 2 1,-2-3-148,-2 1 0,0-5-19,2-1 0,-3-3-245,1 0 0,0 0-283,1-3 0,4-1 46,2-5 1,0-1-188,2-3 0,2-1 419,2-1 0,19-43 0,4-13 0</inkml:trace>
  <inkml:trace contextRef="#ctx0" brushRef="#br0" timeOffset="1501">979 1 7860,'3'7'0,"-2"-1"520,4 1 1,-3 2-69,2 2 0,-2 4 24,0 0 0,-1 6-128,-1 1 0,0 3-79,0 1 0,-1 0-195,-1 1 1,1-3-147,-1 0 1,1-1-232,1 1 0,0-2-1059,0-4 1362,0-2 0,0-3 0,0 0 0</inkml:trace>
  <inkml:trace contextRef="#ctx0" brushRef="#br0" timeOffset="1701">913 250 7847,'0'-3'2511,"0"-3"-1531,0 2-656,0-2 1,3 1-107,2 1 1,1 3-347,3-2 1,-1 3-484,3 0 1,0 0 610,5 0 0,24 5 0,9 3 0</inkml:trace>
  <inkml:trace contextRef="#ctx0" brushRef="#br0" timeOffset="2053">1228 191 7847,'-6'0'0,"-3"3"278,0-1 1,-2 0 439,3-2 0,-1 1-157,2 1 0,1-1 39,-1 4 1,1-3-323,-1 2 0,3-2-112,-1 3 1,3-1-306,-2 3 0,2 0 69,0 2 1,1-2-12,1 2 1,1 0-114,1 0 1,0 0-394,2-3 0,3 1 297,1 0 0,3-1-121,-2 1 1,3-1 167,-1-2 1,1 1 200,1-3 1,0 1 445,1-1 1,-1-1-53,0 1 1,-3 1 121,-1-1 0,-2 3-184,0 0 1,-2-2-20,0 2 0,-3 0 41,-4 4 0,-2-2 91,-2 2 0,-4 0-178,-1 0 0,-2 0-11,-2-3 0,0 2-338,-2 0 0,0-3-520,-1 2 1,2-5-1922,0 0 2565,5-1 0,-19-21 0,2-6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51:52.20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34 243 7894,'-7'0'482,"1"0"1573,-1 0-711,1-3-560,2 3-374,1-3 1,3 6-3,0 4 1,1 2 87,1 5 0,1 2-230,1 1 0,2 4-30,-2 1 1,2 3-90,-2-1 1,2-1-90,-2-1 1,2-3-541,1-1 1,-1-3 341,1-4 0,0-4-384,2-5 1,-1-2 7,3-2 1,-3-5-251,3-4 0,-2-4 199,2-3 1,-2-3-46,2-1 1,-5 0 344,0 3 0,-1-1 229,-1 0 0,1 3 11,-3 2 0,0 1 179,-2 1 1,0 5 363,0 2 1,0 3 119,0-2 37,0 4-327,0 4 1,0 1 62,0 5 0,3 1-65,-1 1 0,1 1-56,-1 2 1,-1 1-873,1 0 0,1 3 332,-1-3 0,1 1-763,-1-1 0,-1-1 73,4 2 0,-1-5 942,0-3 0,5-12 0,-2-4 0</inkml:trace>
  <inkml:trace contextRef="#ctx0" brushRef="#br0" timeOffset="292">415 86 7853,'-4'0'714,"0"0"195,2 0 1,1 0-451,-4 3 0,3 0-42,-2 4 0,2 0-62,-3 2 1,2 5-71,-2 5 0,-1 5-13,2 4 0,-1 2-44,0 3 1,0 2-27,3 0 0,0-1-182,2-3 0,0-3-224,0-3 0,1-4-1149,1-3 0,2-3 719,2-4 0,3-1 634,0-4 0,14-14 0,2-3 0</inkml:trace>
  <inkml:trace contextRef="#ctx0" brushRef="#br0" timeOffset="510">546 256 8273,'-4'3'3018,"1"-1"-2451,3 2 1,0-2 116,0 3 1,1-1-334,1 3 1,2 2-164,3 2 0,0 2-55,2 0 0,-1 3-180,3 1 1,-1 2-195,1 1 0,0-3-456,-2 1 1,3-3-921,-1 0 0,-2 0 718,0-2 0,-2 1-608,0-5 1507,-1-3 0,-8-12 0,-2-5 0</inkml:trace>
  <inkml:trace contextRef="#ctx0" brushRef="#br0" timeOffset="718">500 414 7802,'0'-4'2483,"1"-1"-1774,1 0 0,2-1-301,5-3 0,1 1-268,3-3 1,3 0-198,2-2 0,1 0-185,1 0 1,-1 2-479,1 0 1,-2 2 585,-1-2 134,-2 3 0,7-19 0,-2-2 0</inkml:trace>
  <inkml:trace contextRef="#ctx0" brushRef="#br0" timeOffset="1027">717 0 7802,'0'4'661,"0"2"0,0-5 930,0 4 1,2-1-816,0 3 1,3 2-3,0 2 0,3 2-145,0 3 0,5 2 86,0 6 1,0 0 55,2 4 0,-2-1-271,-2 0 1,1 0-87,-3 1 0,-1 0-347,-4 2 0,-1-2-249,-3 1 1,0 1 266,0 0 1,-3-3 121,-1-1 0,-2-4 12,-1 0 1,1-1 0,-1-2 0,0 0-220,-2-1 0,-21-14 0,-9-5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7:41.75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7 103 7922,'-4'0'1961,"2"0"-1511,4 0 0,2 0-124,2 0 0,5 0 17,2 0 0,5 0-111,1 0 1,3 0-454,4 0 1,2 0-216,2 0 0,0 0-1234,0 0 1670,0 0 0,10 3 0,3 1 0</inkml:trace>
  <inkml:trace contextRef="#ctx0" brushRef="#br0" timeOffset="1">276 0 8330,'-4'0'2759,"2"0"-2500,2 0 0,5 0-13,1 0 0,5 0-189,-1 0 1,3 1 107,2 1 0,-1 2-452,3 2 1,1-1-9,1-1 0,-2 0-203,0 3 0,-3 0 234,-2 1 0,0-1-9,-3 2 0,-3-2 229,-1-1 0,-5 2 385,0 0 1,-3 0-43,-6 3 1,-1-3-157,-5 3 0,0-3 205,-2 3 0,0-3 10,-2 1 1,3 0-844,1-1 0,-1 0 181,1-4 304,0 2 0,5-14 0,1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7:41.76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1 193 7942,'0'-5'-526,"0"1"210,0 0 1151,0-2 1,0-1-253,0 1 1,0 1-98,0 1 1,0 2 102,0-2-184,0 2-177,0-1-8,0 3 1,0 4-72,0 2 0,0 2 72,2 2 0,0 3-110,2 2 0,-2 2-43,3-2 0,-3 4-127,2-2 1,-3 3-39,2-5 0,-1 0-82,1 0 0,1-2-147,-2 0 0,2-1-45,-2-3 32,3-4 227,-1-2 1,2-6-21,1-1 1,-3-5 24,0-4 1,1-1-71,1-3 1,0 0 31,-2-2 1,2 2-91,-2 0 0,2-2-21,0 0 1,0-2 80,-2 4 0,2 2-256,-2 0 0,0 4-263,0 2 694,-3 5 0,-1 27 0,-3 9 0</inkml:trace>
  <inkml:trace contextRef="#ctx0" brushRef="#br0" timeOffset="1">309 231 7942,'-5'-5'0,"1"0"0,0 0 564,0 0 0,-2 0-138,2-2 0,-2 1-92,0 2 0,2-1-202,-1 3 0,1 0-154,-2 2 0,-3 1-69,1 1 1,1 3 143,3 4 0,0 2 25,-3-3 1,2 4 81,0-2 1,0 2-168,3 1 0,0-2-65,2 0 0,0-1 62,0 0 1,1 0-79,1-4 0,1 0-186,4-2 0,0-1-227,2-3 0,-2 0 230,4 0 1,-2-4 55,1-2 1,-1-1 14,2-4 1,-4 1-151,2-1 1,-2 0 289,0 2 0,-1 1 239,0 1 0,-1 2 169,-1 1 57,-3-2 1,4 6-167,-3 0 0,1 3-44,-3 3 1,0 1-455,0 2 1,0-1 127,0 2 0,0-1-1041,0 2 1172,0-4 0,8 3 0,3-4 0</inkml:trace>
  <inkml:trace contextRef="#ctx0" brushRef="#br0" timeOffset="2">424 45 7942,'-4'0'244,"1"1"597,1 1-199,1-1-240,-2 5 0,3-3-198,0 3 1,0 3 43,0 0 1,3 4-309,1 0 1,0 4 111,0 0 1,0 5-176,3 1 0,-3 2-93,0 1 0,-2-3-314,3 1 0,-3-4 72,2 2 1,-2-3-905,3-2 1362,-4-1 0,8-12 0,-2-2 0</inkml:trace>
  <inkml:trace contextRef="#ctx0" brushRef="#br0" timeOffset="3">559 231 7942,'-2'7'224,"-1"-1"167,1 0 1,2 1-453,0-1 1,0 1 140,0-1 0,0 3-818,0-1 1,0 1 737,0-3 0,6 1 0,1-1 0</inkml:trace>
  <inkml:trace contextRef="#ctx0" brushRef="#br0" timeOffset="4">571 52 7942,'-6'3'-830,"0"-2"564,2 3 0,1-2 266,3 3 0,9 10 0,1 6 0</inkml:trace>
  <inkml:trace contextRef="#ctx0" brushRef="#br0" timeOffset="5">751 244 7942,'-3'-3'0,"0"-3"0,-1 2 0,-2-2 516,2-1 1,-2 3-176,0 0 0,0 0-126,-1 0 0,1-1-115,-1 3 1,-1 0-226,-1 2 0,1 3 205,1 4 0,1 2 84,-1 4 0,2-2 174,0 2 1,0-2-133,3 4 0,0-1-70,2-1 0,1-3-89,1 1 1,2-4-100,2 0 0,3-4 12,-1-3 0,4 0-199,-2 0 1,2-5-165,1-4 0,0-3 204,0-3 0,0 1-195,0-3 1,-3-1 64,1-1 1,-3-1 35,3-1 1,-4 1 80,0-1 1,-2-2 15,-2 2 1,-1 0 118,-2 1 0,0 4 208,0 1 1,0 4 460,0 3-355,0 1 679,-3 3-639,2 1 1,-4 6 113,3 1 1,0 4-96,2 1 1,-2 2 41,0 0 0,-1 3-147,3 1 0,-2 1 5,0-1 0,0 0-198,2 3 1,0 0 51,0-1 1,0 1-483,0-1 0,2 2 230,0-2 0,3 1-741,-3-1 1,3 1 433,-1-4 1,0 1-1054,0-2 1562,-3 0 0,13-20 0,1-5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7:41.76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37 7917,'0'-7'229,"0"1"0,0 2-11,0-1 1,0 3 601,0-2-238,0 3-182,0-2 1,1 3-44,1 3 0,-1 3 14,1 5 0,-1 2-130,2 2 0,-3 0 27,2 2 1,-1 3-61,-1-3 0,0 3 10,0-3 0,0 0-198,0 0 1,0-1 62,0 1 0,-2-3-402,0-3 1,0-1 62,2 0 0,0 0-489,0-4 261,0 0 296,0-2 1,0 1 155,3-3-217,-3 0 518,6-2 1,-3 0-143,4 0 0,-3 0 284,0 0 1,1 0-152,1 0 1,1 0-40,-1 0 0,1-2-483,2 0 0,-2-1-54,4 1 0,-2 1-838,1-1 0,0 1 569,1 1 0,1 0 585,-1 0 0,12 12 0,5 2 0</inkml:trace>
  <inkml:trace contextRef="#ctx0" brushRef="#br0" timeOffset="1">315 107 7917,'-3'7'71,"-1"-3"-71,-2 0 0,1 1 812,1 1 0,3 3-282,-1 2 0,1-1-180,1 1 1,0 0-284,0 4 0,1-1 110,1 1 0,1-2-389,1 0 0,2-2 202,-2-1 0,-1-1-607,-1 2 419,1-4-347,-2 3 100,2-7 200,-3 0 178,0-9 0,0 1 28,0-5 1,0-1-19,0-2 1,0 0 6,0-2 1,0-2 88,0-2 0,0 2-73,0 0 1,-2 0 176,0-3 1,-1 3 161,1 0 0,1 1 206,-1-1 0,0 3 83,0 4 1,2 3 410,-3-1-153,3 5-479,0-3 0,3 6-245,1 0 0,2 0 56,0 0 0,3 0-265,2 0 0,1 0-209,1 0 0,2-1-313,0-1 1,0 1-756,0-4 1,0 2 633,2-1 0,-3-1 724,1 2 0,-7 4 0,-2 3 0</inkml:trace>
  <inkml:trace contextRef="#ctx0" brushRef="#br0" timeOffset="2">327 172 7917,'0'3'1354,"0"0"-191,0-3 1,3 0-750,2 0 1,3 0-404,3 0 1,3-1-12,1-1 0,3-1 0,21-10 0,9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7:20.1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7 103 7922,'-4'0'1961,"2"0"-1511,4 0 0,2 0-124,2 0 0,5 0 17,2 0 0,5 0-111,1 0 1,3 0-454,4 0 1,2 0-216,2 0 0,0 0-1234,0 0 1670,0 0 0,10 3 0,3 1 0</inkml:trace>
  <inkml:trace contextRef="#ctx0" brushRef="#br0" timeOffset="442">276 0 8330,'-4'0'2759,"2"0"-2500,2 0 0,5 0-13,1 0 0,5 0-189,-1 0 1,3 1 107,2 1 0,-1 2-452,3 2 1,1-1-9,1-1 0,-2 0-203,0 3 0,-3 0 234,-2 1 0,0-1-9,-3 2 0,-3-2 229,-1-1 0,-5 2 385,0 0 1,-3 0-43,-6 3 1,-1-3-157,-5 3 0,0-3 205,-2 3 0,0-3 10,-2 1 1,3 0-844,1-1 0,-1 0 181,1-4 304,0 2 0,5-14 0,1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7:27.9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1 193 7942,'0'-5'-526,"0"1"210,0 0 1151,0-2 1,0-1-253,0 1 1,0 1-98,0 1 1,0 2 102,0-2-184,0 2-177,0-1-8,0 3 1,0 4-72,0 2 0,0 2 72,2 2 0,0 3-110,2 2 0,-2 2-43,3-2 0,-3 4-127,2-2 1,-3 3-39,2-5 0,-1 0-82,1 0 0,1-2-147,-2 0 0,2-1-45,-2-3 32,3-4 227,-1-2 1,2-6-21,1-1 1,-3-5 24,0-4 1,1-1-71,1-3 1,0 0 31,-2-2 1,2 2-91,-2 0 0,2-2-21,0 0 1,0-2 80,-2 4 0,2 2-256,-2 0 0,0 4-263,0 2 694,-3 5 0,-1 27 0,-3 9 0</inkml:trace>
  <inkml:trace contextRef="#ctx0" brushRef="#br0" timeOffset="384">309 231 7942,'-5'-5'0,"1"0"0,0 0 564,0 0 0,-2 0-138,2-2 0,-2 1-92,0 2 0,2-1-202,-1 3 0,1 0-154,-2 2 0,-3 1-69,1 1 1,1 3 143,3 4 0,0 2 25,-3-3 1,2 4 81,0-2 1,0 2-168,3 1 0,0-2-65,2 0 0,0-1 62,0 0 1,1 0-79,1-4 0,1 0-186,4-2 0,0-1-227,2-3 0,-2 0 230,4 0 1,-2-4 55,1-2 1,-1-1 14,2-4 1,-4 1-151,2-1 1,-2 0 289,0 2 0,-1 1 239,0 1 0,-1 2 169,-1 1 57,-3-2 1,4 6-167,-3 0 0,1 3-44,-3 3 1,0 1-455,0 2 1,0-1 127,0 2 0,0-1-1041,0 2 1172,0-4 0,8 3 0,3-4 0</inkml:trace>
  <inkml:trace contextRef="#ctx0" brushRef="#br0" timeOffset="634">424 45 7942,'-4'0'244,"1"1"597,1 1-199,1-1-240,-2 5 0,3-3-198,0 3 1,0 3 43,0 0 1,3 4-309,1 0 1,0 4 111,0 0 1,0 5-176,3 1 0,-3 2-93,0 1 0,-2-3-314,3 1 0,-3-4 72,2 2 1,-2-3-905,3-2 1362,-4-1 0,8-12 0,-2-2 0</inkml:trace>
  <inkml:trace contextRef="#ctx0" brushRef="#br0" timeOffset="807">559 231 7942,'-2'7'224,"-1"-1"167,1 0 1,2 1-453,0-1 1,0 1 140,0-1 0,0 3-818,0-1 1,0 1 737,0-3 0,6 1 0,1-1 0</inkml:trace>
  <inkml:trace contextRef="#ctx0" brushRef="#br0" timeOffset="965">571 52 7942,'-6'3'-830,"0"-2"564,2 3 0,1-2 266,3 3 0,9 10 0,1 6 0</inkml:trace>
  <inkml:trace contextRef="#ctx0" brushRef="#br0" timeOffset="1451">751 244 7942,'-3'-3'0,"0"-3"0,-1 2 0,-2-2 516,2-1 1,-2 3-176,0 0 0,0 0-126,-1 0 0,1-1-115,-1 3 1,-1 0-226,-1 2 0,1 3 205,1 4 0,1 2 84,-1 4 0,2-2 174,0 2 1,0-2-133,3 4 0,0-1-70,2-1 0,1-3-89,1 1 1,2-4-100,2 0 0,3-4 12,-1-3 0,4 0-199,-2 0 1,2-5-165,1-4 0,0-3 204,0-3 0,0 1-195,0-3 1,-3-1 64,1-1 1,-3-1 35,3-1 1,-4 1 80,0-1 1,-2-2 15,-2 2 1,-1 0 118,-2 1 0,0 4 208,0 1 1,0 4 460,0 3-355,0 1 679,-3 3-639,2 1 1,-4 6 113,3 1 1,0 4-96,2 1 1,-2 2 41,0 0 0,-1 3-147,3 1 0,-2 1 5,0-1 0,0 0-198,2 3 1,0 0 51,0-1 1,0 1-483,0-1 0,2 2 230,0-2 0,3 1-741,-3-1 1,3 1 433,-1-4 1,0 1-1054,0-2 1562,-3 0 0,13-20 0,1-5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7:30.3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37 7917,'0'-7'229,"0"1"0,0 2-11,0-1 1,0 3 601,0-2-238,0 3-182,0-2 1,1 3-44,1 3 0,-1 3 14,1 5 0,-1 2-130,2 2 0,-3 0 27,2 2 1,-1 3-61,-1-3 0,0 3 10,0-3 0,0 0-198,0 0 1,0-1 62,0 1 0,-2-3-402,0-3 1,0-1 62,2 0 0,0 0-489,0-4 261,0 0 296,0-2 1,0 1 155,3-3-217,-3 0 518,6-2 1,-3 0-143,4 0 0,-3 0 284,0 0 1,1 0-152,1 0 1,1 0-40,-1 0 0,1-2-483,2 0 0,-2-1-54,4 1 0,-2 1-838,1-1 0,0 1 569,1 1 0,1 0 585,-1 0 0,12 12 0,5 2 0</inkml:trace>
  <inkml:trace contextRef="#ctx0" brushRef="#br0" timeOffset="501">315 107 7917,'-3'7'71,"-1"-3"-71,-2 0 0,1 1 812,1 1 0,3 3-282,-1 2 0,1-1-180,1 1 1,0 0-284,0 4 0,1-1 110,1 1 0,1-2-389,1 0 0,2-2 202,-2-1 0,-1-1-607,-1 2 419,1-4-347,-2 3 100,2-7 200,-3 0 178,0-9 0,0 1 28,0-5 1,0-1-19,0-2 1,0 0 6,0-2 1,0-2 88,0-2 0,0 2-73,0 0 1,-2 0 176,0-3 1,-1 3 161,1 0 0,1 1 206,-1-1 0,0 3 83,0 4 1,2 3 410,-3-1-153,3 5-479,0-3 0,3 6-245,1 0 0,2 0 56,0 0 0,3 0-265,2 0 0,1 0-209,1 0 0,2-1-313,0-1 1,0 1-756,0-4 1,0 2 633,2-1 0,-3-1 724,1 2 0,-7 4 0,-2 3 0</inkml:trace>
  <inkml:trace contextRef="#ctx0" brushRef="#br0" timeOffset="770">327 172 7917,'0'3'1354,"0"0"-191,0-3 1,3 0-750,2 0 1,3 0-404,3 0 1,3-1-12,1-1 0,3-1 0,21-10 0,9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5:31.0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288 218 8018,'-3'-6'1428,"0"0"0,-4-1-865,1 1 0,0 1-195,-1 1 0,-1 3-562,-1-1 0,-3-1-39,-1 1 0,0-1-283,-4 3 1,-1 3 298,-1 2 1,1 1 39,-1 3 0,3-2 88,-3 4 1,4-2-85,0 1 0,2 0 252,3 1 1,0 0-39,4-2 0,3 2 80,0-3 0,6 3 3,1-3 1,4 1-53,3-3 1,3 1 39,1-1 1,4 1-9,0-1 0,0-2-66,3 1 1,-2-3-10,-1 2 1,-2 0-100,0 0 1,-1 2 57,2-2 0,-3 2-83,-5 0 0,-1 1 68,-2 2 0,-4-2 194,0 1 1,-3 2-31,0 1 1,-5 1 80,-1 1 1,-5-1-111,1-1 1,-3 0-9,1-2 1,-3 1-44,0-4 1,-3 2 11,1-4 1,0-1-317,0-1 1,0-1 100,-2-1 1,0-3-359,2-1 1,2-3-7,2-1 0,3 0-135,4-3 0,0 3-21,4-3 666,3 0 0,28-27 0,10-7 0</inkml:trace>
  <inkml:trace contextRef="#ctx0" brushRef="#br0" timeOffset="274">449 32 8018,'-4'0'971,"-2"0"167,3 0-300,-4 0 1,4 1-296,1 1 1,1 5 17,1 3 1,2 5-158,0 2 1,3 7-68,0 2 1,0 3-88,2 1 1,-1 4 28,0 0 0,1 2-723,-1-1 0,-1-2-151,-1-3 0,-3 1-535,1-3 0,1 1 228,-1-4 0,3 0-1601,-3-6 2503,3 0 0,-4-11 0,1-3 0</inkml:trace>
  <inkml:trace contextRef="#ctx0" brushRef="#br0" timeOffset="457">352 295 9883,'14'-4'-306,"1"0"1,2 2-131,4 0 1,3 1-990,4-1 1425,1 1 0,40-2 0,9 3 0</inkml:trace>
  <inkml:trace contextRef="#ctx0" brushRef="#br0" timeOffset="818">827 302 9048,'-6'-1'1312,"2"-1"0,-2 0-934,-1-2 0,0 2-168,-4-2 0,1 2 10,-3 0 1,-3 1-1,-1 1 1,1 2 129,-1 2 1,0 2-4,0 7 1,1-2-41,4 4 0,2 1-136,4 2 1,0-3-99,4 0 0,1 1-118,3-1 1,2-3-403,5-3 0,-1-3 80,5-2 0,-1-1-479,5-3 0,-2-1 37,0-1 0,0-3 248,0-4 1,0-2 137,-2 0 1,-1-1 349,-1-1 1,-2 2 180,-3 1 0,1 2-93,-1-1 0,-1 3 280,-1 1 326,-3 3 172,2 2 0,-2 2-69,1 3 0,-1 1-355,1 3 0,1 0-369,-1 2 0,2 1-90,-2-2 0,3 3-516,-1-1 0,0 1-13,0 0 0,1-2-628,4-1 1,-2 0 1246,2 1 0,3-4 0,2-5 0</inkml:trace>
  <inkml:trace contextRef="#ctx0" brushRef="#br0" timeOffset="1076">1007 0 8006,'-4'0'125,"-2"3"1,5-2 593,-3 1 110,2 2 0,-1 1-278,3 4 0,0 3-135,0 1 1,3 2-127,2 5 0,0 4 28,2 2 1,-1 3-161,1 1 0,-2 2-139,-1 0 0,0 0-16,-2 0 1,-1 1-364,1-3 0,-1-1-801,2-8 1,-3 2 148,2-4 1,-1 3-1193,-1-7 2204,0 1 0,0-14 0,0 0 0</inkml:trace>
  <inkml:trace contextRef="#ctx0" brushRef="#br0" timeOffset="1257">930 263 10678,'6'0'533,"3"0"-556,2 0 1,2 0-295,2-3 1,3 3-166,4-2 1,2 1 481,0 1 0,20 3 0,7 0 0</inkml:trace>
  <inkml:trace contextRef="#ctx0" brushRef="#br0" timeOffset="1591">1218 366 7978,'-6'0'868,"0"2"1281,-1 0-888,4 3-566,0-4 1,3 2-431,3-3 0,0 0-307,4 0 1,2-1-51,1-1 0,0-2-336,1-2 0,-1-1-207,1 1 1,0-3 340,-2 1 0,-1-1 29,-1 3 1,-2-1 156,0-2 0,-2 1-20,-3-2 0,0 1 1,0-1 0,-5 2 127,-2-1 0,-4 2-59,1 1 0,-3 2 185,-2 2 0,1 1 393,-1 1 0,2 3 24,0 1 0,2 5 245,1 2 0,2 4-350,-1 2 0,4 2 77,1 2 1,3-1-185,-1 2 0,2 0-122,2-1 0,2 0-340,4-1 0,2-4-445,3-1 0,3-2-1322,1-2 0,2-1 1898,0-3 0,20-14 0,5-7 0</inkml:trace>
  <inkml:trace contextRef="#ctx0" brushRef="#br0" timeOffset="1968">1590 250 7957,'-10'-2'768,"-2"1"0,2-4-298,-3 3 0,1 0 69,-1 2 1,0 0 252,0 0 0,1 0-319,1 0 1,2 2-203,3 3 0,0 0-157,2 2 1,-1 0-233,3 2 1,-1-2 123,3 4 0,1-1-89,1 1 0,0 1 9,2-1 1,1-2-167,4 2 1,-2-2 39,1 1 0,1-2-11,0 1 1,2-2-68,0-1 0,-1 3 25,1-1 1,-1 1-115,0-3 1,0 1 129,-1-1 0,-2 1-132,2-1 0,-2 1 290,-1-1 1,-2 0 151,-2 1 0,-1-1 275,-1 1 0,-2 1-173,-2 1 0,-1-1 23,-6-1 1,2-1-89,-4 0 0,2 1 131,-4-1 0,1-2-214,1-2 0,1-1-187,-1-1 1,0-1-103,0-1 1,3-2-392,2-5 1,3-1-1416,0-3 2068,4 0 0,12-22 0,7-7 0</inkml:trace>
  <inkml:trace contextRef="#ctx0" brushRef="#br0" timeOffset="2200">1873 282 7957,'-7'4'0,"1"2"0,1-5 528,1 3 1,2-2-446,-2 0-83,2 2 0,5-1 0,4 4 0</inkml:trace>
  <inkml:trace contextRef="#ctx0" brushRef="#br0" timeOffset="2341">1879 424 7952,'-6'2'275,"2"-1"302,-2 5-1513,3-5 936,-1 1 0,10-10 0,5-3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5:37.569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19 237 7916,'0'-6'162,"0"0"182,-2-1 1,0 3-224,-2 0-121,2 2 0,0-1 2710,2 1-1202,0 1-751,0 4 1,0 5-389,0 6 1,0 3-299,0 2 1,0 3 98,0 2 0,0 4-125,0 1 1,0 1 7,0 0 1,0-1-323,0 1 0,-3-4 17,1-2 1,0-7-11,2 1 0,0-7-750,0-2 617,0-5 1,0-3-61,0-5 0,0-3 57,0-6 0,0-3-127,0-4 0,0-2 112,0-3 1,0-4 114,0-1 1,0-1 81,0-1 0,0-2 13,0-1 0,2 1 378,0 2 1,1 0 27,-1 0 0,2 3 252,2 4 1,2 5-210,0 5 1,2 2 121,3 2 1,0 2-153,2 3 1,-1 2 89,1 2 0,-1 0-182,1 0 1,-3 2-26,0-2 0,-1 4-25,0 2 1,0 2-24,-2 3 0,-1-1-22,-1 2 1,-2-1 19,0 2 0,0-1-5,-3 3 0,0 2 66,-2 0 0,-3 1 5,-1-1 1,-3-1-110,-1 3 1,-2-3 19,-3 1 0,0-1-96,0-1 0,0-3-93,-2 1 1,1-4-323,-1 0 1,2-2-75,0-3 1,0 1-370,0-3 1,3-1 927,2-1 0,9-22 0,3-7 0</inkml:trace>
  <inkml:trace contextRef="#ctx0" brushRef="#br0" timeOffset="442">289 327 7916,'-7'3'696,"1"1"1,0 0 493,2 0 479,1-2-1352,3 3 0,1-4-342,1 1 0,2-2-102,2-2 1,3 1-450,2-4 1,1 0 175,1-3 0,0-2-333,2-3 0,0 0 401,2 0 0,-3 0-45,1-2 0,0 1-43,-2-1 0,1 3 350,-3 1 0,-3 2 554,-1 2 284,-4 4 187,-3 0 0,-1 8-349,-1 1 0,-1 5 322,-4 0 1,3 1-476,0 0 1,0 1-320,0 0 1,-1 0-98,3 0 0,0 1-337,2-1 1,0 1-585,0-3 0,0 1 884,0 1 0,14 0 0,4-1 0</inkml:trace>
  <inkml:trace contextRef="#ctx0" brushRef="#br0" timeOffset="680">642 366 7916,'-4'6'1007,"-2"1"0,3 0-512,-4 1 1,3 2 22,0 0 1,2 3-520,-3 0 1,3 0-434,-2 2 1,3 0-592,-2 0 1025,0 0 0,-1 12 0,-2 4 0</inkml:trace>
  <inkml:trace contextRef="#ctx0" brushRef="#br0" timeOffset="1238">847 231 7916,'-6'13'367,"5"0"1,-7 0 522,6 2 0,0 2 210,2 2 1,0 0-527,0 0 0,0 1-529,0-1 0,0-1-98,0-1 0,0 1-123,0-3 1,0-1 106,0-3-72,0-2 44,0-2 0,0-4-270,0-3 1,0-4 21,0-4 1,0-2 81,0-3 1,0-4-27,0-2 0,0-1 30,2-3 0,-1-3-66,1-2 1,-1-2 96,-1 3 0,2-3 186,0 2 1,1-4-69,-1 2 1,0 0 140,2 4 0,-2 1-58,2 2 1,1 3 316,4 6 0,-2 4 159,2 3 1,1 1-177,0 4 1,2 0 149,-2 2 1,2 3-69,-1 1 0,1 3 74,-2 1 1,2 0-115,-1 3 0,-2-3-48,0 3 0,-2 0-63,-1 2 0,-1-1-20,-1-2 0,-3 2-279,2-1 0,-3-1 119,0 1 1,0-1-195,-3 0 0,0 2-8,-4-4 1,-2 2-92,-2-2 1,-1-1 10,0 2 1,-3-3-76,0-1 1,0 0 83,2-3 0,-2 0-44,0-2 1,3 0-84,3 0 1,1-3-128,1-1 1,0-2-213,5 0 0,1-1 715,3 1 0,24-15 0,9-3 0</inkml:trace>
  <inkml:trace contextRef="#ctx0" brushRef="#br0" timeOffset="1631">1168 193 7908,'-4'0'1888,"-2"0"-906,3 0-91,-1 0 1,2 0-484,4 0 1,2-3-395,2 1 1,3-1-81,-1 1 0,4 2-315,-2-3 1,0 3 220,1 0 1,-2 0-10,1 0 0,-2 0 34,1 0 1,-2 0 47,-1 0 0,-2 0 529,-2 3 0,-1-1-80,-1 4 1,-3 0 151,-2 5 1,-3-1-210,-3 3 1,-2 0 51,-2 0 0,2 2-96,-2 0 1,1 0-78,2-3 0,2 1-133,1 0 1,3-3 49,1-1 1,2-2-568,3-1 1,0 1-149,0-1 0,3-2-396,2 1 1,3-4 155,3 1 1,1-1 853,1-1 0,22-14 0,7-4 0</inkml:trace>
  <inkml:trace contextRef="#ctx0" brushRef="#br0" timeOffset="1872">1430 353 7874,'-6'6'1951,"0"-1"-1579,2-1 0,-2 0 220,2 3 1,1 2-73,-2 2 1,1 1 39,-2 3 0,-1 2-502,1 2 0,-1 0-436,1 0 1,0 3 377,-1-1 0,1 1 0,-1-3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5:41.519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168 90 7834,'-6'-10'0,"2"0"780,-5 2 0,2 1-109,1-2 1,-3 2 40,1 1 1,-3 2-276,2 2 0,-2 1-126,0 1 0,1 3-77,0 1 0,1 7 26,-2 2 1,3 5 59,0 1 0,1 1 177,0 3 1,4 0-48,1 2 0,1-1-221,1 4 0,0-1-45,0-2 1,5-1-119,1-1 1,5-3-209,0-1 0,2-3-21,1-5 1,1-2-275,2-2 1,0-4 213,2-1 0,0-6-139,1-2 0,-1-8-223,0-1 0,0-3 170,1-4 1,-3-1 140,0-2 0,-3-1 145,1 0 0,-4 1 188,-3-1 1,-3 0-115,-3 1 0,-2 1 100,-2 1 1,-5 2-36,-4 0 0,-1 4 57,0 4 1,-2 3-26,-1 4 0,-1 2-135,-1 2 1,-1 2-143,1 0 1,-3 3-76,-1 4 0,4 0-278,0 3 1,5 0 17,1 1 1,5 1-905,0-1 1474,4-2 0,10 3 0,7-2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5:44.403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32 58 7883,'-6'3'0,"0"-2"1379,2 4-394,-2-4 512,3 5-658,-1-5-347,1 1 40,3-2-26,0 0-278,3 0 1,-1-2 0,2-3 0,0 0-78,3 1 1,-2-2 89,0 2 1,2-2-214,0 0 1,1 0 24,-2-1 0,0 1 72,1 2 1,-1-2 88,1 2 1,-1 1 77,1 1 1,-1 1-16,0 1 1,1 0 160,-1 0 0,0 1 82,-2 1 1,1 2-147,-3 2 1,3 3-181,0-1 0,-2 1-25,1-3 1,-1 1-190,1-1 1,-1 1-163,2-1 1,0-2-244,0 1 0,1-4 63,3 1 0,-2-2-433,1-2 1,2 1 62,-2-4 1,4 1-448,-2-2 0,0-1-1845,1 1 3024,-3-1 0,-5-8 0,-3-2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6:13.3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43 257 8003,'-7'-4'444,"-1"-2"0,4 4 654,-1-3 0,3 4 170,-3-2 17,3 2-1092,-1 1 0,3 4 62,0 4 1,0 0-222,0 6 1,3-1-89,2 4 0,-1 1-63,1 1 1,-3 0-115,3 0 0,-1 1-429,1-3 1,0 2-21,-3-3 0,3 1-1402,-2-3 2082,2-3 0,-1-10 0,3-6 0</inkml:trace>
  <inkml:trace contextRef="#ctx0" brushRef="#br0" timeOffset="166">36 29 7987,'-8'0'444,"1"0"154,0 0 1,3 3-591,-1-1 88,3 1 0,-1 0-96,3 1 0,19 12 0,5 3 0</inkml:trace>
  <inkml:trace contextRef="#ctx0" brushRef="#br0" timeOffset="502">206 427 7987,'-7'0'0,"2"0"982,1 0 0,1 0-306,-2 0 0,4 0-158,-2-3 0,3-1-427,0-3 1,0-1-298,0-1 0,3-2 117,2-4 1,1-1-136,1-1 0,0 1-9,0 2 1,0-1 135,0 1 0,1 3 440,-1 2 0,0 1-36,0 1 0,-2 2 103,-1 0 1,1 4-58,2-2 0,-2 3 124,0 3 0,0 0-72,5 5 0,-2 1 26,1 1 0,-1 2-189,-1 0 1,0 2-4,0 3 1,0-2-433,-3 1 1,3 2-299,-3-2 1,0 2-618,1-2 1,-3-1 578,3 2 529,-3-5 0,1 4 0,-3-1 0</inkml:trace>
  <inkml:trace contextRef="#ctx0" brushRef="#br0" timeOffset="1350">618 449 8032,'0'8'157,"0"0"322,0 2 1,-2 2-138,0 0 1,-1 2 167,3 3 1,0 1-190,0 3 1,0 6-86,0-1 1,0 3-243,0-3 0,1 1 60,1-1 1,-1 0-12,1-5 1,-1-1 2,-1-6 1,0-3-570,0-1 316,3-6 0,-2-4-136,2-4 0,-3-6 87,-3-2 1,2-4 67,-4-3 0,3-5-41,-3-2 1,2-2 97,-1-3 1,1 1 41,-1-3 0,2 2 77,0-2 1,1 2 157,1-2 0,1 4-56,1 0 1,3 1 133,4 5 0,2-1-104,3 3 1,1 3-99,2 4 1,-2 1-18,2 3 1,1 1 15,1 2 1,-2 3-34,0 1 0,-5 3 54,0 3 1,-2 1-29,1 3 0,-5 3 16,-1 2 1,-1 4 108,-2 3 1,0 0 7,-2 0 0,0-1-138,-3 1 0,2 0 0,-4-2 0,0 0-11,-2-3 0,0-1-146,0-1 1,-1 0 52,-1-5 1,-3 2-213,-2-5 1,2 0 99,1-2 0,-1-2-124,-2-2 1,2-1-975,0-4 1305,3 2 0,5-25 0,5 0 0</inkml:trace>
  <inkml:trace contextRef="#ctx0" brushRef="#br0" timeOffset="1744">945 314 7994,'-7'7'0,"0"1"1557,0 1 0,3 0-562,1 3 1,3-4-259,0 2 1,0 0-389,3 0 1,1-1-237,3-2 0,1 0-106,1 0 1,0-2-338,3 0 0,-1-4 5,1 2 0,0-2-279,-2-1 0,2-1-266,0-2 0,-1-1 278,1-6 1,-3 2 69,0-4 0,2 0 264,-2-2 0,-2-2 65,-2 2 0,-3-2 126,3 4 1,-3 2 466,0 0-124,2 2 1,-3 4 1031,1-1-551,-1 3 0,-1 3-340,0 6 1,0 1-72,0 4 1,2 0-171,1 2 1,0-1-74,-1-1 1,0 2-74,2-2 1,0 1-414,1 1 1,1 0-53,-1-3 1,2 2-454,0-3 1,0-1-1415,0-2 2302,3-3 0,11-45 0,5-14 0</inkml:trace>
  <inkml:trace contextRef="#ctx0" brushRef="#br0" timeOffset="1951">1350 1 7970,'-4'7'765,"-1"3"220,2 2 1,-1 5-202,1 2 1,1 2-322,2 3 0,2-1-70,1 6 1,0-2-421,-1 3 1,0 2-300,2-1 0,-1 0-171,2-3 1,-4-3-602,1-1 1,2-2 411,-2-1 0,0-5-1173,-2-2 1859,0-4 0,-3-9 0,-1-6 0</inkml:trace>
  <inkml:trace contextRef="#ctx0" brushRef="#br0" timeOffset="2109">1272 179 7958,'-3'-4'860,"2"0"-182,-1 1 44,1 3 0,4-4-580,2 4 0,4 0-538,3 0 0,4 0-1573,0 0 1969,7 4 0,37 3 0,16 4 0</inkml:trace>
  <inkml:trace contextRef="#ctx0" brushRef="#br0" timeOffset="2453">1691 157 7951,'-14'0'-147,"1"0"446,-1 0 0,4 3 470,-4-1 0,1 0-312,-1-2 1,0 0-105,-1 0 0,4 3-104,-1-1 1,4 1-66,1 0 1,0 1-1,2 3 1,2 0-6,0 0 0,3 2-72,0 1 1,3 0 14,2 0 0,1 0-221,1 2 1,1 0 89,1-2 0,0-1-63,3-2 0,-3 1-339,3-1 0,-2-3 95,1 1 0,-2 0-56,1 2 1,-2-1 166,-1-1 1,-1 1 101,-1-1 1,-2 4 70,-3 0 0,-1 1 217,-1-3 0,-5 2-144,-2 1 1,-6 2 125,1-3 1,-2-2-71,2-2 0,-3-3-144,1 0 1,-3-4-168,2 0 1,0-6-50,3 1 0,3-4-322,2 1 0,2-2 57,2 0 0,2 1-651,3-1 1179,3 0 0,17-2 0,6 0 0</inkml:trace>
  <inkml:trace contextRef="#ctx0" brushRef="#br0" timeOffset="2668">1912 221 7937,'-8'0'1044,"4"0"1,-2 0-498,1 0 0,1 0-420,0 0-638,2 0-1439,-1 3 1950,3 1 0,13 16 0,2 3 0</inkml:trace>
  <inkml:trace contextRef="#ctx0" brushRef="#br0" timeOffset="2792">1919 378 7909,'-7'4'0,"2"1"764,0-3 1,3 3-482,-3-2-1390,3-1 1107,-1-2 0,13-6 0,2-2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6:25.22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7 100 7986,'0'-5'321,"0"0"1,-2 3 1322,0-3-171,-1 4-235,3-3-590,0 4 0,1 4-226,1 0 1,2 6-114,4 2 1,-4 4-50,1 3 1,0 2 71,2 0 0,0 1-267,0 2 0,0 1-62,0 3 1,0-2-50,0-3 0,-2-1 101,0 0 0,0-2-227,2-1 0,-2-4 92,-1-6 0,0-3-212,1-2 206,1-2 1,-4 1 37,3-3 1,-3-3 103,3-2 1,-3-4-121,3-3 0,-3-5-115,3-2 1,-1-2-16,1-3 1,1-3-256,-1-4 0,0-2 73,0 2 1,1-3-116,-1 1 1,-1 0 69,1 2 1,-3 2-28,3 7 0,-4 3-272,2 7 270,-2 5-744,-1 4 1194,0 6 0,0 14 0,0 6 0</inkml:trace>
  <inkml:trace contextRef="#ctx0" brushRef="#br0" timeOffset="501">363 320 7977,'-3'9'1553,"1"-1"-839,0 0 1,-1-1-60,1 3 1,0-1-211,2 0 0,0 0-18,0 3 0,2-1-266,0 4 1,4-1 13,-1 0 0,-2-1-423,2-1 1,-1 1 228,1-4 0,0-2-146,-2-2 1,0-3-106,-1 0 73,-1-1 1,2-5-21,-3-3 0,-1-2 105,-1-5 0,1 1-13,-4-6 1,2 0 20,-1-3 1,0-1-65,-1-1 0,-1 0 6,4 3 1,-1 0 389,1 2 1,1 0-8,-2 2 0,3 1 14,0 1 1,4 4-195,3 2 1,1 2-3,3 2 1,1 1-303,2 2 1,1 1-448,2-1 0,1 1-769,4 1 1479,-1 0 0,3 9 0,2 3 0</inkml:trace>
  <inkml:trace contextRef="#ctx0" brushRef="#br0" timeOffset="825">704 434 7944,'0'11'817,"-3"-1"0,-1-3-199,0 0 0,-3 3-192,3-1 1,-2 4-128,1-1 0,-1 1 143,1 1 1,-1 1-856,-1 2 1,1-2 206,1 1 206,-1-1 0,-14 3 0,-7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6:41.127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30 104 7806,'-1'-6'-142,"-1"-1"418,-1-1 1,-2 3 542,2-2 1,2 1-327,-2-4 1,-2 3 618,2 1-711,0-1 1,3-3 317,0 0-222,0 5 210,0 0-276,0 1 0,0 4-88,0 0 0,3 4 137,0 6 0,4 1-88,-4 2 1,4 3-75,-4 4 0,4 1-115,-4 2 1,4 1-27,-4 2 1,1 2-127,0-5 0,-2 1-171,4-1 1,-3-2-440,0 3 0,1-7 94,0 0 0,2-5-151,-2 1 1,0-6 309,-1-4 0,-1-2 5,5-1 0,-4-2-37,4-5 0,-4 0 108,4-10 1,-4-1 34,4-5 1,-2 2-5,2-2 0,2 2 155,-3 1 1,2 2-79,-1 1 0,1-1 160,-1 5 0,-1 1 334,0 6 19,1 1 1,2 6-7,-3 3 0,2 2 280,-5 7 0,5 3-209,-1 4 1,-2-1 184,2 1 1,-2 3-275,2 1 0,2-5-154,-3-2 0,3-2-148,1 2 0,0-3 42,0-4 1,0-1-76,0-2 1,0-3 119,0-4 0,-1 0-195,1 0 1,-3-8 1,0-2 0,-1-6-134,4-1 1,-3-5-169,-1-1 0,-3-3 101,0 2 0,1-3-71,0 0 1,-1-1-138,-3-2 1,3 1-351,0 3 1,1 5-485,-4 5-30,0 3-717,0 3 2031,0 6 0,-18 13 0,-4 2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2:45.501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1 263 8030,'0'7'1594,"0"-1"-996,0 0 0,0 3-58,0 0 0,3 3-289,1 0 0,0 1-21,0 2 0,0 1 28,3-1 0,-1 2-274,0-2 0,-1-2-400,-1-2 0,0-4 224,3 2 0,-3-2-31,0-1 0,-2-2-995,3-2 873,-1-1 0,0-4-288,0-1 0,-1-2 216,1 0 0,-2-2 53,2 0 1,-2 0 128,3-3 0,-3 4 137,2-2 0,-2 0-65,0 0 0,1-1 163,-1 1 0,0 0 0,-5 6 0,-1 0 0</inkml:trace>
  <inkml:trace contextRef="#ctx0" brushRef="#br0" timeOffset="687">84 404 8030,'0'-3'368,"0"-3"1,0 2-215,0-2 0,2 0-329,1-1 0,2 0 26,-1-1 1,2-2-94,0-3 1,0-1 117,1-1 0,0 1 55,2-3 1,-5 0-83,3 0 0,-3 0 74,0 2 0,1-1 93,-2 1 1,-1 4-90,-2 1 1,0 2 229,0 1 0,0 1-71,0-1 241,-3 4-179,-1-3 0,0 5-49,0-3 0,0 1-74,0-1 1,0 2 39,2-2 1,1 0-104,-3 0 0,1-2 89,-1 2 0,3-2-239,-1 0 1,-1-1-88,1-2 1,-1 2-106,1-2 1,1 2 379,-1 1 0,4-6 0,1-2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2:49.618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128 283 10587,'0'-4'1370,"0"-1"-1253,0 4 1,0-3 273,0 2-822,0 2 464,0-3-491,-3 3 1,-1 0 147,-2 0 1,0 0-11,-1 0 1,1 0 3,-1 3 0,1 0 34,0 4 0,-2-1 186,1 0 0,-1 1-97,4-1 0,-1 1 261,1-1 0,1-2-44,3 1 0,0-1 86,0 2 0,1 1 42,1-1 0,1 0 0,4-2 1,0 1-151,2-3 0,-2 2 20,1-1 0,2 1-165,-2-2 1,1 2 104,0-2 1,-3 3-102,1 0 1,-2 0 62,-2 2 0,1-1 62,-2 1 0,0-1 15,-2 0 1,-2 3 127,0 0 0,-5 1-84,0-1 0,-3-1-52,2-1 0,-4-1 35,2 1 1,-2-2 1,-1 0 0,2 0-222,0-3 0,3 0-91,-3-2 0,3 0-124,0 0 0,3-1 407,3-1 0,10-10 0,3-5 0</inkml:trace>
  <inkml:trace contextRef="#ctx0" brushRef="#br0" timeOffset="451">224 469 7942,'0'13'-110,"0"0"0,0 1 531,0-1 0,0 1-69,0-3 0,0-1-479,0 0 0,2 0 23,0 1-169,3-2 70,-4-2 205,2-4 0,-3-1-33,0-4 1,0-2-135,0-5 0,-2-1 81,0-2 0,-3-2 35,3-1 0,-3-2 49,1-4 0,1-1-33,1-2 0,-1 0 14,1 2 1,0 0-10,2 1 0,0 1 5,0-1 0,1 1 1,1 0 1,1 2 10,4 1 0,0 1 134,1 3 1,0 4-135,3 3 1,-3 2 137,3 4 1,-3 1-118,1 1 0,-2 1 159,-1 4 1,0 1-5,1 1 1,-3 2-40,0 0 0,-2-1-73,0 1 1,-1-1-3,2 3 1,-3-3-34,2-1 1,-1 0 60,-1 0 1,-2 0-145,0-1 0,-3-1 67,1-1 1,-4 1-281,-1-3 1,0-1 114,0-1 1,2 1-978,-4-1 1140,3 0 0,-13-16 0,1-4 0</inkml:trace>
  <inkml:trace contextRef="#ctx0" brushRef="#br0" timeOffset="843">391 283 7942,'3'0'645,"1"0"-357,-2 0 0,0 0 3,2 0 1,-2 0-94,2 0 0,1 0-502,1 0 0,0-1 99,1-1 0,-1 1-36,1-1 1,-1-1 55,0 1 1,1-2-205,-1 2 0,-1-2 100,-1 1 1,-3 1 106,1-1 0,1 2 78,-1-3 0,0 2-65,-4 0 0,0 1 127,-2-1 1,0 1 20,-3-1 1,0 1 20,-1 1 0,0 0 96,0 0 0,-1 0 132,0 0 0,1 3 457,1 1 0,1 2-300,-1 0 0,2 1 291,0 2 1,0 1-189,3 3 1,-2-3-155,2 1 0,0 0-301,2 2 0,2-1-235,3-1 1,1 0 113,3-3 0,1 0-194,3-3 1,-1-3 281,1-2 0,14-14 0,4-4 0</inkml:trace>
  <inkml:trace contextRef="#ctx0" brushRef="#br0" timeOffset="1201">583 283 7939,'-3'6'748,"0"-2"536,-1 2-364,1-6-783,3 6 1,3-5 82,2 1 1,1-1-397,3-1 0,-2-3-31,1-2 1,1 2-157,0-1 1,0-1 87,-3-1 1,1 0-148,2-1 1,-4-1 58,1-1 0,-2 0 33,1 3 0,0 0 251,-3-1 1,0 1-61,-2-1 1,-3 3 44,-1 0 1,-3 2-1,-1 0 0,0 2 162,-3 2 0,1 2 24,-3 2 1,1 2 321,1 0 1,0 0 381,2 3 1,0-1-368,3 3 0,2 2 36,-1 0 1,4 0-44,-1-2 0,4-2-740,2-1 0,2 0 60,0 1 0,4-3-109,0-3 1,5-2 366,0-3 0,17-15 0,2-2 0</inkml:trace>
  <inkml:trace contextRef="#ctx0" brushRef="#br0" timeOffset="1585">769 251 7894,'-10'6'0,"-2"1"0,2-1 0,0 0 726,2-2 1,3 2-39,0-2 1,4 3-275,-1 1 1,1-1-168,1 2 1,1 0-70,1 0 0,2 1 51,2-1 1,0-1-409,1-4 1,0 1 210,1-3 1,0 0-560,3-2 0,-2-3 58,1-1 1,-1-4-139,2-3 0,-1-2 172,3-2 1,-2 1 123,-1-3 1,-1-1-155,2-4 0,-4 2 102,2-4 0,-3 3 121,-1-3 0,0 3 242,-3-3 0,0 4 0,-2-2 0,-1 6 0,-1 3 0,1 6 0,-4 5 0,1 2 388,-2 2 1,1 4 2,1 2 1,3 6 572,-1-1 0,1 3-402,1-1 1,0 3 14,0-1 1,0 2-168,0 0 1,0 0-59,0 0 0,0 0-96,0 1 1,1-3-487,1 0 0,-1 0 176,3 2 54,1-2 0,10-2 0,2-2 0</inkml:trace>
  <inkml:trace contextRef="#ctx0" brushRef="#br0" timeOffset="2103">1218 244 7888,'-6'0'443,"-1"0"0,1-2 674,0 0 1,-1 0-623,1 2 0,2 0 58,-1 0-509,1 0 0,-2 3 45,-1 1 1,3 2-133,0 0 1,1 3 72,-1-1 1,3 4 304,-1-1 0,1 0-127,1 0 0,0 0-60,0-2 1,1-1-105,1-1 1,1-2-118,4 0 1,2-3-367,2-2 0,1 0 254,1-2 0,-3-2-163,1-2 1,0-4 138,2 0 0,-1-3-332,1 1 0,-3-1 210,-1 0 0,-2-1 138,-1-1 1,0 2 112,-2-2 0,-1 2 225,-3 2 1,-1 2 261,-1 3 1,-2 0-234,-5 2 0,2 1-72,-4 3 0,0 1-47,-2 1 1,1 1-282,-1 4 1,2-1 111,0 1 1,3-2-715,0 0 413,4 0 415,1-4 0,17-1 0,4-4 0</inkml:trace>
  <inkml:trace contextRef="#ctx0" brushRef="#br0" timeOffset="2400">1443 1 7870,'-7'0'579,"1"3"0,2-3 294,-1 2-135,1 2 1,-2 0-291,2 2 1,1 1 228,3 2 0,-2 1-249,0 5 0,0 2 525,2 2 1,1 3-301,1 2 0,1 1-97,4 3 1,-1-2-421,1 2 1,-1-2 52,0-3 0,3-1-939,-1-2 0,0-4 524,-3-1 0,0-2-963,-3-2 0,2 0-161,-2-2-1645,0-1 1981,-2-4 0,0-2 137,0-4 0,0-4 877,-3-3 0,-12-22 0,-5-4 0</inkml:trace>
  <inkml:trace contextRef="#ctx0" brushRef="#br0" timeOffset="2541">1385 264 11111,'6'0'1294,"1"0"-1218,-1 0 0,4-2-470,0-1 1,2-1-1672,1 2 2065,0-3 0,14 1 0,4-2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2:56.470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20 133 7900,'-3'3'0,"-2"1"754,3-2-174,-3-1 563,4 2-750,-2-3 1,4 0 137,1 0 1,1-1-156,4-1 0,-1-3-265,1-3 0,1 0-383,1-3 0,-1 3 271,-1-3 1,-1 0-185,1-1 1,-1-1 163,0 0 0,0 3-972,-2 1 395,2-1 349,-5 3 201,2 1 1,-3 6 303,0 4 1,0 5-125,0 1 0,0 3-110,2-1 1,0 3-118,2 0 0,-2 0 165,3-5 1,-3 2-634,2-1 1,0-2 74,3 0 488,-4-2 0,9-6 0,-2-2 0</inkml:trace>
  <inkml:trace contextRef="#ctx0" brushRef="#br0" timeOffset="283">116 107 7900,'-6'7'0,"0"-1"567,-1 0 1,4 1-149,1-1 0,1 1 97,1-1 1,0 1-121,0 2 0,0-1-77,0 2 1,3 0 27,1 1 1,4 0-79,0-2 0,2 2-29,-2-3 0,0 1-10,3-3 0,-3 0-222,3 1 1,0-4 74,1 0 1,2-1-329,1 1 1,0-1 38,4-2 1,-3-2-124,3-1 1,-2-2-730,0 1 0,2-2 456,-2-3 1,1 2 601,2-1 0,5-20 0,1-3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2:53.168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14 193 7847,'-4'2'2,"-1"0"292,3 2 0,0-2 443,2 3-209,0-1 1,0 3-211,0 1 0,2 0-113,0 0 1,3 1-69,-1 0 1,0 2 89,0-3 1,-2 3-278,3-3 0,-4 2-133,1-2 64,2-1 0,-3 3-93,1-4 3,-2-2 1,0-2-5,0-4 1,0-3 52,0-3 0,0-2 17,0-3 1,0-1 69,0-1 0,0 0-69,0-2 1,0-1 61,0 3 1,1 0 14,1 2 1,0 1-72,2 1 1,0 0-135,3 2 0,-1 1-192,0 1 0,1 4 147,-1 1 0,1 1-367,2 1 682,-2 0 0,8 17 0,-1 4 0</inkml:trace>
  <inkml:trace contextRef="#ctx0" brushRef="#br0" timeOffset="293">161 199 7857,'0'4'938,"0"1"-89,0-1-614,0 2 1,1-2 215,1 1-516,2-4 1,3 2 11,1-3 0,-1 0 25,2 0 1,0-1-243,0-1 1,0-1 154,0-4 0,-2 1-203,1-1 1,-3 0 101,0-1 1,-2 1-113,1-2 0,-1 4 36,-3 1 0,0 0 120,-3 0 1,0 1 69,-4 3 1,0 0 129,-1 0 0,-1 3 23,-2 1 1,-1 2-37,1 0 0,2 1 413,0 2 1,0-1-182,0 3 1,2-1 255,2 3 1,0 0-163,3 0 1,0-2-168,2 2 0,1-5-257,1 3 0,4-2-426,5-2 1,2 0-20,2-5 0,1 0 89,3-2 439,1-3 0,22-26 0,5-9 0</inkml:trace>
  <inkml:trace contextRef="#ctx0" brushRef="#br0" timeOffset="618">405 141 7857,'-13'7'0,"2"-3"235,1 0 0,2 0 399,-1 3 0,2 0-125,-2 2 1,3 1-155,-1 2 1,1-1-191,4 0 1,-1 0 59,1 4 1,2-4-147,-2 0 1,3-2-84,1 0 0,4-3-189,0-1 1,1-4-68,1 1 1,1-2-365,0-2 0,2-4-113,0-2 0,0-4 315,0 2 1,-1-2-62,-1-1 0,-2 1 108,1 1 0,-1 0 352,0 2 1,-1-2-7,1 3 1,-3-1 38,0 3 225,-2 2 252,1 1 1,-3 6 46,0 2 1,0 1-241,0 3 1,0-2-17,0 4 0,0-1-49,0 1 0,0 0-748,0-2 0,2 0 170,0 0 349,3-2 0,1 2 0,4-3 0</inkml:trace>
  <inkml:trace contextRef="#ctx0" brushRef="#br0" timeOffset="850">578 250 7857,'-3'3'554,"-3"-2"1,3 2 265,-1 0-164,-2-3-231,3 3-495,-4-3 76,4 0 1,0-3-5,3-1 1,0-2 77,0-3 0,0 1-91,0-3 0,0 2-68,3-2 0,-2-1 42,3 1 1,0 1-2,0-1 0,2 3 76,-2 0 0,2-1-387,0 3 1,1-2-170,-1 4 1,3 1 517,-1 1 0,9 15 0,0 5 0</inkml:trace>
  <inkml:trace contextRef="#ctx0" brushRef="#br0" timeOffset="1320">976 135 7857,'-4'-1'-31,"-1"-1"1,3 1-136,-2-4 202,0 4 0,-3-4 33,1 3 0,-1 0-373,-2 2 1,0 0 98,-2 0 0,-1 2 448,1 3 0,1 0 61,0 2 0,2-1 69,-1 1 0,3 1-157,2 1 0,1 2 21,3 0 1,0-1-168,0 1 0,0-2 115,0 2 0,3 1-235,1-4 0,2 1 143,0-3 0,1 0-293,2-2 1,-1-1 94,2-3 1,-2-3-203,1-1 1,-2-2 55,2 0 1,-2-4-65,2 0 0,-2 0 186,-1-1 1,1 3 36,-1-3 1,-2 3 174,1-1 0,-2 4-73,1 1 0,0 3 345,-2-1-226,-1 1 1,2 4-163,0 1 1,-3 2-145,2 3 1,1-2-696,-1 2 872,3-2 0,-1 5 0,2 1 0</inkml:trace>
  <inkml:trace contextRef="#ctx0" brushRef="#br0" timeOffset="1525">1059 128 7847,'0'4'792,"-3"2"1,3-5-112,-2 3 1,1-1-312,1 1 1,3 0-184,1 2 0,2 1-303,0-1 0,0 3 124,1-1 1,0 3-479,2-2 1,-2 1 257,1-1 1,0 2-735,1 0 1,-2 1 180,1 1 765,-1-3 0,3-1 0,0-2 0</inkml:trace>
  <inkml:trace contextRef="#ctx0" brushRef="#br0" timeOffset="1709">1059 263 7819,'-3'0'419,"0"0"1,3-1-245,0-1 1,3-2-174,1-5 0,2 2-140,3-4 1,1 0-164,3-2 0,0 0-88,2-2 389,2 1 0,8-7 0,1 1 0</inkml:trace>
  <inkml:trace contextRef="#ctx0" brushRef="#br0" timeOffset="1950">1258 0 7819,'0'4'165,"-3"1"0,3-1-66,-3 2 0,3 1 630,0-1 1,0 3-241,0 2 0,0 1-114,3 1 0,-2 3-220,3 1 0,-2 1-112,0 2 0,1-2-732,2-1 0,-2 2 443,1-2 0,0-1-1742,0-1 1988,2-2 0,3-11 0,5-4 0</inkml:trace>
  <inkml:trace contextRef="#ctx0" brushRef="#br0" timeOffset="2302">1386 173 7819,'0'4'2800,"0"-1"-2186,0 0-171,0-3-567,3 3 1,1-4-37,2-1 0,1 1-172,-1-3 0,0-1 227,-2-1 0,2-1-7,-2 1 1,1-2-555,-1-1 0,1 0 280,-3 3 0,1-1 65,-3-2 120,0 2 0,-1-2 422,-1 3 0,-2 2 72,-2 2 0,-3 2 242,1 2 1,-3 2 521,2 2 0,1 3-488,1 2 0,1 1-165,0 1 1,2 0 146,2-1 1,1 3 109,1 0 1,1 0-230,1-5 0,2 2-405,5-1 1,1-2-441,3 0 0,2-5-452,0-2 0,2-1 689,-2-1 176,0 0 0,15-37 0,4-9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3:02.799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164 122 7877,'-6'0'799,"-1"0"-475,4-3 1,-3 0-98,2-4 1,0 3 47,0 0-111,0 3 1,-3-4-1,-2 2 1,2 1-255,-2 2 0,2 1 111,-2 1 1,1 2-229,-2 2 1,2 0 96,-1 1 1,2-1-52,1 1 0,1-1 16,1 1 1,2-3 124,-2 0 0,2-2 20,0 3 0,2-4 96,2 1 0,2 0-15,2 0 1,3-2 178,2 2 0,1-1-248,1-1 1,0 2 61,0 0 1,0 3-286,-1-3 0,1 3 91,0-1 0,-3 2 5,-1 0 1,-3 1 119,-2-1 0,-1 3-6,-3 2 1,0 0-1,0 0 1,-5 1 22,-1-1 0,-5-1 121,0 1 0,-1-4-67,-1 2 1,1-4-19,-1-1 0,-1-2-5,-1 0 0,2 1-270,1-1 0,-1 0-518,5-2 177,-1-3 1,4 0 557,0-4 0,22-19 0,8-6 0</inkml:trace>
  <inkml:trace contextRef="#ctx0" brushRef="#br0" timeOffset="256">286 0 7877,'0'4'0,"0"2"521,0-2 0,0 2-59,0 0 1,0 3-105,0 2 1,1 2-155,1 2 1,-1 1-100,1 3 1,1 4-76,-1 0 0,0 3 92,-2 2 1,1-2-396,1 2 1,-1-5 198,1-1 1,-1-3-779,1-2 0,-1-1 81,1-4 771,2-2 0,-4-12 0,3-6 0</inkml:trace>
  <inkml:trace contextRef="#ctx0" brushRef="#br0" timeOffset="464">228 167 7839,'4'3'442,"-1"-2"765,-3 2-858,0-3 0,3 0-140,1 0 1,2 0-447,0 0 1,3 0 229,2 0 1,3 0-348,1 0 0,3 2 354,-1 0 0,19 6 0,4-1 0</inkml:trace>
  <inkml:trace contextRef="#ctx0" brushRef="#br0" timeOffset="842">453 212 8546,'-4'3'1706,"1"-2"-1263,3 2 0,1-3 21,1 0 1,2 0-247,2 0 1,1-3-62,2 1 1,-1-2-205,3 2 1,-1-3 102,0 1 0,-1 0-922,-2 0 703,2-1 0,-2-1-878,2 0 681,-5-1 1,-1 1-28,-3-1 0,-3 1 21,-1 0 1,-4 1 12,-1 1 1,-2 3 436,0-2 1,-1 3-117,-1 0 0,3 3 805,-1 1 1,3 2-419,0 3 0,-2-1 658,2 5 0,1-1-346,3 3 1,3 1-187,-1 1 1,2-1-269,2 2 0,2-4-189,5 1 0,0-2-597,4-3 0,2-1 419,0-5 0,3-1-1450,-1-3 1,1-4 1603,-1-2 0,13-23 0,1-9 0</inkml:trace>
  <inkml:trace contextRef="#ctx0" brushRef="#br0" timeOffset="1225">671 231 7831,'-6'3'1735,"2"-2"-668,-2 5-214,6-3-462,-3 1 1,6-1-181,4-3 0,-1 0-245,3 0 0,0 0-54,0 0 1,1-1-295,-1-1 1,1-1-201,-1-1 1,2-4 307,-3 1 1,1 0-123,-3 0 1,-2-1 36,-2-1 0,1-2 135,-1 3 1,0-1 97,-2 3 0,-3-1 128,-1 1 0,-3 2-24,-1 2 1,-2 2 154,-3 0 0,2 0 478,1 2 0,0 2-317,-1 2 0,1 2 467,2 0 1,3 2-304,-2 3 1,3 0 122,0 0 1,1 1-201,3 1 0,0 1-111,3-1 1,1-1-262,4 1 1,2-4-252,3 0 1,2-6-920,0 2 0,2-5 623,-2 0 1,2-2-984,-2-2 1,2-4 1520,-2-5 0,15-35 0,0-10 0</inkml:trace>
  <inkml:trace contextRef="#ctx0" brushRef="#br0" timeOffset="1481">908 244 7801,'-3'7'831,"3"-1"-295,-2 0 35,1 1 1,1-1 370,0 1-274,0-4-580,0 0 1,1-3 262,1 0-329,-2 0 0,3-1-5,-3-1 0,1-1-156,1-4 1,-1-1 22,1-1 1,-1-2-259,-1 0 0,0 1 106,0-1 0,0 1 100,0-3 1,0 3 236,0 1 1,2 0-124,0 1 1,3-1-201,-1 3 1,2-1-73,0 1 0,3 0-152,-1 2 1,4 1-329,-1 3 0,1 0 806,1 0 0,5 14 0,2 4 0</inkml:trace>
  <inkml:trace contextRef="#ctx0" brushRef="#br0" timeOffset="1690">1114 174 7759,'-3'6'1208,"2"-2"-767,-1 1 1,0-1-78,0 2 1,2 1-163,-3-1 1,3 1-244,0 2 0,0 1 82,0 3 1,0-3-654,0 1 1,0-1 240,3 1 371,-3 1 0,9-5 0,-2 2 0</inkml:trace>
  <inkml:trace contextRef="#ctx0" brushRef="#br0" timeOffset="1864">1158 0 7757,'-6'0'1030,"0"3"1,0-1-693,2 2 1,-1-2-770,3 2 0,-1 1-1503,3 1 1934,0 3 0,12 33 0,2 10 0</inkml:trace>
  <inkml:trace contextRef="#ctx0" brushRef="#br0" timeOffset="2115">1255 212 7757,'-7'4'1211,"3"-1"-159,0-3 402,2 0-1309,-3-3-51,4-1 1,-1-2-235,4-1 1,-1 1 82,4-1 0,-1 1 91,2 0 1,1-1 44,-1 1 0,1 2 153,-1-1 1,0 4-127,1-1 0,-1 1 126,1 1 0,-2 3-94,0 1 1,0 2-28,0 0 0,-3 3-534,1 2 0,-1-1 239,1 1 1,-1 0-1162,0 1 1,0 0 1344,2-1 0,3 7 0,3-1 0</inkml:trace>
  <inkml:trace contextRef="#ctx0" brushRef="#br0" timeOffset="2565">1524 122 7733,'-9'7'0,"2"-4"760,-2-1 1,2 2-294,1 0 0,-1 2-117,1 0 1,-1 3-113,1-1 0,0 4 95,2-1 1,-1 1-220,3 1 1,0-3-166,2 1 0,0-3-161,0 0 1,3-1 197,1 0 1,2-4-627,0 0 0,0-3 327,1 0 0,1-3-564,1-1 1,2-4 328,-3-3 0,1-1 147,-3-1 1,0 2 331,1 1 0,-1 2-29,1-1 1,-3 3 1010,0 1-770,-2 0 248,1 4 1,-3-1-190,0 4 1,0 4 659,0 2 1,-1 4-262,-1 1 1,1 0-136,-1 2 0,1 1-93,1 2 1,0 0-53,0 1 0,0 1-116,0-1 0,0 0 7,0 0 1,0 3-140,0-1 0,0 1 110,0 0 0,0 0-220,0 1 1,0-1 64,0-3 1,-1 1-14,-1-1 0,-1 2 16,-1-2 1,-2-2 84,2-6 0,-2-2-151,0-3 0,-2-2 121,-1-2 0,0-1-631,0-1 1,1-4 310,-2-2 1,-1-2-3034,-2-5 3267,0 2 0,-20-28 0,-4-2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3:07.258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135 122 7979,'-6'-4'186,"-1"-1"15,1 0 0,-1 2 349,1-1 1,0 2-239,-1 0 1,1 1-239,-1 1 1,1 0-91,-1 0 1,0 1 77,-1 1 0,1 2 123,-2 2 1,2 3-42,1-1 1,1 4 221,1-2 0,0 2-181,0 1 0,1-2-59,3 0 0,0-1-90,0 3 0,0-3-216,0-1 1,3-2-84,1-1 0,3-2 187,1-2 1,2-2-446,3-2 0,-1-3 188,-1-3 0,1 0-172,-1-3 1,1 1 210,1-3 1,-1 1 110,-1 1 0,-1 0 61,-2 2 1,-1 1 461,2 1 86,-5 4 0,1 0-269,-3 6 1,0 1 48,-2 4 1,0 2-56,0 3 0,0 1-208,0 1 0,0 0 130,0 3 0,0-3-73,0-2 0,9 6 0,2 1 0</inkml:trace>
  <inkml:trace contextRef="#ctx0" brushRef="#br0" timeOffset="308">295 231 7960,'-6'6'-140,"2"-2"1596,-1 2-716,1-3-548,-2 1 1,2-2-335,2-4 0,1-2 121,1-2 1,1-3-100,1 1 1,0-4 85,2 2 0,0-3-61,3 1 1,-1-1 102,0 0 0,1 0 27,-1 0 1,1 3-40,-1-1 1,0 3 34,1 0 0,-1 1 133,1 3 0,-1 1-68,1 3 0,-1 3-73,0 1 0,-1 7 44,-1 2 0,-3 2-467,1 0 1,1 1-93,-1 3 0,1-2-886,-1 0 1378,-1-2 0,13-2 0,1-4 0</inkml:trace>
  <inkml:trace contextRef="#ctx0" brushRef="#br0" timeOffset="718">539 109 7944,'-10'0'0,"1"0"0,0 0 721,1 0 1,-1 1-233,3 1 0,-1 2-117,1 5 0,2-1-225,-1 2 1,4 1-158,-1 2 0,1-2-378,1-1 1,1-2 252,1 1 0,2-2-152,2-1 1,0-2 158,1-2 0,1-1-387,1-1 1,2-4 61,-3-2 1,1-2-37,0-2 1,0 0 171,2-1 0,-2 0 317,-2 2 0,-1 1 73,0 4 1,-1-1-104,-1 3 1,-3 0 513,2 5 1,-3 1-280,0 4 1,0 3 164,0 4 0,0 4-90,0 2 1,-2 5 31,0 0 1,-2 3-114,2-1 1,-3 0-177,3-3 1,-1-1 193,1 0 1,1-4-77,-4 2 1,2-5-45,-1-2 0,-2-4 23,2 0 1,-4-4 8,-1-1 1,1-2-13,1-4 0,1-1-97,-1-1 0,-1-2-107,-1-5 1,1-1-289,1-3 0,1-2-27,0-2 0,-1-2-372,1 0 1,2 0-96,2-1 1,1-1 868,1 0 0,12-12 0,2-1 0</inkml:trace>
  <inkml:trace contextRef="#ctx0" brushRef="#br0" timeOffset="948">699 0 7944,'0'6'0,"-2"1"0,0-1 0,0 4 1377,2 0 0,0 2-579,0 1 1,0 3-318,0 1 0,0 4-337,0 0 1,0 3-218,0-3 1,0 2-699,0-1 1,0-1 496,0-2 1,1 0-345,1-2 1,-1-3 617,1-4 0,4-13 0,1-2 0</inkml:trace>
  <inkml:trace contextRef="#ctx0" brushRef="#br0" timeOffset="1275">821 218 7930,'4'3'758,"-1"-2"1,-3 2-293,3-3 0,-2 0-192,3 0 1,-2 0-326,3 0 0,-1 0 114,2 0 0,1-1-570,-1-1 355,1-2 1,-1-4-61,0-1 1,0 0-150,-2 3 1,-1 0 30,-3-1 0,0 0-193,0-1 366,0 0 0,-3-1 353,-4 3 1,1 2-103,-3 2 0,0 1 647,1 1 1,-2 3-158,2 1 0,1 3 121,-2 1 0,2 2-31,0 3 1,4 0 190,1 0 0,1 2-152,1 0 1,3 0-290,1-2 1,5-1-242,1-2 0,3 0 50,2-1 1,-1-5-1013,4 1 0,-1-4-145,2-1 1,-2-3-714,0-1 1,0-4 1636,0-1 0,4-16 0,-1-3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3:26.183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514 20 7972,'-5'-1'262,"1"-1"557,0 1-61,-3-4 249,4 4-87,0-2-322,3 3 67,0 0 1,1 3-346,1 1 0,-1 2-101,3 0 0,0 2-14,0 0 0,2 0-121,-2 3 1,2-3 14,0 3 0,1-3-175,-1 3 0,1-3 71,-1 0 0,1 0-134,2-2 0,-1 0 69,2-2 0,1-1 49,2-3 1,0 0-3,2 0 0,2-5 3,2-2 1,0-3-26,0 2 1,1-3-1,-1 0 1,-1 1-80,-1-1 0,1 3 123,-3 0 0,2 1 60,-2 0 0,0 3-78,-2 0 1,0 2 205,0 0 1,-1 1-64,-1 1 0,0 1 75,-2 1 1,-1 0-38,-1 2 0,-1 0-58,0 3 1,-1 0-19,-1 1 0,-2-1 25,2 2 1,-2-2-159,0 0 1,1-1 127,-1 0 1,1-1-271,-1-1 0,-1-2 70,4 2 1,-3-2-219,2 0 0,-2-1 36,2-1 1,1-1-79,1-1 1,-2 0 115,1-2 1,-1 0 83,2 0 0,1-1 127,-1 0 0,1 0-123,-1 1 1,3-2 297,-1 2 0,3 0 3,0 0 1,1 2 137,1-2 0,0 2-81,0 0 0,0-1-23,2 1 0,-1 0-133,1 2 0,0 0 6,0 0 1,3 0-26,-4 0 1,4 0 31,-3 0 1,0 0 20,0 0 1,1 0-50,1 0 1,-1 2-149,-3 0 0,1 0 90,1-2 1,0 3-123,-2-1 0,0 2 1,0-2 1,0 0 78,0-2 0,-1 2-115,1 1 1,-1-1 73,-1-2 1,1 0-86,-1 0 1,0 0 127,0 0 0,0 0-4,-2 0 1,-1 0 64,-1 0 0,1-2 172,1-1 1,-1-2 72,-1 1 1,-1 1-109,-2-2 0,2 1 15,-2-2 1,-1-1-93,2 1 0,-4-1-96,1 1 1,-1 2 63,-1-1 0,0 3-902,0-2 425,0 3 1,-1-2 473,-1 3 0,-16 11 0,-6 3 0</inkml:trace>
  <inkml:trace contextRef="#ctx0" brushRef="#br0" timeOffset="1107">167 321 8001,'-16'0'0,"0"3"0,4-1 1327,1 2 1,-1 0-552,1 3 0,0-1-166,0 1 0,0 0-133,2 1 1,1 0-57,1 3 0,-1-3-136,-1 3 1,3-1-45,2 1 0,2 1-205,0-2 1,1 3 122,1-1 0,1-1-616,1 0 1,2-3 284,2 3 1,3-3-1185,-1 0 0,4-3 87,-2 0 1,3-4 1268,-1 1 0,15-15 0,4-5 0</inkml:trace>
  <inkml:trace contextRef="#ctx0" brushRef="#br0" timeOffset="1441">289 379 8001,'-13'4'0,"3"2"823,-1 1 0,1 0-263,-1 3 0,0-2 274,2 1 0,3 0-274,2 0 0,1 1-64,-1-1 0,3 2-425,-1-3 1,4 1 100,2-3 1,2-2-407,3 1 0,-1-4 223,2 1 1,3-1-515,2-1 0,2-1 297,-2-1 0,2-2-225,-2-5 1,2 1 26,-2-2 0,0 0-98,-2-1 0,-1 0 126,-1 2 1,-2-2 104,-2 3 0,-4-1 224,-1 0-30,-1 2 1,-4-2 128,-4 2 1,-2 1-49,-4-1 0,0 4 44,0 1 0,-2 1-79,0 1 0,0 0 126,0 0 1,2 1 8,0 1 0,1-1-77,4 3 1,1-1-410,3 1 1,2-2-117,0 2 520,4-2 0,19 6 0,7-1 0</inkml:trace>
  <inkml:trace contextRef="#ctx0" brushRef="#br0" timeOffset="1834">571 418 7980,'-3'-4'0,"3"-2"0,-5 5 960,3-3 0,-3 2-380,3-3 1,-2 3 119,2-2 1,-3 2-267,0 0 0,2-1-163,-1 1 0,-1 0-62,-1 2 1,0 3-115,-1 1 1,-1 2 149,-1 0 1,0 4 6,3 0 1,0 2-139,2 1 0,0-2 111,2 0 0,2-1-427,-2 3 1,2-3 13,2-1 0,3-3-408,4-2 0,2-1 192,0-3 0,3 0-112,1-3 0,2-2 46,-2-4 1,0-2 95,-2 0 0,1-2 127,-1-2 0,1 2 17,-6-2 1,1 1-26,-3 1 1,-2 1 74,-2-1 0,-1 1 102,-1 1 1,-3 2-133,-1 2 0,-3 1 210,-1-1 1,-2 4-100,0 1 0,-3 4-117,3 2 1,-2 2-232,-1 0 1,3 3 94,1-1 1,2 3 351,1-2 0,16 5 0,5-1 0</inkml:trace>
  <inkml:trace contextRef="#ctx0" brushRef="#br0" timeOffset="2073">738 443 7958,'-9'7'0,"4"-1"857,-2 1 0,3-3 305,0 0-275,1-2-665,3 0 1,0-4-242,0-3 1,0 0-52,0-2 0,0-2-106,0-2 0,0-1 89,0-1 0,3 0 145,1 1 0,0-1-183,0 0 1,0 2 48,3 1 0,-2 2-360,1-1 1,-1 3-172,4 1 0,-2 3 607,2 2 0,24 11 0,8 3 0</inkml:trace>
  <inkml:trace contextRef="#ctx0" brushRef="#br0" timeOffset="2484">995 386 7931,'-13'0'0,"3"0"0,-2 0 522,1 0 0,2 0-143,0 0 1,0-3-135,0 1 0,0 0-116,1 2 1,0 1-40,0 1 1,1 2 283,3 2 1,1 0-70,0 1 0,3 0-235,-2 2 1,1 0 122,1 1 0,3 3-159,1-3 1,2 2-124,0-2 1,1-1-225,-1-5 0,3 1 88,-1-3 0,3 0-148,0-2 0,-1-5-68,1-1 1,0-5 167,1 1 0,1-5-197,0-2 1,-2-1 65,-1 1 0,0-4 136,1 2 1,-2-3 90,-2 1 1,-4 1 59,-1-1 0,1 4 113,-1 2 1,0 2 301,-4 2 0,0 5 294,-2 4 0,2 1-327,-2 1 0,1 1 249,-1 1 1,2 3-182,-2 4 0,2 2 7,0-3 1,1 4-19,1-2 0,0 3-246,0 2 0,0-1-67,0 3 0,0-2-31,0 2 0,3-2-295,-1 3 0,3-2-1185,-1 1 1502,2-1 0,12-3 0,2-1 0</inkml:trace>
  <inkml:trace contextRef="#ctx0" brushRef="#br0" timeOffset="2657">1155 405 7893,'0'10'110,"0"-2"1,-2-1 274,0 0 1,0 1-317,2 1 0,0 2 88,0-3 1,0 1-115,2-3 1,-1 1 95,1-1 1,1 0-140,-1 1 0,12-18 0,0-4 0</inkml:trace>
  <inkml:trace contextRef="#ctx0" brushRef="#br0" timeOffset="2805">1181 251 7892,'-3'3'-84,"0"1"92,-1-2 0,1 0-348,3 2 0,0 0 340,0 3 0,8 10 0,3 4 0</inkml:trace>
  <inkml:trace contextRef="#ctx0" brushRef="#br0" timeOffset="3024">1270 495 7892,'-4'0'372,"0"0"85,2 0 1,0-2-18,2-2 0,0-1-120,0-6 0,0 1-369,0-3 1,2 0 118,3 0 0,-2 2 218,2 1 0,-1 1-126,2-2 1,1 4-50,-1-2 0,0 5 3,1 2 0,-3 1 3,0 1 0,1 1-295,1 1 1,0 2 101,-2 5 0,1 1-525,-3 2 1,3 1 294,-3 0 1,3 2-1328,-1 0 1631,-1 0 0,8 3 0,0 2 0</inkml:trace>
  <inkml:trace contextRef="#ctx0" brushRef="#br0" timeOffset="3375">1495 386 7854,'-3'-7'0,"-1"3"608,-2 0 1,2 1-172,0-1 0,-1 3 41,-1-1 1,-1 2-150,1 2 0,0 1 374,-1 4 0,1 1-171,-1 1 1,1 2-79,0 0 1,2 0-241,2 0 1,1 1-115,1-1 1,0-2-289,0 0 1,3-2 199,1-1 0,2-2-525,0-2 0,1-1 284,2-1 0,-1-2-213,3-2 0,-1-1-63,3-6 1,-2 1-217,-1-3 1,-1 2 394,2 0 1,-3 1 126,0 0 1,1-2 243,0 4 0,-3 0-103,-1 4 0,-3 0 250,2 2-132,-3 1 1,2 1 206,-3 4 1,0 4-109,0 1 0,0 2 39,0-3 0,0 4-245,0-2 1,0 0-248,0 1 0,1-1-1450,1 1 1744,-1 1 0,16-11 0,1 1 0</inkml:trace>
  <inkml:trace contextRef="#ctx0" brushRef="#br0" timeOffset="3607">1694 232 7853,'-4'0'265,"1"0"172,0 0 1,3 0 124,-2 2 1,1 0-165,1 2 1,-2 0-43,0 3 1,-1 1-145,3 1 0,0 5-124,0-2 0,0 6-4,0 1 1,0 1-110,0 4 0,0-3-124,0 3 0,0-4-92,0 2 0,3-5-200,-1-2 1,0-2 30,-2 0 410,3-3 0,0-9 0,4-5 0</inkml:trace>
  <inkml:trace contextRef="#ctx0" brushRef="#br0" timeOffset="3799">1630 392 9601,'7'0'90,"1"0"1,2 0-395,3 0 0,0-1-884,0-1 1188,2 1 0,25-10 0,7 0 0</inkml:trace>
  <inkml:trace contextRef="#ctx0" brushRef="#br0" timeOffset="4117">1848 379 7846,'0'4'1766,"-3"-1"1,2-3 255,-1 2-935,1-1-942,1 5 0,1-3-117,1 1 0,0 0-259,2-2 0,-2-1 144,2 3 1,0-2-106,3 0 0,-3-1-896,0-1 1,1 0-192,1 0 267,1-3 1,-1-1 456,0-2 0,-2-1 335,-2 1 0,1 0 215,-1-1 1,0 3 511,-2 0 431,0-1-498,-3 2 0,-2 0 121,-4 3 1,1 3-184,1 1 1,-1 2 501,-1 3 1,0 0-372,0 2 1,2 3-236,-1-1 1,3 1-320,0-1 1,4 0-319,-1 0 0,2-3-172,5-2 1,0 1-685,5-3 1,1 1 1218,2-4 0,20-13 0,4-4 0</inkml:trace>
  <inkml:trace contextRef="#ctx0" brushRef="#br0" timeOffset="4458">2111 328 7819,'-13'3'1092,"1"2"1548,1-2-1619,-1 2-502,2-2-564,0 4 140,4-1 1,3-2-168,3 0 0,0-1 112,3 1 0,0-1 30,4 2 1,-1 0-111,0 0 1,1-2-208,2 2 0,-2-3-142,2 2 0,0 0 136,0 0 0,1 1 106,-1-3 0,-1 2 68,-1-2 0,-1 3 432,1 0 1,-3-2-179,0 1 0,-2-2 1307,3 0-467,-4 2-507,2-1 1,-6 1-75,-1 1 0,-3-3-37,-1 2 0,0-2-461,-3 0 0,0-1 91,-1 1 0,-1-1-871,0 1 0,0 0 525,0 0 1,1-2-2891,-1 2 3209,0-1 0,3-1 0,1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3:34.186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20 1 7965,'0'6'699,"0"0"-505,0 1 1,1-1 51,1 1 1,-1-1-205,1 1 0,-1 1 64,1 1 0,-1 1-283,1-1 1,1 2 166,-1 0 0,3-1-437,-3 1 1,2-4 47,-2 2 1,2 0 398,-2 0 0,3-1 0,-1-1 0</inkml:trace>
  <inkml:trace contextRef="#ctx0" brushRef="#br0" timeOffset="416">7 187 8207,'-3'0'820,"0"0"0,3 0-63,0 2-385,0-1 1,1 3 117,1-2 1,-1 1-149,3 1 1,-1 2-8,1-2 1,-1 2-231,2 0 1,0-2 106,0 1 0,0-1-189,-1 2 0,1-1 290,-3-1-76,3-3-47,-1 5-97,2-5 0,0-1-145,-2-5 1,2-1-62,-2-2 1,-1-2-525,-1 0 0,1-3 339,-1 3 1,2-2-665,-2-1 1,3 1 394,-3 1 1,2 0 566,-2 2 0,-5-8 0,-4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3:36.093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186 181 7984,'-2'-5'-511,"0"1"1078,-3 0 1,2-3-111,-1 1 0,-2 2-52,2-1 0,-2 1-140,0-2 1,-1 1 10,1 1 1,-3 3-38,-2-1 0,-1 2-109,-1 2 0,0 1 45,0 4 1,0 2-1,1 2 1,2 1-96,1 1 0,2-1 124,1 1 0,2 1-181,2 1 0,1-2 80,1 2 1,3-3-208,1-2 1,5 0 62,2 1 1,1-4-89,3-3 1,0-2 53,2 0 0,0-4-431,2-3 0,0-3 36,0-3 1,-1-1-149,-1-1 0,-1-2 49,1-2 0,-2-2 163,-4 0 0,-3 2 231,-3 0 1,0 2 41,-3 0 0,-1 3 147,-6 1 0,0 2-74,-5 5 0,-1-1 57,-2 3 1,0 0 58,0 2 1,-2 3-20,0 1 1,1 4-42,4 0 0,0 3-37,4-3 0,0 1-236,2-3 0,1 1 277,3-1 0,26-5 0,6-2 0</inkml:trace>
  <inkml:trace contextRef="#ctx0" brushRef="#br0" timeOffset="241">359 290 7984,'-3'0'0,"-3"0"813,2 0-482,-2 0 0,0-3-91,2-2 1,-1-1-108,3-3 0,0-1-191,2-2 0,0-1 156,0 0 0,0 0 49,0 0 1,1 1-176,1 2 0,1-2 95,4 4 1,-1-1-135,0 3 0,1 0-191,-1 2 0,3-1-329,-1 3 1,2-1 292,-2 3 294,-1 0 0,17 9 0,0 2 0</inkml:trace>
  <inkml:trace contextRef="#ctx0" brushRef="#br0" timeOffset="433">488 168 7984,'-4'6'0,"-2"-2"0,6 1 271,-3 0 1,1 0 436,0 2 1,-1-1-708,3 1 0,1 1 20,1 1 1,0 1-491,2-1 0,-2-1 237,2-1 1,1 0 231,1 2 0,0-2 0,1 2 0</inkml:trace>
  <inkml:trace contextRef="#ctx0" brushRef="#br0" timeOffset="600">507 1 7984,'-7'0'-297,"2"1"241,0 1 1,3-1-406,2 3 0,0 3 461,0 1 0,8 18 0,3 2 0</inkml:trace>
  <inkml:trace contextRef="#ctx0" brushRef="#br0" timeOffset="892">584 187 7984,'3'3'-47,"0"-3"0,-2 5 315,1-2 0,0-1 433,2 1 1,-2-3-464,2 2 0,0-1-13,3-1 0,-1-2-354,1 0 0,-2-3 123,0 1 1,0-2-3,0 0 1,-2-1 42,-1 1 1,1 1-37,-1 1 0,0 0 54,-2-3 1,0 3-46,0 0 1,-3 2 209,-1-3 0,-2 4-98,0-1 0,-1 1 388,1 1 1,-3 1-146,1 1 0,-1 2 262,3 2 1,0 0-184,2 1 0,-1 2-125,3 2 1,-1 1-204,3 1 0,1 0-166,1-1 1,2 1-587,2 0 1,3-1 432,2-1 0,1-3-956,1-3 0,0-2 525,0-3 1,2-1-1624,0-1 2259,0-2 0,9-31 0,3-7 0</inkml:trace>
  <inkml:trace contextRef="#ctx0" brushRef="#br0" timeOffset="1167">789 193 7980,'-6'7'681,"-1"2"0,4-2-187,1 2 1,-1-2 175,1-1-629,-1 1 328,3-4-656,0 0 0,3-4 24,-1-1 0,2-2-150,-2-5 1,3 2 249,-1-4 0,1 0 26,0-2 0,0 1 190,0 2 1,0-3-194,2 3 0,-1 0 376,1 2 0,-3 1-90,0 0 0,0 2 133,3 0 0,-3 0-42,0 3 0,1 2 47,1 4 0,-2 1-180,1 6 0,-2-1-131,1 3 1,1 1-627,-2 1 1,1-2 354,-2 2 1,2-1 297,-2-2 0,6 7 0,-1 1 0</inkml:trace>
  <inkml:trace contextRef="#ctx0" brushRef="#br0" timeOffset="1375">975 14 7916,'-6'3'154,"2"0"1,-1 1 613,3 1 0,0-1-248,2 2 0,0 2-77,0 0 0,0 2-161,0 3 0,2 3-192,0 1 1,2-1-9,-1 1 1,1 1-119,-2 3 0,1-1-339,-1 2 0,-1-4-1531,4-1 1906,-4-3 0,5 2 0,-3-4 0</inkml:trace>
  <inkml:trace contextRef="#ctx0" brushRef="#br0" timeOffset="1547">943 136 8531,'7'0'-710,"2"0"0,1 0-123,2 0 833,1 0 0,26-3 0,6-1 0</inkml:trace>
  <inkml:trace contextRef="#ctx0" brushRef="#br0" timeOffset="1860">1187 155 7911,'-7'0'0,"3"0"-105,0 0 1,0 0 157,-3 0 193,1-3 1,-1 2 11,1-1 1,-1-1 185,1 1 0,2 0 309,-1 2-177,1 0 0,-2 3-244,-1 1 1,3 3-115,0 1 0,2 2-108,-3 3 0,4 0 107,-1 0 1,1-1-310,1 1 0,0-1-121,0-1 1,2-2-244,0-2 0,4-4 207,1-1 0,0-2-149,3-2 1,-1-1-66,2-4 1,-3-2 141,3-2 1,-3 1 219,0 0 0,1 1-78,0-2 0,0 4 139,-3-2 0,-2 3 59,1 1 1,-2 0 426,1 0-77,-1 3-83,0-1 1,-2 3-51,1 3 1,-1 0-103,-1 4 0,2-1-420,0 0 0,0 1 160,-2-1 0,2 1-1275,0 2 1401,3-2 0,2 11 0,3-1 0</inkml:trace>
  <inkml:trace contextRef="#ctx0" brushRef="#br0" timeOffset="2100">1347 1 7887,'0'9'586,"0"-2"1,0 3 26,0-1 1,0 2 96,0 3 1,0 1-257,0 2 0,1 3-165,1 3 0,-1 0-262,1 1 0,1-4 88,2 2 1,-2-2-724,1-1 1,1-3 446,1-1 0,-2-4-1926,1-3 2087,-1 0 0,-6-25 0,-2-5 0</inkml:trace>
  <inkml:trace contextRef="#ctx0" brushRef="#br0" timeOffset="2275">1289 161 7887,'4'3'1189,"2"-2"0,-3 2-510,4-3 0,2 0-473,2 0 0,1-1-400,1-1 0,2-1-374,2-1 0,2-2 568,0 2 0,15-11 0,3-2 0</inkml:trace>
  <inkml:trace contextRef="#ctx0" brushRef="#br0" timeOffset="2450">1514 187 7887,'-3'6'0,"2"1"0,-2 1 576,3 1 1,0-1-154,0-1 0,0-1-442,0 1 1,0-1-304,0 0 322,0-2 0,6-10 0,1-4 0</inkml:trace>
  <inkml:trace contextRef="#ctx0" brushRef="#br0" timeOffset="2626">1546 14 7887,'-4'0'684,"-1"3"1,2-2-83,-1 3-669,1-2 1,3 3-828,0 0 1,0 1 893,0 3 0,14 9 0,4 6 0</inkml:trace>
  <inkml:trace contextRef="#ctx0" brushRef="#br0" timeOffset="2926">1693 142 7887,'-10'3'0,"1"-2"513,0 4 0,4-1 735,-1 2 0,1 1-571,-2-1 0,3 1-270,0 2 1,1-1-80,-1 2 0,3-1-48,-1 2 0,1-4-271,1 2 0,1 0 96,1 0 1,-1-3-84,3-2 1,1 0-209,1 0 0,1-1-281,2-3 1,-1 0-595,2 0 1,-1-3 499,2-1 1,-3-4-505,3 0 1,-3-3 482,0 2 0,-1-2 211,0 0 0,-2-1 142,0-1 0,0 1 337,-3-1 0,0 1-39,-2 1 0,0-1-51,0 1 0,-3 2 412,-1 0 0,-4 5-244,0 2 0,-4 1 593,1 1 1,1 3-312,0 1 0,4 2-362,0 0 1,3 2 88,-2 0 1,4-1-1018,-1 2 0,4-3 822,2-2 0,28 2 0,6-2 0</inkml:trace>
  <inkml:trace contextRef="#ctx0" brushRef="#br0" timeOffset="3176">1841 213 7864,'-3'3'869,"0"3"0,-2-5 195,1 1-482,3-2-356,-2 0 1,3-2-203,3-3 0,0-3 89,4 0 0,-1-3-151,0 3 0,3-2 20,0 2 1,-1 1 54,-2-2 1,3 2 40,0 1 0,0 0-44,-1 2 0,0-1 251,0 3 0,-1-1-121,0 3 1,-1 1 483,0 1 1,-1 3-184,-1 3 1,-2 2 33,2 3 1,-2 0-321,0 0 1,-1 0-319,-1 2 1,0-1-1414,0 1 1,0-2 348,0 0 1203,0 0 0,-12 8 0,-2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e50444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2ccbe50444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66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84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cbe504443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2ccbe504443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E074-461E-889C-D948-6D91A803B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F53F8B3-B488-EF24-7A86-3781C9E72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FB97A43-9DA4-F15F-E74D-8DE2D4546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45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11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28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42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3FB15-EDC8-29D6-0569-BB228F04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075C6D3-505B-B6FF-1236-541252AAF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5D3ED01-6611-1861-823E-761C9AE58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83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 b="0" i="0">
                <a:latin typeface="Segoe UI Light" panose="020B0402040204020203" pitchFamily="34" charset="0"/>
                <a:cs typeface="Segoe UI Light" panose="020B04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D1041CCD-685A-FE46-96D1-3E2C6B1317CE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03.04.26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1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65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1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3848465F-F72A-0941-9156-E01881372999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03.04.26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4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988DDE4E-C344-FB4C-860F-215D810B1B8F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03.04.26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0CC93683-A0E9-0449-95F7-50D94268C150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03.04.26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7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19AC7724-915F-984D-BDD3-56B6D1D6DDE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03.04.26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51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0A633956-F26E-014D-8854-2ECE0297438B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03.04.26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1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338762FB-E42D-8A41-9FD3-F9F99F28FE0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03.04.26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049540F5-F8C1-A447-987C-F12367CAD68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03.04.26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8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36349309-85D4-BC4A-B0CF-8585A642F3E8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03.04.26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32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5653B1A-026D-0798-4C02-15C713B9863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6836" y="4733926"/>
            <a:ext cx="1287391" cy="4701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863FD9D-D523-A4C2-C1BE-8E5F51E930A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09092" y="4828074"/>
            <a:ext cx="275076" cy="2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issanv.github.i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polybox.ethz.ch/index.php/s/AReA9YBeJQKxBD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18.png"/><Relationship Id="rId26" Type="http://schemas.openxmlformats.org/officeDocument/2006/relationships/image" Target="../media/image22.png"/><Relationship Id="rId21" Type="http://schemas.openxmlformats.org/officeDocument/2006/relationships/customXml" Target="../ink/ink10.xml"/><Relationship Id="rId34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customXml" Target="../ink/ink6.xml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8.png"/><Relationship Id="rId2" Type="http://schemas.openxmlformats.org/officeDocument/2006/relationships/customXml" Target="../ink/ink1.xml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4.png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customXml" Target="../ink/ink18.xml"/><Relationship Id="rId5" Type="http://schemas.openxmlformats.org/officeDocument/2006/relationships/image" Target="../media/image11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3.png"/><Relationship Id="rId36" Type="http://schemas.openxmlformats.org/officeDocument/2006/relationships/image" Target="../media/image27.png"/><Relationship Id="rId10" Type="http://schemas.openxmlformats.org/officeDocument/2006/relationships/customXml" Target="../ink/ink5.xml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customXml" Target="../ink/ink2.xml"/><Relationship Id="rId9" Type="http://schemas.openxmlformats.org/officeDocument/2006/relationships/image" Target="../media/image13.png"/><Relationship Id="rId14" Type="http://schemas.openxmlformats.org/officeDocument/2006/relationships/image" Target="../media/image16.png"/><Relationship Id="rId22" Type="http://schemas.openxmlformats.org/officeDocument/2006/relationships/image" Target="../media/image20.png"/><Relationship Id="rId27" Type="http://schemas.openxmlformats.org/officeDocument/2006/relationships/customXml" Target="../ink/ink13.xml"/><Relationship Id="rId30" Type="http://schemas.openxmlformats.org/officeDocument/2006/relationships/image" Target="../media/image24.png"/><Relationship Id="rId35" Type="http://schemas.openxmlformats.org/officeDocument/2006/relationships/customXml" Target="../ink/ink17.xml"/><Relationship Id="rId8" Type="http://schemas.openxmlformats.org/officeDocument/2006/relationships/customXml" Target="../ink/ink4.xml"/><Relationship Id="rId3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13" Type="http://schemas.openxmlformats.org/officeDocument/2006/relationships/image" Target="../media/image35.png"/><Relationship Id="rId18" Type="http://schemas.openxmlformats.org/officeDocument/2006/relationships/image" Target="../media/image30.jpe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customXml" Target="../ink/ink23.xml"/><Relationship Id="rId17" Type="http://schemas.openxmlformats.org/officeDocument/2006/relationships/image" Target="../media/image37.png"/><Relationship Id="rId2" Type="http://schemas.openxmlformats.org/officeDocument/2006/relationships/image" Target="../media/image29.png"/><Relationship Id="rId16" Type="http://schemas.openxmlformats.org/officeDocument/2006/relationships/customXml" Target="../ink/ink2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5" Type="http://schemas.openxmlformats.org/officeDocument/2006/relationships/image" Target="../media/image36.png"/><Relationship Id="rId10" Type="http://schemas.openxmlformats.org/officeDocument/2006/relationships/customXml" Target="../ink/ink22.xml"/><Relationship Id="rId4" Type="http://schemas.openxmlformats.org/officeDocument/2006/relationships/customXml" Target="../ink/ink19.xml"/><Relationship Id="rId9" Type="http://schemas.openxmlformats.org/officeDocument/2006/relationships/image" Target="../media/image33.png"/><Relationship Id="rId14" Type="http://schemas.openxmlformats.org/officeDocument/2006/relationships/customXml" Target="../ink/ink2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customXml" Target="../ink/ink27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customXml" Target="../ink/ink26.xml"/><Relationship Id="rId4" Type="http://schemas.openxmlformats.org/officeDocument/2006/relationships/image" Target="../media/image41.pn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customXml" Target="../ink/ink32.xml"/><Relationship Id="rId18" Type="http://schemas.openxmlformats.org/officeDocument/2006/relationships/image" Target="../media/image53.png"/><Relationship Id="rId3" Type="http://schemas.openxmlformats.org/officeDocument/2006/relationships/image" Target="../media/image40.png"/><Relationship Id="rId21" Type="http://schemas.openxmlformats.org/officeDocument/2006/relationships/customXml" Target="../ink/ink36.xml"/><Relationship Id="rId7" Type="http://schemas.openxmlformats.org/officeDocument/2006/relationships/customXml" Target="../ink/ink29.xml"/><Relationship Id="rId12" Type="http://schemas.openxmlformats.org/officeDocument/2006/relationships/image" Target="../media/image50.png"/><Relationship Id="rId17" Type="http://schemas.openxmlformats.org/officeDocument/2006/relationships/customXml" Target="../ink/ink34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2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customXml" Target="../ink/ink31.xml"/><Relationship Id="rId5" Type="http://schemas.openxmlformats.org/officeDocument/2006/relationships/customXml" Target="../ink/ink28.xml"/><Relationship Id="rId15" Type="http://schemas.openxmlformats.org/officeDocument/2006/relationships/customXml" Target="../ink/ink33.xml"/><Relationship Id="rId23" Type="http://schemas.openxmlformats.org/officeDocument/2006/relationships/image" Target="../media/image56.png"/><Relationship Id="rId10" Type="http://schemas.openxmlformats.org/officeDocument/2006/relationships/image" Target="../media/image49.png"/><Relationship Id="rId19" Type="http://schemas.openxmlformats.org/officeDocument/2006/relationships/customXml" Target="../ink/ink35.xml"/><Relationship Id="rId4" Type="http://schemas.openxmlformats.org/officeDocument/2006/relationships/image" Target="../media/image46.png"/><Relationship Id="rId9" Type="http://schemas.openxmlformats.org/officeDocument/2006/relationships/customXml" Target="../ink/ink30.xml"/><Relationship Id="rId14" Type="http://schemas.openxmlformats.org/officeDocument/2006/relationships/image" Target="../media/image51.png"/><Relationship Id="rId22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9.png"/><Relationship Id="rId21" Type="http://schemas.openxmlformats.org/officeDocument/2006/relationships/customXml" Target="../ink/ink46.xml"/><Relationship Id="rId42" Type="http://schemas.openxmlformats.org/officeDocument/2006/relationships/image" Target="../media/image78.png"/><Relationship Id="rId47" Type="http://schemas.openxmlformats.org/officeDocument/2006/relationships/customXml" Target="../ink/ink58.xml"/><Relationship Id="rId63" Type="http://schemas.openxmlformats.org/officeDocument/2006/relationships/customXml" Target="../ink/ink66.xml"/><Relationship Id="rId68" Type="http://schemas.openxmlformats.org/officeDocument/2006/relationships/image" Target="../media/image91.png"/><Relationship Id="rId84" Type="http://schemas.openxmlformats.org/officeDocument/2006/relationships/image" Target="../media/image99.png"/><Relationship Id="rId89" Type="http://schemas.openxmlformats.org/officeDocument/2006/relationships/image" Target="../media/image102.png"/><Relationship Id="rId16" Type="http://schemas.openxmlformats.org/officeDocument/2006/relationships/image" Target="../media/image64.png"/><Relationship Id="rId107" Type="http://schemas.openxmlformats.org/officeDocument/2006/relationships/image" Target="../media/image111.png"/><Relationship Id="rId11" Type="http://schemas.openxmlformats.org/officeDocument/2006/relationships/customXml" Target="../ink/ink41.xml"/><Relationship Id="rId32" Type="http://schemas.openxmlformats.org/officeDocument/2006/relationships/image" Target="../media/image73.png"/><Relationship Id="rId37" Type="http://schemas.openxmlformats.org/officeDocument/2006/relationships/customXml" Target="../ink/ink53.xml"/><Relationship Id="rId53" Type="http://schemas.openxmlformats.org/officeDocument/2006/relationships/customXml" Target="../ink/ink61.xml"/><Relationship Id="rId58" Type="http://schemas.openxmlformats.org/officeDocument/2006/relationships/image" Target="../media/image86.png"/><Relationship Id="rId74" Type="http://schemas.openxmlformats.org/officeDocument/2006/relationships/image" Target="../media/image94.png"/><Relationship Id="rId79" Type="http://schemas.openxmlformats.org/officeDocument/2006/relationships/customXml" Target="../ink/ink74.xml"/><Relationship Id="rId102" Type="http://schemas.openxmlformats.org/officeDocument/2006/relationships/customXml" Target="../ink/ink85.xml"/><Relationship Id="rId5" Type="http://schemas.openxmlformats.org/officeDocument/2006/relationships/customXml" Target="../ink/ink38.xml"/><Relationship Id="rId90" Type="http://schemas.openxmlformats.org/officeDocument/2006/relationships/customXml" Target="../ink/ink79.xml"/><Relationship Id="rId95" Type="http://schemas.openxmlformats.org/officeDocument/2006/relationships/image" Target="../media/image105.png"/><Relationship Id="rId22" Type="http://schemas.openxmlformats.org/officeDocument/2006/relationships/image" Target="../media/image67.png"/><Relationship Id="rId27" Type="http://schemas.openxmlformats.org/officeDocument/2006/relationships/image" Target="../media/image70.png"/><Relationship Id="rId43" Type="http://schemas.openxmlformats.org/officeDocument/2006/relationships/customXml" Target="../ink/ink56.xml"/><Relationship Id="rId48" Type="http://schemas.openxmlformats.org/officeDocument/2006/relationships/image" Target="../media/image81.png"/><Relationship Id="rId64" Type="http://schemas.openxmlformats.org/officeDocument/2006/relationships/image" Target="../media/image89.png"/><Relationship Id="rId69" Type="http://schemas.openxmlformats.org/officeDocument/2006/relationships/customXml" Target="../ink/ink69.xml"/><Relationship Id="rId80" Type="http://schemas.openxmlformats.org/officeDocument/2006/relationships/image" Target="../media/image97.png"/><Relationship Id="rId85" Type="http://schemas.openxmlformats.org/officeDocument/2006/relationships/customXml" Target="../ink/ink77.xml"/><Relationship Id="rId12" Type="http://schemas.openxmlformats.org/officeDocument/2006/relationships/image" Target="../media/image62.png"/><Relationship Id="rId17" Type="http://schemas.openxmlformats.org/officeDocument/2006/relationships/customXml" Target="../ink/ink44.xml"/><Relationship Id="rId33" Type="http://schemas.openxmlformats.org/officeDocument/2006/relationships/customXml" Target="../ink/ink51.xml"/><Relationship Id="rId38" Type="http://schemas.openxmlformats.org/officeDocument/2006/relationships/image" Target="../media/image76.png"/><Relationship Id="rId59" Type="http://schemas.openxmlformats.org/officeDocument/2006/relationships/customXml" Target="../ink/ink64.xml"/><Relationship Id="rId103" Type="http://schemas.openxmlformats.org/officeDocument/2006/relationships/image" Target="../media/image109.png"/><Relationship Id="rId108" Type="http://schemas.openxmlformats.org/officeDocument/2006/relationships/customXml" Target="../ink/ink88.xml"/><Relationship Id="rId54" Type="http://schemas.openxmlformats.org/officeDocument/2006/relationships/image" Target="../media/image84.png"/><Relationship Id="rId70" Type="http://schemas.openxmlformats.org/officeDocument/2006/relationships/image" Target="../media/image92.png"/><Relationship Id="rId75" Type="http://schemas.openxmlformats.org/officeDocument/2006/relationships/customXml" Target="../ink/ink72.xml"/><Relationship Id="rId91" Type="http://schemas.openxmlformats.org/officeDocument/2006/relationships/image" Target="../media/image103.png"/><Relationship Id="rId96" Type="http://schemas.openxmlformats.org/officeDocument/2006/relationships/customXml" Target="../ink/ink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5" Type="http://schemas.openxmlformats.org/officeDocument/2006/relationships/customXml" Target="../ink/ink43.xml"/><Relationship Id="rId23" Type="http://schemas.openxmlformats.org/officeDocument/2006/relationships/customXml" Target="../ink/ink47.xml"/><Relationship Id="rId28" Type="http://schemas.openxmlformats.org/officeDocument/2006/relationships/customXml" Target="../ink/ink49.xml"/><Relationship Id="rId36" Type="http://schemas.openxmlformats.org/officeDocument/2006/relationships/image" Target="../media/image75.png"/><Relationship Id="rId49" Type="http://schemas.openxmlformats.org/officeDocument/2006/relationships/customXml" Target="../ink/ink59.xml"/><Relationship Id="rId57" Type="http://schemas.openxmlformats.org/officeDocument/2006/relationships/customXml" Target="../ink/ink63.xml"/><Relationship Id="rId106" Type="http://schemas.openxmlformats.org/officeDocument/2006/relationships/customXml" Target="../ink/ink87.xml"/><Relationship Id="rId10" Type="http://schemas.openxmlformats.org/officeDocument/2006/relationships/image" Target="../media/image61.png"/><Relationship Id="rId31" Type="http://schemas.openxmlformats.org/officeDocument/2006/relationships/image" Target="../media/image72.png"/><Relationship Id="rId44" Type="http://schemas.openxmlformats.org/officeDocument/2006/relationships/image" Target="../media/image79.png"/><Relationship Id="rId52" Type="http://schemas.openxmlformats.org/officeDocument/2006/relationships/image" Target="../media/image83.png"/><Relationship Id="rId60" Type="http://schemas.openxmlformats.org/officeDocument/2006/relationships/image" Target="../media/image87.png"/><Relationship Id="rId65" Type="http://schemas.openxmlformats.org/officeDocument/2006/relationships/customXml" Target="../ink/ink67.xml"/><Relationship Id="rId73" Type="http://schemas.openxmlformats.org/officeDocument/2006/relationships/customXml" Target="../ink/ink71.xml"/><Relationship Id="rId78" Type="http://schemas.openxmlformats.org/officeDocument/2006/relationships/image" Target="../media/image96.png"/><Relationship Id="rId81" Type="http://schemas.openxmlformats.org/officeDocument/2006/relationships/customXml" Target="../ink/ink75.xml"/><Relationship Id="rId86" Type="http://schemas.openxmlformats.org/officeDocument/2006/relationships/image" Target="../media/image100.png"/><Relationship Id="rId94" Type="http://schemas.openxmlformats.org/officeDocument/2006/relationships/customXml" Target="../ink/ink81.xml"/><Relationship Id="rId99" Type="http://schemas.openxmlformats.org/officeDocument/2006/relationships/image" Target="../media/image107.png"/><Relationship Id="rId101" Type="http://schemas.openxmlformats.org/officeDocument/2006/relationships/image" Target="../media/image108.png"/><Relationship Id="rId4" Type="http://schemas.openxmlformats.org/officeDocument/2006/relationships/image" Target="../media/image58.png"/><Relationship Id="rId9" Type="http://schemas.openxmlformats.org/officeDocument/2006/relationships/customXml" Target="../ink/ink40.xml"/><Relationship Id="rId13" Type="http://schemas.openxmlformats.org/officeDocument/2006/relationships/customXml" Target="../ink/ink42.xml"/><Relationship Id="rId18" Type="http://schemas.openxmlformats.org/officeDocument/2006/relationships/image" Target="../media/image65.png"/><Relationship Id="rId39" Type="http://schemas.openxmlformats.org/officeDocument/2006/relationships/customXml" Target="../ink/ink54.xml"/><Relationship Id="rId109" Type="http://schemas.openxmlformats.org/officeDocument/2006/relationships/image" Target="../media/image112.png"/><Relationship Id="rId34" Type="http://schemas.openxmlformats.org/officeDocument/2006/relationships/image" Target="../media/image74.png"/><Relationship Id="rId50" Type="http://schemas.openxmlformats.org/officeDocument/2006/relationships/image" Target="../media/image82.png"/><Relationship Id="rId55" Type="http://schemas.openxmlformats.org/officeDocument/2006/relationships/customXml" Target="../ink/ink62.xml"/><Relationship Id="rId76" Type="http://schemas.openxmlformats.org/officeDocument/2006/relationships/image" Target="../media/image95.png"/><Relationship Id="rId97" Type="http://schemas.openxmlformats.org/officeDocument/2006/relationships/image" Target="../media/image106.png"/><Relationship Id="rId104" Type="http://schemas.openxmlformats.org/officeDocument/2006/relationships/customXml" Target="../ink/ink86.xml"/><Relationship Id="rId7" Type="http://schemas.openxmlformats.org/officeDocument/2006/relationships/customXml" Target="../ink/ink39.xml"/><Relationship Id="rId71" Type="http://schemas.openxmlformats.org/officeDocument/2006/relationships/customXml" Target="../ink/ink70.xml"/><Relationship Id="rId92" Type="http://schemas.openxmlformats.org/officeDocument/2006/relationships/customXml" Target="../ink/ink80.xml"/><Relationship Id="rId2" Type="http://schemas.openxmlformats.org/officeDocument/2006/relationships/customXml" Target="../ink/ink37.xml"/><Relationship Id="rId29" Type="http://schemas.openxmlformats.org/officeDocument/2006/relationships/image" Target="../media/image71.png"/><Relationship Id="rId24" Type="http://schemas.openxmlformats.org/officeDocument/2006/relationships/image" Target="../media/image68.png"/><Relationship Id="rId40" Type="http://schemas.openxmlformats.org/officeDocument/2006/relationships/image" Target="../media/image77.png"/><Relationship Id="rId45" Type="http://schemas.openxmlformats.org/officeDocument/2006/relationships/customXml" Target="../ink/ink57.xml"/><Relationship Id="rId66" Type="http://schemas.openxmlformats.org/officeDocument/2006/relationships/image" Target="../media/image90.png"/><Relationship Id="rId87" Type="http://schemas.openxmlformats.org/officeDocument/2006/relationships/customXml" Target="../ink/ink78.xml"/><Relationship Id="rId110" Type="http://schemas.openxmlformats.org/officeDocument/2006/relationships/customXml" Target="../ink/ink89.xml"/><Relationship Id="rId61" Type="http://schemas.openxmlformats.org/officeDocument/2006/relationships/customXml" Target="../ink/ink65.xml"/><Relationship Id="rId82" Type="http://schemas.openxmlformats.org/officeDocument/2006/relationships/image" Target="../media/image98.png"/><Relationship Id="rId19" Type="http://schemas.openxmlformats.org/officeDocument/2006/relationships/customXml" Target="../ink/ink45.xml"/><Relationship Id="rId14" Type="http://schemas.openxmlformats.org/officeDocument/2006/relationships/image" Target="../media/image63.png"/><Relationship Id="rId30" Type="http://schemas.openxmlformats.org/officeDocument/2006/relationships/customXml" Target="../ink/ink50.xml"/><Relationship Id="rId35" Type="http://schemas.openxmlformats.org/officeDocument/2006/relationships/customXml" Target="../ink/ink52.xml"/><Relationship Id="rId56" Type="http://schemas.openxmlformats.org/officeDocument/2006/relationships/image" Target="../media/image85.png"/><Relationship Id="rId77" Type="http://schemas.openxmlformats.org/officeDocument/2006/relationships/customXml" Target="../ink/ink73.xml"/><Relationship Id="rId100" Type="http://schemas.openxmlformats.org/officeDocument/2006/relationships/customXml" Target="../ink/ink84.xml"/><Relationship Id="rId105" Type="http://schemas.openxmlformats.org/officeDocument/2006/relationships/image" Target="../media/image110.png"/><Relationship Id="rId8" Type="http://schemas.openxmlformats.org/officeDocument/2006/relationships/image" Target="../media/image60.png"/><Relationship Id="rId51" Type="http://schemas.openxmlformats.org/officeDocument/2006/relationships/customXml" Target="../ink/ink60.xml"/><Relationship Id="rId72" Type="http://schemas.openxmlformats.org/officeDocument/2006/relationships/image" Target="../media/image93.png"/><Relationship Id="rId93" Type="http://schemas.openxmlformats.org/officeDocument/2006/relationships/image" Target="../media/image104.png"/><Relationship Id="rId98" Type="http://schemas.openxmlformats.org/officeDocument/2006/relationships/customXml" Target="../ink/ink83.xml"/><Relationship Id="rId3" Type="http://schemas.openxmlformats.org/officeDocument/2006/relationships/image" Target="../media/image57.png"/><Relationship Id="rId25" Type="http://schemas.openxmlformats.org/officeDocument/2006/relationships/customXml" Target="../ink/ink48.xml"/><Relationship Id="rId46" Type="http://schemas.openxmlformats.org/officeDocument/2006/relationships/image" Target="../media/image80.png"/><Relationship Id="rId67" Type="http://schemas.openxmlformats.org/officeDocument/2006/relationships/customXml" Target="../ink/ink68.xml"/><Relationship Id="rId20" Type="http://schemas.openxmlformats.org/officeDocument/2006/relationships/image" Target="../media/image66.png"/><Relationship Id="rId41" Type="http://schemas.openxmlformats.org/officeDocument/2006/relationships/customXml" Target="../ink/ink55.xml"/><Relationship Id="rId62" Type="http://schemas.openxmlformats.org/officeDocument/2006/relationships/image" Target="../media/image88.png"/><Relationship Id="rId83" Type="http://schemas.openxmlformats.org/officeDocument/2006/relationships/customXml" Target="../ink/ink76.xml"/><Relationship Id="rId88" Type="http://schemas.openxmlformats.org/officeDocument/2006/relationships/image" Target="../media/image101.png"/><Relationship Id="rId111" Type="http://schemas.openxmlformats.org/officeDocument/2006/relationships/image" Target="../media/image1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91.xml"/><Relationship Id="rId13" Type="http://schemas.openxmlformats.org/officeDocument/2006/relationships/customXml" Target="../ink/ink93.xml"/><Relationship Id="rId3" Type="http://schemas.openxmlformats.org/officeDocument/2006/relationships/image" Target="../media/image123.png"/><Relationship Id="rId7" Type="http://schemas.openxmlformats.org/officeDocument/2006/relationships/image" Target="../media/image126.png"/><Relationship Id="rId12" Type="http://schemas.openxmlformats.org/officeDocument/2006/relationships/image" Target="../media/image12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0.xml"/><Relationship Id="rId11" Type="http://schemas.openxmlformats.org/officeDocument/2006/relationships/customXml" Target="../ink/ink92.xml"/><Relationship Id="rId5" Type="http://schemas.openxmlformats.org/officeDocument/2006/relationships/image" Target="../media/image118.png"/><Relationship Id="rId15" Type="http://schemas.openxmlformats.org/officeDocument/2006/relationships/customXml" Target="../ink/ink94.xml"/><Relationship Id="rId10" Type="http://schemas.openxmlformats.org/officeDocument/2006/relationships/image" Target="../media/image128.png"/><Relationship Id="rId4" Type="http://schemas.openxmlformats.org/officeDocument/2006/relationships/image" Target="../media/image117.png"/><Relationship Id="rId9" Type="http://schemas.openxmlformats.org/officeDocument/2006/relationships/image" Target="../media/image127.png"/><Relationship Id="rId14" Type="http://schemas.openxmlformats.org/officeDocument/2006/relationships/image" Target="../media/image1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jpeg"/><Relationship Id="rId4" Type="http://schemas.openxmlformats.org/officeDocument/2006/relationships/image" Target="../media/image120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7.xml"/><Relationship Id="rId13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39.png"/><Relationship Id="rId12" Type="http://schemas.openxmlformats.org/officeDocument/2006/relationships/customXml" Target="../ink/ink99.xml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6.xml"/><Relationship Id="rId11" Type="http://schemas.openxmlformats.org/officeDocument/2006/relationships/image" Target="../media/image141.png"/><Relationship Id="rId5" Type="http://schemas.openxmlformats.org/officeDocument/2006/relationships/image" Target="../media/image138.png"/><Relationship Id="rId10" Type="http://schemas.openxmlformats.org/officeDocument/2006/relationships/customXml" Target="../ink/ink98.xml"/><Relationship Id="rId4" Type="http://schemas.openxmlformats.org/officeDocument/2006/relationships/customXml" Target="../ink/ink95.xml"/><Relationship Id="rId9" Type="http://schemas.openxmlformats.org/officeDocument/2006/relationships/image" Target="../media/image140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3.xml"/><Relationship Id="rId18" Type="http://schemas.openxmlformats.org/officeDocument/2006/relationships/image" Target="../media/image152.png"/><Relationship Id="rId26" Type="http://schemas.openxmlformats.org/officeDocument/2006/relationships/image" Target="../media/image156.png"/><Relationship Id="rId39" Type="http://schemas.openxmlformats.org/officeDocument/2006/relationships/image" Target="../media/image124.png"/><Relationship Id="rId21" Type="http://schemas.openxmlformats.org/officeDocument/2006/relationships/customXml" Target="../ink/ink107.xml"/><Relationship Id="rId34" Type="http://schemas.openxmlformats.org/officeDocument/2006/relationships/image" Target="../media/image160.png"/><Relationship Id="rId42" Type="http://schemas.openxmlformats.org/officeDocument/2006/relationships/customXml" Target="../ink/ink117.xml"/><Relationship Id="rId47" Type="http://schemas.openxmlformats.org/officeDocument/2006/relationships/image" Target="../media/image167.png"/><Relationship Id="rId7" Type="http://schemas.openxmlformats.org/officeDocument/2006/relationships/customXml" Target="../ink/ink100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1.png"/><Relationship Id="rId29" Type="http://schemas.openxmlformats.org/officeDocument/2006/relationships/customXml" Target="../ink/ink111.xml"/><Relationship Id="rId11" Type="http://schemas.openxmlformats.org/officeDocument/2006/relationships/customXml" Target="../ink/ink102.xml"/><Relationship Id="rId24" Type="http://schemas.openxmlformats.org/officeDocument/2006/relationships/image" Target="../media/image155.png"/><Relationship Id="rId32" Type="http://schemas.openxmlformats.org/officeDocument/2006/relationships/image" Target="../media/image159.png"/><Relationship Id="rId37" Type="http://schemas.openxmlformats.org/officeDocument/2006/relationships/customXml" Target="../ink/ink115.xml"/><Relationship Id="rId40" Type="http://schemas.openxmlformats.org/officeDocument/2006/relationships/customXml" Target="../ink/ink116.xml"/><Relationship Id="rId45" Type="http://schemas.openxmlformats.org/officeDocument/2006/relationships/image" Target="../media/image166.png"/><Relationship Id="rId5" Type="http://schemas.openxmlformats.org/officeDocument/2006/relationships/image" Target="../media/image145.png"/><Relationship Id="rId15" Type="http://schemas.openxmlformats.org/officeDocument/2006/relationships/customXml" Target="../ink/ink104.xml"/><Relationship Id="rId23" Type="http://schemas.openxmlformats.org/officeDocument/2006/relationships/customXml" Target="../ink/ink108.xml"/><Relationship Id="rId28" Type="http://schemas.openxmlformats.org/officeDocument/2006/relationships/image" Target="../media/image157.png"/><Relationship Id="rId36" Type="http://schemas.openxmlformats.org/officeDocument/2006/relationships/image" Target="../media/image161.png"/><Relationship Id="rId49" Type="http://schemas.openxmlformats.org/officeDocument/2006/relationships/image" Target="../media/image168.png"/><Relationship Id="rId10" Type="http://schemas.openxmlformats.org/officeDocument/2006/relationships/image" Target="../media/image148.png"/><Relationship Id="rId19" Type="http://schemas.openxmlformats.org/officeDocument/2006/relationships/customXml" Target="../ink/ink106.xml"/><Relationship Id="rId31" Type="http://schemas.openxmlformats.org/officeDocument/2006/relationships/customXml" Target="../ink/ink112.xml"/><Relationship Id="rId44" Type="http://schemas.openxmlformats.org/officeDocument/2006/relationships/customXml" Target="../ink/ink118.xml"/><Relationship Id="rId4" Type="http://schemas.openxmlformats.org/officeDocument/2006/relationships/image" Target="../media/image144.png"/><Relationship Id="rId9" Type="http://schemas.openxmlformats.org/officeDocument/2006/relationships/customXml" Target="../ink/ink101.xml"/><Relationship Id="rId14" Type="http://schemas.openxmlformats.org/officeDocument/2006/relationships/image" Target="../media/image150.png"/><Relationship Id="rId22" Type="http://schemas.openxmlformats.org/officeDocument/2006/relationships/image" Target="../media/image154.png"/><Relationship Id="rId27" Type="http://schemas.openxmlformats.org/officeDocument/2006/relationships/customXml" Target="../ink/ink110.xml"/><Relationship Id="rId30" Type="http://schemas.openxmlformats.org/officeDocument/2006/relationships/image" Target="../media/image158.png"/><Relationship Id="rId35" Type="http://schemas.openxmlformats.org/officeDocument/2006/relationships/customXml" Target="../ink/ink114.xml"/><Relationship Id="rId43" Type="http://schemas.openxmlformats.org/officeDocument/2006/relationships/image" Target="../media/image165.png"/><Relationship Id="rId48" Type="http://schemas.openxmlformats.org/officeDocument/2006/relationships/customXml" Target="../ink/ink120.xml"/><Relationship Id="rId8" Type="http://schemas.openxmlformats.org/officeDocument/2006/relationships/image" Target="../media/image147.png"/><Relationship Id="rId3" Type="http://schemas.openxmlformats.org/officeDocument/2006/relationships/image" Target="../media/image143.png"/><Relationship Id="rId12" Type="http://schemas.openxmlformats.org/officeDocument/2006/relationships/image" Target="../media/image149.png"/><Relationship Id="rId17" Type="http://schemas.openxmlformats.org/officeDocument/2006/relationships/customXml" Target="../ink/ink105.xml"/><Relationship Id="rId25" Type="http://schemas.openxmlformats.org/officeDocument/2006/relationships/customXml" Target="../ink/ink109.xml"/><Relationship Id="rId33" Type="http://schemas.openxmlformats.org/officeDocument/2006/relationships/customXml" Target="../ink/ink113.xml"/><Relationship Id="rId38" Type="http://schemas.openxmlformats.org/officeDocument/2006/relationships/image" Target="../media/image162.png"/><Relationship Id="rId46" Type="http://schemas.openxmlformats.org/officeDocument/2006/relationships/customXml" Target="../ink/ink119.xml"/><Relationship Id="rId20" Type="http://schemas.openxmlformats.org/officeDocument/2006/relationships/image" Target="../media/image153.png"/><Relationship Id="rId41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3.xml"/><Relationship Id="rId3" Type="http://schemas.openxmlformats.org/officeDocument/2006/relationships/image" Target="../media/image171.png"/><Relationship Id="rId7" Type="http://schemas.openxmlformats.org/officeDocument/2006/relationships/image" Target="../media/image17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2.xml"/><Relationship Id="rId5" Type="http://schemas.openxmlformats.org/officeDocument/2006/relationships/image" Target="../media/image172.png"/><Relationship Id="rId4" Type="http://schemas.openxmlformats.org/officeDocument/2006/relationships/customXml" Target="../ink/ink121.xml"/><Relationship Id="rId9" Type="http://schemas.openxmlformats.org/officeDocument/2006/relationships/image" Target="../media/image17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6.xml"/><Relationship Id="rId3" Type="http://schemas.openxmlformats.org/officeDocument/2006/relationships/image" Target="../media/image171.png"/><Relationship Id="rId7" Type="http://schemas.openxmlformats.org/officeDocument/2006/relationships/image" Target="../media/image17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5.xml"/><Relationship Id="rId5" Type="http://schemas.openxmlformats.org/officeDocument/2006/relationships/image" Target="../media/image172.png"/><Relationship Id="rId4" Type="http://schemas.openxmlformats.org/officeDocument/2006/relationships/customXml" Target="../ink/ink124.xml"/><Relationship Id="rId9" Type="http://schemas.openxmlformats.org/officeDocument/2006/relationships/image" Target="../media/image17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63.png"/><Relationship Id="rId4" Type="http://schemas.openxmlformats.org/officeDocument/2006/relationships/image" Target="../media/image1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jpeg"/><Relationship Id="rId2" Type="http://schemas.openxmlformats.org/officeDocument/2006/relationships/image" Target="../media/image16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3.png"/><Relationship Id="rId4" Type="http://schemas.openxmlformats.org/officeDocument/2006/relationships/image" Target="../media/image166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67.jpeg"/><Relationship Id="rId7" Type="http://schemas.openxmlformats.org/officeDocument/2006/relationships/image" Target="../media/image171.jpe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jpeg"/><Relationship Id="rId5" Type="http://schemas.openxmlformats.org/officeDocument/2006/relationships/image" Target="../media/image169.jpeg"/><Relationship Id="rId4" Type="http://schemas.openxmlformats.org/officeDocument/2006/relationships/image" Target="../media/image168.jpeg"/><Relationship Id="rId9" Type="http://schemas.openxmlformats.org/officeDocument/2006/relationships/image" Target="../media/image17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jpeg"/><Relationship Id="rId2" Type="http://schemas.openxmlformats.org/officeDocument/2006/relationships/image" Target="../media/image17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3.png"/><Relationship Id="rId4" Type="http://schemas.openxmlformats.org/officeDocument/2006/relationships/image" Target="../media/image167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jpeg"/><Relationship Id="rId3" Type="http://schemas.openxmlformats.org/officeDocument/2006/relationships/image" Target="../media/image195.png"/><Relationship Id="rId7" Type="http://schemas.openxmlformats.org/officeDocument/2006/relationships/image" Target="../media/image170.jpe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4" Type="http://schemas.openxmlformats.org/officeDocument/2006/relationships/image" Target="../media/image196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7.png"/><Relationship Id="rId18" Type="http://schemas.openxmlformats.org/officeDocument/2006/relationships/customXml" Target="../ink/ink133.xml"/><Relationship Id="rId26" Type="http://schemas.openxmlformats.org/officeDocument/2006/relationships/customXml" Target="../ink/ink136.xml"/><Relationship Id="rId39" Type="http://schemas.openxmlformats.org/officeDocument/2006/relationships/image" Target="../media/image221.png"/><Relationship Id="rId21" Type="http://schemas.openxmlformats.org/officeDocument/2006/relationships/image" Target="../media/image212.png"/><Relationship Id="rId34" Type="http://schemas.openxmlformats.org/officeDocument/2006/relationships/customXml" Target="../ink/ink140.xml"/><Relationship Id="rId7" Type="http://schemas.openxmlformats.org/officeDocument/2006/relationships/image" Target="../media/image204.png"/><Relationship Id="rId12" Type="http://schemas.openxmlformats.org/officeDocument/2006/relationships/customXml" Target="../ink/ink130.xml"/><Relationship Id="rId17" Type="http://schemas.openxmlformats.org/officeDocument/2006/relationships/image" Target="../media/image209.png"/><Relationship Id="rId25" Type="http://schemas.openxmlformats.org/officeDocument/2006/relationships/image" Target="../media/image214.png"/><Relationship Id="rId33" Type="http://schemas.openxmlformats.org/officeDocument/2006/relationships/image" Target="../media/image218.png"/><Relationship Id="rId38" Type="http://schemas.openxmlformats.org/officeDocument/2006/relationships/customXml" Target="../ink/ink142.xml"/><Relationship Id="rId2" Type="http://schemas.openxmlformats.org/officeDocument/2006/relationships/image" Target="../media/image175.png"/><Relationship Id="rId16" Type="http://schemas.openxmlformats.org/officeDocument/2006/relationships/customXml" Target="../ink/ink132.xml"/><Relationship Id="rId20" Type="http://schemas.openxmlformats.org/officeDocument/2006/relationships/image" Target="../media/image211.png"/><Relationship Id="rId29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7.xml"/><Relationship Id="rId11" Type="http://schemas.openxmlformats.org/officeDocument/2006/relationships/image" Target="../media/image206.png"/><Relationship Id="rId24" Type="http://schemas.openxmlformats.org/officeDocument/2006/relationships/customXml" Target="../ink/ink135.xml"/><Relationship Id="rId32" Type="http://schemas.openxmlformats.org/officeDocument/2006/relationships/customXml" Target="../ink/ink139.xml"/><Relationship Id="rId37" Type="http://schemas.openxmlformats.org/officeDocument/2006/relationships/image" Target="../media/image220.png"/><Relationship Id="rId5" Type="http://schemas.openxmlformats.org/officeDocument/2006/relationships/image" Target="../media/image203.png"/><Relationship Id="rId15" Type="http://schemas.openxmlformats.org/officeDocument/2006/relationships/image" Target="../media/image208.png"/><Relationship Id="rId23" Type="http://schemas.openxmlformats.org/officeDocument/2006/relationships/image" Target="../media/image213.png"/><Relationship Id="rId28" Type="http://schemas.openxmlformats.org/officeDocument/2006/relationships/customXml" Target="../ink/ink137.xml"/><Relationship Id="rId36" Type="http://schemas.openxmlformats.org/officeDocument/2006/relationships/customXml" Target="../ink/ink141.xml"/><Relationship Id="rId10" Type="http://schemas.openxmlformats.org/officeDocument/2006/relationships/customXml" Target="../ink/ink129.xml"/><Relationship Id="rId19" Type="http://schemas.openxmlformats.org/officeDocument/2006/relationships/image" Target="../media/image210.png"/><Relationship Id="rId31" Type="http://schemas.openxmlformats.org/officeDocument/2006/relationships/image" Target="../media/image217.png"/><Relationship Id="rId4" Type="http://schemas.openxmlformats.org/officeDocument/2006/relationships/image" Target="../media/image177.png"/><Relationship Id="rId9" Type="http://schemas.openxmlformats.org/officeDocument/2006/relationships/image" Target="../media/image205.png"/><Relationship Id="rId14" Type="http://schemas.openxmlformats.org/officeDocument/2006/relationships/customXml" Target="../ink/ink131.xml"/><Relationship Id="rId22" Type="http://schemas.openxmlformats.org/officeDocument/2006/relationships/customXml" Target="../ink/ink134.xml"/><Relationship Id="rId27" Type="http://schemas.openxmlformats.org/officeDocument/2006/relationships/image" Target="../media/image215.png"/><Relationship Id="rId30" Type="http://schemas.openxmlformats.org/officeDocument/2006/relationships/customXml" Target="../ink/ink138.xml"/><Relationship Id="rId35" Type="http://schemas.openxmlformats.org/officeDocument/2006/relationships/image" Target="../media/image219.png"/><Relationship Id="rId8" Type="http://schemas.openxmlformats.org/officeDocument/2006/relationships/customXml" Target="../ink/ink128.xml"/><Relationship Id="rId3" Type="http://schemas.openxmlformats.org/officeDocument/2006/relationships/image" Target="../media/image176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</a:pPr>
            <a:r>
              <a:rPr lang="en-US" noProof="0" dirty="0"/>
              <a:t>CS2 Week 7</a:t>
            </a:r>
            <a:br>
              <a:rPr lang="en-US" noProof="0" dirty="0"/>
            </a:br>
            <a:r>
              <a:rPr lang="en-US" noProof="0" dirty="0"/>
              <a:t>Empty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noProof="0" dirty="0"/>
              <a:t>Nonlinear Systems, Lyapunov Stability, Feedback Linearization</a:t>
            </a:r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</a:t>
            </a:fld>
            <a:endParaRPr lang="en-US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D308ED-A674-3D91-8DF4-ACE21838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84B99F-910E-E4A1-8043-73828C6F93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938CD5-BABE-23AB-A447-8515387F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Exercise Classes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DCE39A-FDC9-F233-96B7-7CA7D6D9D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515350" cy="3263504"/>
          </a:xfrm>
        </p:spPr>
        <p:txBody>
          <a:bodyPr/>
          <a:lstStyle/>
          <a:p>
            <a:r>
              <a:rPr lang="en-US"/>
              <a:t>Shared exercise with </a:t>
            </a:r>
            <a:r>
              <a:rPr lang="en-US" err="1"/>
              <a:t>Haixiao</a:t>
            </a:r>
            <a:r>
              <a:rPr lang="en-US"/>
              <a:t> and Kissan</a:t>
            </a:r>
          </a:p>
          <a:p>
            <a:r>
              <a:rPr lang="en-US"/>
              <a:t>Theory recap</a:t>
            </a:r>
          </a:p>
          <a:p>
            <a:r>
              <a:rPr lang="en-US"/>
              <a:t>Notes available on </a:t>
            </a:r>
            <a:r>
              <a:rPr lang="en-US" err="1"/>
              <a:t>Kissan's</a:t>
            </a:r>
            <a:r>
              <a:rPr lang="en-US"/>
              <a:t> website: </a:t>
            </a:r>
            <a:r>
              <a:rPr lang="en-US">
                <a:hlinkClick r:id="rId3"/>
              </a:rPr>
              <a:t>https://kissanv.github.io</a:t>
            </a:r>
            <a:endParaRPr lang="en-US"/>
          </a:p>
          <a:p>
            <a:pPr marL="0" indent="0">
              <a:buNone/>
            </a:pPr>
            <a:r>
              <a:rPr lang="en-US"/>
              <a:t>&amp; on </a:t>
            </a:r>
            <a:r>
              <a:rPr lang="en-US" err="1"/>
              <a:t>Haixiao's</a:t>
            </a:r>
            <a:r>
              <a:rPr lang="en-US"/>
              <a:t> </a:t>
            </a:r>
            <a:r>
              <a:rPr lang="en-US" err="1"/>
              <a:t>Polybox</a:t>
            </a:r>
            <a:r>
              <a:rPr lang="en-US"/>
              <a:t>: </a:t>
            </a:r>
            <a:r>
              <a:rPr lang="en-US">
                <a:hlinkClick r:id="rId4"/>
              </a:rPr>
              <a:t>https://polybox.ethz.ch/index.php/s/AReA9YBeJQKxBDn</a:t>
            </a:r>
            <a:endParaRPr lang="en-US"/>
          </a:p>
          <a:p>
            <a:r>
              <a:rPr lang="en-US"/>
              <a:t>Quizzes, Examples &amp; Old exam questions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427529-1D68-E341-795B-4E358E56A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115DBD-21A3-73CF-05A2-4AF9A954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8B75B07-B41E-107B-E634-800AFB118E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6" b="576"/>
          <a:stretch/>
        </p:blipFill>
        <p:spPr>
          <a:xfrm>
            <a:off x="2473700" y="3289736"/>
            <a:ext cx="1110499" cy="10977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4700591-EBC6-588D-F570-23A53B89AECA}"/>
              </a:ext>
            </a:extLst>
          </p:cNvPr>
          <p:cNvSpPr txBox="1"/>
          <p:nvPr/>
        </p:nvSpPr>
        <p:spPr>
          <a:xfrm>
            <a:off x="2256943" y="4426149"/>
            <a:ext cx="1454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err="1">
                <a:latin typeface="Segoe UI" panose="020B0502040204020203" pitchFamily="34" charset="0"/>
                <a:cs typeface="Segoe UI" panose="020B0502040204020203" pitchFamily="34" charset="0"/>
              </a:rPr>
              <a:t>Kissan's</a:t>
            </a:r>
            <a:r>
              <a:rPr lang="en-US" i="1" u="sng">
                <a:latin typeface="Segoe UI" panose="020B0502040204020203" pitchFamily="34" charset="0"/>
                <a:cs typeface="Segoe UI" panose="020B0502040204020203" pitchFamily="34" charset="0"/>
              </a:rPr>
              <a:t> Website</a:t>
            </a:r>
          </a:p>
        </p:txBody>
      </p:sp>
      <p:pic>
        <p:nvPicPr>
          <p:cNvPr id="8" name="Grafik 7" descr="Ein Bild, das Muster, Pixel enthält.&#10;&#10;KI-generierte Inhalte können fehlerhaft sein.">
            <a:extLst>
              <a:ext uri="{FF2B5EF4-FFF2-40B4-BE49-F238E27FC236}">
                <a16:creationId xmlns:a16="http://schemas.microsoft.com/office/drawing/2014/main" id="{282856CE-68D9-03F5-07B2-46341D12BC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24" t="4241" r="2511" b="6076"/>
          <a:stretch>
            <a:fillRect/>
          </a:stretch>
        </p:blipFill>
        <p:spPr>
          <a:xfrm>
            <a:off x="5004133" y="3237726"/>
            <a:ext cx="1255082" cy="1196919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84D5A8A-E4FE-BC11-FC16-F195A1B5B127}"/>
              </a:ext>
            </a:extLst>
          </p:cNvPr>
          <p:cNvSpPr txBox="1"/>
          <p:nvPr/>
        </p:nvSpPr>
        <p:spPr>
          <a:xfrm>
            <a:off x="4782886" y="4426147"/>
            <a:ext cx="169394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i="1" u="sng" err="1">
                <a:latin typeface="Segoe UI"/>
                <a:cs typeface="Segoe UI"/>
              </a:rPr>
              <a:t>Haixiao's</a:t>
            </a:r>
            <a:r>
              <a:rPr lang="en-US" i="1" u="sng">
                <a:latin typeface="Segoe UI"/>
                <a:cs typeface="Segoe UI"/>
              </a:rPr>
              <a:t> </a:t>
            </a:r>
            <a:r>
              <a:rPr lang="en-US" i="1" u="sng" err="1">
                <a:latin typeface="Segoe UI"/>
                <a:cs typeface="Segoe UI"/>
              </a:rPr>
              <a:t>Polybox</a:t>
            </a:r>
            <a:endParaRPr lang="de-DE" err="1"/>
          </a:p>
        </p:txBody>
      </p:sp>
    </p:spTree>
    <p:extLst>
      <p:ext uri="{BB962C8B-B14F-4D97-AF65-F5344CB8AC3E}">
        <p14:creationId xmlns:p14="http://schemas.microsoft.com/office/powerpoint/2010/main" val="90033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CC64-0DBE-B30D-A730-8FA4D19E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AA2AB-8549-DFCF-746A-7B77B38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32" y="-74781"/>
            <a:ext cx="7886700" cy="994172"/>
          </a:xfrm>
        </p:spPr>
        <p:txBody>
          <a:bodyPr>
            <a:normAutofit/>
          </a:bodyPr>
          <a:lstStyle/>
          <a:p>
            <a:r>
              <a:rPr lang="en-US" sz="2200" noProof="0"/>
              <a:t>Course Schedule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2A225B6-0519-8214-8DAA-A58A56D11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1836600"/>
              </p:ext>
            </p:extLst>
          </p:nvPr>
        </p:nvGraphicFramePr>
        <p:xfrm>
          <a:off x="1515762" y="601877"/>
          <a:ext cx="6977657" cy="41376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75768">
                  <a:extLst>
                    <a:ext uri="{9D8B030D-6E8A-4147-A177-3AD203B41FA5}">
                      <a16:colId xmlns:a16="http://schemas.microsoft.com/office/drawing/2014/main" val="1380074924"/>
                    </a:ext>
                  </a:extLst>
                </a:gridCol>
                <a:gridCol w="1201889">
                  <a:extLst>
                    <a:ext uri="{9D8B030D-6E8A-4147-A177-3AD203B41FA5}">
                      <a16:colId xmlns:a16="http://schemas.microsoft.com/office/drawing/2014/main" val="1379686130"/>
                    </a:ext>
                  </a:extLst>
                </a:gridCol>
              </a:tblGrid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726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 – Discrete Time Systems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87864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Diagonalization, Modal Coordinates, </a:t>
                      </a:r>
                      <a:r>
                        <a:rPr lang="en-US" sz="1200" noProof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Contr</a:t>
                      </a:r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/Obs.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highlight>
                            <a:srgbClr val="C0C0C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3332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de-CH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 Feedback, Pole Placement, LQR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9423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State Estimation, </a:t>
                      </a:r>
                      <a:r>
                        <a:rPr lang="en-US" sz="1200" noProof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Luenberger</a:t>
                      </a:r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Obs., </a:t>
                      </a:r>
                      <a:r>
                        <a:rPr lang="en-US" sz="1200" noProof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Seperation</a:t>
                      </a:r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Principle, LQG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880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DOFC with integral action, Intro to MIMO systems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8655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Norms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1499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Nonlinear Systems, Lyapunov, Feedback Linearization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1532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break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9954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Discrete-time Unconstrained Optimal Control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241698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Convex Optimization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443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 Predictive Control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862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Practical Model Predictive Control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7518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Robust Model Predictive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3837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Implementation Methods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974576"/>
                  </a:ext>
                </a:extLst>
              </a:tr>
            </a:tbl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56553A-9A4C-1E19-B27B-2D993B33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A8A2D-3E36-17EC-3693-31A5FD6C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52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idx="1"/>
          </p:nvPr>
        </p:nvSpPr>
        <p:spPr>
          <a:xfrm>
            <a:off x="628650" y="1230934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de-CH" u="sng" err="1"/>
              <a:t>Nonlinear</a:t>
            </a:r>
            <a:r>
              <a:rPr lang="de-CH" u="sng"/>
              <a:t> System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de-CH" u="sng" err="1"/>
              <a:t>Lyapunov</a:t>
            </a:r>
            <a:r>
              <a:rPr lang="de-CH" u="sng"/>
              <a:t> </a:t>
            </a:r>
            <a:r>
              <a:rPr lang="de-CH" u="sng" err="1"/>
              <a:t>Stability</a:t>
            </a:r>
            <a:endParaRPr lang="de-CH" u="sng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de-CH" u="sng"/>
              <a:t>Feedback </a:t>
            </a:r>
            <a:r>
              <a:rPr lang="de-CH" u="sng" err="1"/>
              <a:t>Linearization</a:t>
            </a:r>
            <a:endParaRPr lang="de-CH" u="sng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de-CH" u="sng"/>
          </a:p>
          <a:p>
            <a:pPr marL="0" lvl="0" indent="0">
              <a:spcBef>
                <a:spcPts val="800"/>
              </a:spcBef>
              <a:spcAft>
                <a:spcPts val="1200"/>
              </a:spcAft>
              <a:buClr>
                <a:schemeClr val="dk1"/>
              </a:buClr>
              <a:buSzPts val="1800"/>
              <a:buNone/>
            </a:pPr>
            <a:endParaRPr lang="de-CH" u="sng"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Kissan Varatharajan - kissanv.github.io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99206B-42D2-2EA4-9896-5D719C471B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1. Nonlinear Systems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199CFC-89E0-FB46-2976-4136F5E6B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6D85A1-9D70-433B-638F-B250DC86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BC3BEF-A05E-BF1F-B154-EAD1DE46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38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1AADED-7FE8-A35D-BBBA-527D5EB64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393"/>
            <a:ext cx="7886700" cy="994172"/>
          </a:xfrm>
        </p:spPr>
        <p:txBody>
          <a:bodyPr/>
          <a:lstStyle/>
          <a:p>
            <a:r>
              <a:rPr lang="en-US"/>
              <a:t>Nonlinear Systems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082FB5-2458-81CE-D0C5-6B8CA585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E3D927-5597-92CA-A795-0DEFA9223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BAE3180-46BC-B907-70E4-F7A04DAE2459}"/>
              </a:ext>
            </a:extLst>
          </p:cNvPr>
          <p:cNvSpPr txBox="1"/>
          <p:nvPr/>
        </p:nvSpPr>
        <p:spPr>
          <a:xfrm>
            <a:off x="628650" y="2423435"/>
            <a:ext cx="8307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Nonlinear systems do not satisfy superposition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Their behavior depends on the input and initial 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Let’s consider their state-space model:</a:t>
            </a:r>
            <a:endParaRPr lang="en-US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CB33EF3-9363-7A0E-15FF-07FDE5DAFAB0}"/>
              </a:ext>
            </a:extLst>
          </p:cNvPr>
          <p:cNvGrpSpPr/>
          <p:nvPr/>
        </p:nvGrpSpPr>
        <p:grpSpPr>
          <a:xfrm>
            <a:off x="628650" y="1097940"/>
            <a:ext cx="7886700" cy="1202531"/>
            <a:chOff x="641831" y="1369219"/>
            <a:chExt cx="7886700" cy="1202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3D3690FF-C614-198D-A3A1-12CEE3794DC3}"/>
                    </a:ext>
                  </a:extLst>
                </p:cNvPr>
                <p:cNvSpPr txBox="1"/>
                <p:nvPr/>
              </p:nvSpPr>
              <p:spPr>
                <a:xfrm>
                  <a:off x="6115050" y="1655379"/>
                  <a:ext cx="241348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3D3690FF-C614-198D-A3A1-12CEE3794D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5050" y="1655379"/>
                  <a:ext cx="2413481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Inhaltsplatzhalter 2">
              <a:extLst>
                <a:ext uri="{FF2B5EF4-FFF2-40B4-BE49-F238E27FC236}">
                  <a16:creationId xmlns:a16="http://schemas.microsoft.com/office/drawing/2014/main" id="{5C98D6C9-6924-225C-5D50-4E7F903E7572}"/>
                </a:ext>
              </a:extLst>
            </p:cNvPr>
            <p:cNvSpPr txBox="1">
              <a:spLocks/>
            </p:cNvSpPr>
            <p:nvPr/>
          </p:nvSpPr>
          <p:spPr>
            <a:xfrm>
              <a:off x="641831" y="1369219"/>
              <a:ext cx="7886700" cy="120253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Tx/>
              </a:pPr>
              <a:r>
                <a:rPr lang="en-US" sz="1600"/>
                <a:t>So far we’ve looked exclusively at linear systems</a:t>
              </a:r>
            </a:p>
            <a:p>
              <a:pPr>
                <a:buClrTx/>
              </a:pPr>
              <a:r>
                <a:rPr lang="en-US" sz="1600"/>
                <a:t>An essential property of our linear system is superposition: </a:t>
              </a:r>
            </a:p>
            <a:p>
              <a:pPr>
                <a:buClrTx/>
              </a:pPr>
              <a:r>
                <a:rPr lang="en-US" sz="1600"/>
                <a:t>Thanks to superposition, we could analyze the time response more easily and use the Laplace transform to study the system in the frequency domain</a:t>
              </a:r>
            </a:p>
            <a:p>
              <a:pPr>
                <a:buClrTx/>
              </a:pPr>
              <a:endParaRPr lang="en-US" sz="1600"/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B4BEB040-882E-771F-B2BB-1CF143BCA928}"/>
              </a:ext>
            </a:extLst>
          </p:cNvPr>
          <p:cNvGrpSpPr/>
          <p:nvPr/>
        </p:nvGrpSpPr>
        <p:grpSpPr>
          <a:xfrm>
            <a:off x="1150594" y="3514362"/>
            <a:ext cx="2051981" cy="1178822"/>
            <a:chOff x="1150594" y="3572727"/>
            <a:chExt cx="2051981" cy="1178822"/>
          </a:xfrm>
        </p:grpSpPr>
        <p:sp>
          <p:nvSpPr>
            <p:cNvPr id="16" name="Rectangle: Rounded Corners 17">
              <a:extLst>
                <a:ext uri="{FF2B5EF4-FFF2-40B4-BE49-F238E27FC236}">
                  <a16:creationId xmlns:a16="http://schemas.microsoft.com/office/drawing/2014/main" id="{0AD132DF-D133-F90A-6516-3BF9762DD671}"/>
                </a:ext>
              </a:extLst>
            </p:cNvPr>
            <p:cNvSpPr/>
            <p:nvPr/>
          </p:nvSpPr>
          <p:spPr>
            <a:xfrm>
              <a:off x="1150594" y="3572727"/>
              <a:ext cx="2051981" cy="1178822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accent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8C3B1A80-5A9A-9485-6C1B-B3D51DEDE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0374" y="3674317"/>
              <a:ext cx="1552420" cy="951483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F81957E9-CC67-0F79-724A-5B33BD9D7B60}"/>
              </a:ext>
            </a:extLst>
          </p:cNvPr>
          <p:cNvGrpSpPr/>
          <p:nvPr/>
        </p:nvGrpSpPr>
        <p:grpSpPr>
          <a:xfrm>
            <a:off x="3756425" y="3460684"/>
            <a:ext cx="2051981" cy="1312643"/>
            <a:chOff x="3756425" y="3519049"/>
            <a:chExt cx="2051981" cy="1312643"/>
          </a:xfrm>
        </p:grpSpPr>
        <p:sp>
          <p:nvSpPr>
            <p:cNvPr id="20" name="Rectangle: Rounded Corners 17">
              <a:extLst>
                <a:ext uri="{FF2B5EF4-FFF2-40B4-BE49-F238E27FC236}">
                  <a16:creationId xmlns:a16="http://schemas.microsoft.com/office/drawing/2014/main" id="{119CB1E4-5464-A106-B2AF-65E6F6C1D755}"/>
                </a:ext>
              </a:extLst>
            </p:cNvPr>
            <p:cNvSpPr/>
            <p:nvPr/>
          </p:nvSpPr>
          <p:spPr>
            <a:xfrm>
              <a:off x="3756425" y="3519049"/>
              <a:ext cx="2051981" cy="131264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8DF8C338-B1AC-DAD4-A276-F7C2FA4E1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4255" y="3560647"/>
              <a:ext cx="1656320" cy="1178822"/>
            </a:xfrm>
            <a:prstGeom prst="rect">
              <a:avLst/>
            </a:prstGeom>
          </p:spPr>
        </p:pic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56DC290E-2358-6232-F17C-170EA1D61FB6}"/>
              </a:ext>
            </a:extLst>
          </p:cNvPr>
          <p:cNvSpPr txBox="1"/>
          <p:nvPr/>
        </p:nvSpPr>
        <p:spPr>
          <a:xfrm>
            <a:off x="6244683" y="12851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BDC061B1-CBB0-9E91-EC04-1F54719AE8F4}"/>
              </a:ext>
            </a:extLst>
          </p:cNvPr>
          <p:cNvGrpSpPr/>
          <p:nvPr/>
        </p:nvGrpSpPr>
        <p:grpSpPr>
          <a:xfrm>
            <a:off x="6386670" y="3435373"/>
            <a:ext cx="2051981" cy="1312643"/>
            <a:chOff x="6386670" y="3435373"/>
            <a:chExt cx="2051981" cy="1312643"/>
          </a:xfrm>
        </p:grpSpPr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65FA78AB-CFA0-6090-7BE6-1EC629FC7246}"/>
                </a:ext>
              </a:extLst>
            </p:cNvPr>
            <p:cNvGrpSpPr/>
            <p:nvPr/>
          </p:nvGrpSpPr>
          <p:grpSpPr>
            <a:xfrm>
              <a:off x="6386670" y="3435373"/>
              <a:ext cx="2051981" cy="1312643"/>
              <a:chOff x="6386670" y="3493738"/>
              <a:chExt cx="2051981" cy="1312643"/>
            </a:xfrm>
          </p:grpSpPr>
          <p:sp>
            <p:nvSpPr>
              <p:cNvPr id="26" name="Rectangle: Rounded Corners 17">
                <a:extLst>
                  <a:ext uri="{FF2B5EF4-FFF2-40B4-BE49-F238E27FC236}">
                    <a16:creationId xmlns:a16="http://schemas.microsoft.com/office/drawing/2014/main" id="{3EFDC7ED-FFCB-779A-D56E-4CA85A18A606}"/>
                  </a:ext>
                </a:extLst>
              </p:cNvPr>
              <p:cNvSpPr/>
              <p:nvPr/>
            </p:nvSpPr>
            <p:spPr>
              <a:xfrm>
                <a:off x="6386670" y="3493738"/>
                <a:ext cx="2051981" cy="1312643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31" name="Grafik 30">
                <a:extLst>
                  <a:ext uri="{FF2B5EF4-FFF2-40B4-BE49-F238E27FC236}">
                    <a16:creationId xmlns:a16="http://schemas.microsoft.com/office/drawing/2014/main" id="{BBD18A97-D411-2792-522C-BF37179223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76456"/>
              <a:stretch>
                <a:fillRect/>
              </a:stretch>
            </p:blipFill>
            <p:spPr>
              <a:xfrm>
                <a:off x="6512960" y="3613168"/>
                <a:ext cx="1799400" cy="258499"/>
              </a:xfrm>
              <a:prstGeom prst="rect">
                <a:avLst/>
              </a:prstGeom>
            </p:spPr>
          </p:pic>
        </p:grp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52237F74-ED51-5BD8-FDE8-70FA07ECC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2960" y="3797280"/>
              <a:ext cx="1799400" cy="8959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770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7DB8D-5F52-6AC3-E7E7-C41320B1F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367"/>
            <a:ext cx="7886700" cy="994172"/>
          </a:xfrm>
        </p:spPr>
        <p:txBody>
          <a:bodyPr/>
          <a:lstStyle/>
          <a:p>
            <a:r>
              <a:rPr lang="en-US"/>
              <a:t>Nonlinear Systems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722BC1-180F-B052-0FFF-1F5FC4D99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03959"/>
            <a:ext cx="7886700" cy="8501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/>
              <a:t>In general, nonlinear systems are more complex to analyze</a:t>
            </a:r>
          </a:p>
          <a:p>
            <a:pPr marL="0" indent="0">
              <a:buNone/>
            </a:pPr>
            <a:r>
              <a:rPr lang="en-US" sz="1600"/>
              <a:t>Nonlinear systems can exhibit many interesting, though often counterintuitive, phenomena like: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394670-8E85-DE3F-7282-F3C84F25D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6A93422-EB61-69C0-2146-3CA4F739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21A768C-2318-EAB0-E0BA-67C85D0C1518}"/>
              </a:ext>
            </a:extLst>
          </p:cNvPr>
          <p:cNvSpPr txBox="1"/>
          <p:nvPr/>
        </p:nvSpPr>
        <p:spPr>
          <a:xfrm>
            <a:off x="628650" y="1852352"/>
            <a:ext cx="8419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Multiple Equilibria: 	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a linear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has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1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equilibrium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A not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singular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			a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nonlinear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can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have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0, 1,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or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many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equilibrium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points</a:t>
            </a:r>
            <a:endParaRPr lang="de-CH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C4A3DB2-94D0-E55C-9A17-2560AC735263}"/>
              </a:ext>
            </a:extLst>
          </p:cNvPr>
          <p:cNvSpPr txBox="1"/>
          <p:nvPr/>
        </p:nvSpPr>
        <p:spPr>
          <a:xfrm>
            <a:off x="628650" y="2567322"/>
            <a:ext cx="8515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Finite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escape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time:	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Unstable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linear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systems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may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diverge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infinity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, but 				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only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in infinite time!</a:t>
            </a:r>
          </a:p>
          <a:p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Nonlinear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systems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may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reach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err="1">
                <a:latin typeface="Segoe UI" panose="020B0502040204020203" pitchFamily="34" charset="0"/>
                <a:cs typeface="Segoe UI" panose="020B0502040204020203" pitchFamily="34" charset="0"/>
              </a:rPr>
              <a:t>infinity</a:t>
            </a:r>
            <a:r>
              <a:rPr lang="de-CH" sz="1600">
                <a:latin typeface="Segoe UI" panose="020B0502040204020203" pitchFamily="34" charset="0"/>
                <a:cs typeface="Segoe UI" panose="020B0502040204020203" pitchFamily="34" charset="0"/>
              </a:rPr>
              <a:t> in finite time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E75A8DDE-90FD-C83B-7499-C91BE3E8E346}"/>
              </a:ext>
            </a:extLst>
          </p:cNvPr>
          <p:cNvGrpSpPr/>
          <p:nvPr/>
        </p:nvGrpSpPr>
        <p:grpSpPr>
          <a:xfrm>
            <a:off x="5728735" y="3521225"/>
            <a:ext cx="1339560" cy="346680"/>
            <a:chOff x="5728735" y="3521225"/>
            <a:chExt cx="133956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4" name="Freihand 13">
                  <a:extLst>
                    <a:ext uri="{FF2B5EF4-FFF2-40B4-BE49-F238E27FC236}">
                      <a16:creationId xmlns:a16="http://schemas.microsoft.com/office/drawing/2014/main" id="{AE2390EF-E4A4-1029-8724-B8471BCF368E}"/>
                    </a:ext>
                  </a:extLst>
                </p14:cNvPr>
                <p14:cNvContentPartPr/>
                <p14:nvPr/>
              </p14:nvContentPartPr>
              <p14:xfrm>
                <a:off x="5728735" y="3661985"/>
                <a:ext cx="268200" cy="162000"/>
              </p14:xfrm>
            </p:contentPart>
          </mc:Choice>
          <mc:Fallback xmlns="">
            <p:pic>
              <p:nvPicPr>
                <p:cNvPr id="14" name="Freihand 13">
                  <a:extLst>
                    <a:ext uri="{FF2B5EF4-FFF2-40B4-BE49-F238E27FC236}">
                      <a16:creationId xmlns:a16="http://schemas.microsoft.com/office/drawing/2014/main" id="{AE2390EF-E4A4-1029-8724-B8471BCF368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17935" y="3651185"/>
                  <a:ext cx="289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" name="Freihand 20">
                  <a:extLst>
                    <a:ext uri="{FF2B5EF4-FFF2-40B4-BE49-F238E27FC236}">
                      <a16:creationId xmlns:a16="http://schemas.microsoft.com/office/drawing/2014/main" id="{ACA9AAC7-31BD-AA44-385B-36EF8FA131CD}"/>
                    </a:ext>
                  </a:extLst>
                </p14:cNvPr>
                <p14:cNvContentPartPr/>
                <p14:nvPr/>
              </p14:nvContentPartPr>
              <p14:xfrm>
                <a:off x="6072895" y="3604385"/>
                <a:ext cx="459720" cy="182520"/>
              </p14:xfrm>
            </p:contentPart>
          </mc:Choice>
          <mc:Fallback xmlns="">
            <p:pic>
              <p:nvPicPr>
                <p:cNvPr id="21" name="Freihand 20">
                  <a:extLst>
                    <a:ext uri="{FF2B5EF4-FFF2-40B4-BE49-F238E27FC236}">
                      <a16:creationId xmlns:a16="http://schemas.microsoft.com/office/drawing/2014/main" id="{ACA9AAC7-31BD-AA44-385B-36EF8FA131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62095" y="3593606"/>
                  <a:ext cx="480960" cy="2037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5" name="Freihand 34">
                  <a:extLst>
                    <a:ext uri="{FF2B5EF4-FFF2-40B4-BE49-F238E27FC236}">
                      <a16:creationId xmlns:a16="http://schemas.microsoft.com/office/drawing/2014/main" id="{2EC94F3D-2B53-5E3D-BF8E-6369D81DB6A9}"/>
                    </a:ext>
                  </a:extLst>
                </p14:cNvPr>
                <p14:cNvContentPartPr/>
                <p14:nvPr/>
              </p14:nvContentPartPr>
              <p14:xfrm>
                <a:off x="6631615" y="3521225"/>
                <a:ext cx="436680" cy="346680"/>
              </p14:xfrm>
            </p:contentPart>
          </mc:Choice>
          <mc:Fallback xmlns="">
            <p:pic>
              <p:nvPicPr>
                <p:cNvPr id="35" name="Freihand 34">
                  <a:extLst>
                    <a:ext uri="{FF2B5EF4-FFF2-40B4-BE49-F238E27FC236}">
                      <a16:creationId xmlns:a16="http://schemas.microsoft.com/office/drawing/2014/main" id="{2EC94F3D-2B53-5E3D-BF8E-6369D81DB6A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20824" y="3510436"/>
                  <a:ext cx="457903" cy="3678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ADC3CF0B-470C-6E65-463F-3035D7B4EA3A}"/>
              </a:ext>
            </a:extLst>
          </p:cNvPr>
          <p:cNvGrpSpPr/>
          <p:nvPr/>
        </p:nvGrpSpPr>
        <p:grpSpPr>
          <a:xfrm>
            <a:off x="5801095" y="4006505"/>
            <a:ext cx="1518840" cy="351000"/>
            <a:chOff x="5801095" y="4006505"/>
            <a:chExt cx="151884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A697C662-76A2-C64F-D407-513735521A91}"/>
                    </a:ext>
                  </a:extLst>
                </p14:cNvPr>
                <p14:cNvContentPartPr/>
                <p14:nvPr/>
              </p14:nvContentPartPr>
              <p14:xfrm>
                <a:off x="5801095" y="4006505"/>
                <a:ext cx="685440" cy="316440"/>
              </p14:xfrm>
            </p:contentPart>
          </mc:Choice>
          <mc:Fallback xmlns="">
            <p:pic>
              <p:nvPicPr>
                <p:cNvPr id="25" name="Freihand 24">
                  <a:extLst>
                    <a:ext uri="{FF2B5EF4-FFF2-40B4-BE49-F238E27FC236}">
                      <a16:creationId xmlns:a16="http://schemas.microsoft.com/office/drawing/2014/main" id="{A697C662-76A2-C64F-D407-513735521A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90295" y="3995705"/>
                  <a:ext cx="7066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7" name="Freihand 46">
                  <a:extLst>
                    <a:ext uri="{FF2B5EF4-FFF2-40B4-BE49-F238E27FC236}">
                      <a16:creationId xmlns:a16="http://schemas.microsoft.com/office/drawing/2014/main" id="{D1E7B97B-B103-FC5F-7D52-932CD832BA28}"/>
                    </a:ext>
                  </a:extLst>
                </p14:cNvPr>
                <p14:cNvContentPartPr/>
                <p14:nvPr/>
              </p14:nvContentPartPr>
              <p14:xfrm>
                <a:off x="6045175" y="4070585"/>
                <a:ext cx="852480" cy="286920"/>
              </p14:xfrm>
            </p:contentPart>
          </mc:Choice>
          <mc:Fallback xmlns="">
            <p:pic>
              <p:nvPicPr>
                <p:cNvPr id="47" name="Freihand 46">
                  <a:extLst>
                    <a:ext uri="{FF2B5EF4-FFF2-40B4-BE49-F238E27FC236}">
                      <a16:creationId xmlns:a16="http://schemas.microsoft.com/office/drawing/2014/main" id="{D1E7B97B-B103-FC5F-7D52-932CD832BA2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34375" y="4059771"/>
                  <a:ext cx="873720" cy="3081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2" name="Freihand 51">
                  <a:extLst>
                    <a:ext uri="{FF2B5EF4-FFF2-40B4-BE49-F238E27FC236}">
                      <a16:creationId xmlns:a16="http://schemas.microsoft.com/office/drawing/2014/main" id="{5FEF4938-C1D1-770B-2B41-048DC0EAE5A6}"/>
                    </a:ext>
                  </a:extLst>
                </p14:cNvPr>
                <p14:cNvContentPartPr/>
                <p14:nvPr/>
              </p14:nvContentPartPr>
              <p14:xfrm>
                <a:off x="6984775" y="4029545"/>
                <a:ext cx="335160" cy="247320"/>
              </p14:xfrm>
            </p:contentPart>
          </mc:Choice>
          <mc:Fallback xmlns="">
            <p:pic>
              <p:nvPicPr>
                <p:cNvPr id="52" name="Freihand 51">
                  <a:extLst>
                    <a:ext uri="{FF2B5EF4-FFF2-40B4-BE49-F238E27FC236}">
                      <a16:creationId xmlns:a16="http://schemas.microsoft.com/office/drawing/2014/main" id="{5FEF4938-C1D1-770B-2B41-048DC0EAE5A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73975" y="4018745"/>
                  <a:ext cx="35640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B25F7E59-1F26-CB90-1D0A-3D6BBB836C10}"/>
              </a:ext>
            </a:extLst>
          </p:cNvPr>
          <p:cNvGrpSpPr/>
          <p:nvPr/>
        </p:nvGrpSpPr>
        <p:grpSpPr>
          <a:xfrm>
            <a:off x="161925" y="3466845"/>
            <a:ext cx="5216042" cy="1271417"/>
            <a:chOff x="161925" y="3466845"/>
            <a:chExt cx="5216042" cy="1271417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701B8F68-3B25-F8FE-EF52-96784D784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1925" y="3466845"/>
              <a:ext cx="4989875" cy="1051891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7" name="Freihand 76">
                  <a:extLst>
                    <a:ext uri="{FF2B5EF4-FFF2-40B4-BE49-F238E27FC236}">
                      <a16:creationId xmlns:a16="http://schemas.microsoft.com/office/drawing/2014/main" id="{B32E7B39-F77B-E009-2404-634A3524B432}"/>
                    </a:ext>
                  </a:extLst>
                </p14:cNvPr>
                <p14:cNvContentPartPr/>
                <p14:nvPr/>
              </p14:nvContentPartPr>
              <p14:xfrm>
                <a:off x="4315607" y="4599662"/>
                <a:ext cx="1062360" cy="138600"/>
              </p14:xfrm>
            </p:contentPart>
          </mc:Choice>
          <mc:Fallback xmlns="">
            <p:pic>
              <p:nvPicPr>
                <p:cNvPr id="77" name="Freihand 76">
                  <a:extLst>
                    <a:ext uri="{FF2B5EF4-FFF2-40B4-BE49-F238E27FC236}">
                      <a16:creationId xmlns:a16="http://schemas.microsoft.com/office/drawing/2014/main" id="{B32E7B39-F77B-E009-2404-634A3524B43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04807" y="4588862"/>
                  <a:ext cx="108360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8EC7194-9469-8320-3A37-C11D7CBE3C23}"/>
              </a:ext>
            </a:extLst>
          </p:cNvPr>
          <p:cNvGrpSpPr/>
          <p:nvPr/>
        </p:nvGrpSpPr>
        <p:grpSpPr>
          <a:xfrm>
            <a:off x="5772429" y="4407978"/>
            <a:ext cx="2716066" cy="360524"/>
            <a:chOff x="5772429" y="4407978"/>
            <a:chExt cx="2716066" cy="36052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4" name="Freihand 63">
                  <a:extLst>
                    <a:ext uri="{FF2B5EF4-FFF2-40B4-BE49-F238E27FC236}">
                      <a16:creationId xmlns:a16="http://schemas.microsoft.com/office/drawing/2014/main" id="{74F7589D-D8C5-28F8-A42F-9179CBBE0CD0}"/>
                    </a:ext>
                  </a:extLst>
                </p14:cNvPr>
                <p14:cNvContentPartPr/>
                <p14:nvPr/>
              </p14:nvContentPartPr>
              <p14:xfrm>
                <a:off x="5772429" y="4530182"/>
                <a:ext cx="926280" cy="237240"/>
              </p14:xfrm>
            </p:contentPart>
          </mc:Choice>
          <mc:Fallback xmlns="">
            <p:pic>
              <p:nvPicPr>
                <p:cNvPr id="64" name="Freihand 63">
                  <a:extLst>
                    <a:ext uri="{FF2B5EF4-FFF2-40B4-BE49-F238E27FC236}">
                      <a16:creationId xmlns:a16="http://schemas.microsoft.com/office/drawing/2014/main" id="{74F7589D-D8C5-28F8-A42F-9179CBBE0CD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761629" y="4519366"/>
                  <a:ext cx="947520" cy="2585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2" name="Freihand 81">
                  <a:extLst>
                    <a:ext uri="{FF2B5EF4-FFF2-40B4-BE49-F238E27FC236}">
                      <a16:creationId xmlns:a16="http://schemas.microsoft.com/office/drawing/2014/main" id="{5E4B0C9D-57E5-BA0A-09D7-E0553972E83C}"/>
                    </a:ext>
                  </a:extLst>
                </p14:cNvPr>
                <p14:cNvContentPartPr/>
                <p14:nvPr/>
              </p14:nvContentPartPr>
              <p14:xfrm>
                <a:off x="6800095" y="4495622"/>
                <a:ext cx="235440" cy="272880"/>
              </p14:xfrm>
            </p:contentPart>
          </mc:Choice>
          <mc:Fallback xmlns="">
            <p:pic>
              <p:nvPicPr>
                <p:cNvPr id="82" name="Freihand 81">
                  <a:extLst>
                    <a:ext uri="{FF2B5EF4-FFF2-40B4-BE49-F238E27FC236}">
                      <a16:creationId xmlns:a16="http://schemas.microsoft.com/office/drawing/2014/main" id="{5E4B0C9D-57E5-BA0A-09D7-E0553972E83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95" y="4484822"/>
                  <a:ext cx="2566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8" name="Freihand 127">
                  <a:extLst>
                    <a:ext uri="{FF2B5EF4-FFF2-40B4-BE49-F238E27FC236}">
                      <a16:creationId xmlns:a16="http://schemas.microsoft.com/office/drawing/2014/main" id="{C61C53E9-3316-E7C8-1B06-7FA441169719}"/>
                    </a:ext>
                  </a:extLst>
                </p14:cNvPr>
                <p14:cNvContentPartPr/>
                <p14:nvPr/>
              </p14:nvContentPartPr>
              <p14:xfrm>
                <a:off x="7155775" y="4456218"/>
                <a:ext cx="713520" cy="192240"/>
              </p14:xfrm>
            </p:contentPart>
          </mc:Choice>
          <mc:Fallback xmlns="">
            <p:pic>
              <p:nvPicPr>
                <p:cNvPr id="128" name="Freihand 127">
                  <a:extLst>
                    <a:ext uri="{FF2B5EF4-FFF2-40B4-BE49-F238E27FC236}">
                      <a16:creationId xmlns:a16="http://schemas.microsoft.com/office/drawing/2014/main" id="{C61C53E9-3316-E7C8-1B06-7FA44116971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44980" y="4445398"/>
                  <a:ext cx="734749" cy="2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7" name="Freihand 136">
                  <a:extLst>
                    <a:ext uri="{FF2B5EF4-FFF2-40B4-BE49-F238E27FC236}">
                      <a16:creationId xmlns:a16="http://schemas.microsoft.com/office/drawing/2014/main" id="{4CCFFC4D-B462-52F3-7645-71F3CA1BD64B}"/>
                    </a:ext>
                  </a:extLst>
                </p14:cNvPr>
                <p14:cNvContentPartPr/>
                <p14:nvPr/>
              </p14:nvContentPartPr>
              <p14:xfrm>
                <a:off x="7952455" y="4407978"/>
                <a:ext cx="536040" cy="272880"/>
              </p14:xfrm>
            </p:contentPart>
          </mc:Choice>
          <mc:Fallback xmlns="">
            <p:pic>
              <p:nvPicPr>
                <p:cNvPr id="137" name="Freihand 136">
                  <a:extLst>
                    <a:ext uri="{FF2B5EF4-FFF2-40B4-BE49-F238E27FC236}">
                      <a16:creationId xmlns:a16="http://schemas.microsoft.com/office/drawing/2014/main" id="{4CCFFC4D-B462-52F3-7645-71F3CA1BD64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41648" y="4397178"/>
                  <a:ext cx="557294" cy="29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9DE3800C-D6D7-98A1-46D6-BD4F3CE3A708}"/>
              </a:ext>
            </a:extLst>
          </p:cNvPr>
          <p:cNvGrpSpPr/>
          <p:nvPr/>
        </p:nvGrpSpPr>
        <p:grpSpPr>
          <a:xfrm>
            <a:off x="5728735" y="4807218"/>
            <a:ext cx="1374120" cy="257040"/>
            <a:chOff x="5728735" y="4807218"/>
            <a:chExt cx="137412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2" name="Freihand 141">
                  <a:extLst>
                    <a:ext uri="{FF2B5EF4-FFF2-40B4-BE49-F238E27FC236}">
                      <a16:creationId xmlns:a16="http://schemas.microsoft.com/office/drawing/2014/main" id="{90B42891-CB5B-BBDC-85E9-6F5EDF77781D}"/>
                    </a:ext>
                  </a:extLst>
                </p14:cNvPr>
                <p14:cNvContentPartPr/>
                <p14:nvPr/>
              </p14:nvContentPartPr>
              <p14:xfrm>
                <a:off x="5728735" y="4883538"/>
                <a:ext cx="357840" cy="138960"/>
              </p14:xfrm>
            </p:contentPart>
          </mc:Choice>
          <mc:Fallback xmlns="">
            <p:pic>
              <p:nvPicPr>
                <p:cNvPr id="142" name="Freihand 141">
                  <a:extLst>
                    <a:ext uri="{FF2B5EF4-FFF2-40B4-BE49-F238E27FC236}">
                      <a16:creationId xmlns:a16="http://schemas.microsoft.com/office/drawing/2014/main" id="{90B42891-CB5B-BBDC-85E9-6F5EDF77781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717946" y="4872738"/>
                  <a:ext cx="379059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4" name="Freihand 153">
                  <a:extLst>
                    <a:ext uri="{FF2B5EF4-FFF2-40B4-BE49-F238E27FC236}">
                      <a16:creationId xmlns:a16="http://schemas.microsoft.com/office/drawing/2014/main" id="{E5C1BA97-BD87-4F4E-09E3-D6B1B0284BD7}"/>
                    </a:ext>
                  </a:extLst>
                </p14:cNvPr>
                <p14:cNvContentPartPr/>
                <p14:nvPr/>
              </p14:nvContentPartPr>
              <p14:xfrm>
                <a:off x="6142015" y="4807218"/>
                <a:ext cx="960840" cy="257040"/>
              </p14:xfrm>
            </p:contentPart>
          </mc:Choice>
          <mc:Fallback xmlns="">
            <p:pic>
              <p:nvPicPr>
                <p:cNvPr id="154" name="Freihand 153">
                  <a:extLst>
                    <a:ext uri="{FF2B5EF4-FFF2-40B4-BE49-F238E27FC236}">
                      <a16:creationId xmlns:a16="http://schemas.microsoft.com/office/drawing/2014/main" id="{E5C1BA97-BD87-4F4E-09E3-D6B1B0284BD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31219" y="4796403"/>
                  <a:ext cx="982072" cy="27831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7" name="Freihand 26">
                <a:extLst>
                  <a:ext uri="{FF2B5EF4-FFF2-40B4-BE49-F238E27FC236}">
                    <a16:creationId xmlns:a16="http://schemas.microsoft.com/office/drawing/2014/main" id="{151CF0C8-2AB1-BFC1-70C2-DD7BC0B426F2}"/>
                  </a:ext>
                </a:extLst>
              </p14:cNvPr>
              <p14:cNvContentPartPr/>
              <p14:nvPr/>
            </p14:nvContentPartPr>
            <p14:xfrm>
              <a:off x="5203542" y="1612885"/>
              <a:ext cx="381600" cy="261720"/>
            </p14:xfrm>
          </p:contentPart>
        </mc:Choice>
        <mc:Fallback xmlns="">
          <p:pic>
            <p:nvPicPr>
              <p:cNvPr id="27" name="Freihand 26">
                <a:extLst>
                  <a:ext uri="{FF2B5EF4-FFF2-40B4-BE49-F238E27FC236}">
                    <a16:creationId xmlns:a16="http://schemas.microsoft.com/office/drawing/2014/main" id="{151CF0C8-2AB1-BFC1-70C2-DD7BC0B426F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192732" y="1602085"/>
                <a:ext cx="40286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3" name="Freihand 42">
                <a:extLst>
                  <a:ext uri="{FF2B5EF4-FFF2-40B4-BE49-F238E27FC236}">
                    <a16:creationId xmlns:a16="http://schemas.microsoft.com/office/drawing/2014/main" id="{79CA940E-B1E1-ACBE-90D3-7E289992506D}"/>
                  </a:ext>
                </a:extLst>
              </p14:cNvPr>
              <p14:cNvContentPartPr/>
              <p14:nvPr/>
            </p14:nvContentPartPr>
            <p14:xfrm>
              <a:off x="5707182" y="1532245"/>
              <a:ext cx="920880" cy="229680"/>
            </p14:xfrm>
          </p:contentPart>
        </mc:Choice>
        <mc:Fallback xmlns="">
          <p:pic>
            <p:nvPicPr>
              <p:cNvPr id="43" name="Freihand 42">
                <a:extLst>
                  <a:ext uri="{FF2B5EF4-FFF2-40B4-BE49-F238E27FC236}">
                    <a16:creationId xmlns:a16="http://schemas.microsoft.com/office/drawing/2014/main" id="{79CA940E-B1E1-ACBE-90D3-7E289992506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696386" y="1521445"/>
                <a:ext cx="942112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78FC9099-43E8-7139-C251-30087DF7B85F}"/>
                  </a:ext>
                </a:extLst>
              </p14:cNvPr>
              <p14:cNvContentPartPr/>
              <p14:nvPr/>
            </p14:nvContentPartPr>
            <p14:xfrm>
              <a:off x="6752982" y="1557445"/>
              <a:ext cx="742680" cy="247680"/>
            </p14:xfrm>
          </p:contentPart>
        </mc:Choice>
        <mc:Fallback xmlns=""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78FC9099-43E8-7139-C251-30087DF7B85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742187" y="1546661"/>
                <a:ext cx="763910" cy="268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3" name="Freihand 72">
                <a:extLst>
                  <a:ext uri="{FF2B5EF4-FFF2-40B4-BE49-F238E27FC236}">
                    <a16:creationId xmlns:a16="http://schemas.microsoft.com/office/drawing/2014/main" id="{A1FFE8D6-CFB8-6437-EEAC-AB1CD369C79A}"/>
                  </a:ext>
                </a:extLst>
              </p14:cNvPr>
              <p14:cNvContentPartPr/>
              <p14:nvPr/>
            </p14:nvContentPartPr>
            <p14:xfrm>
              <a:off x="8163260" y="1537299"/>
              <a:ext cx="717120" cy="254880"/>
            </p14:xfrm>
          </p:contentPart>
        </mc:Choice>
        <mc:Fallback xmlns="">
          <p:pic>
            <p:nvPicPr>
              <p:cNvPr id="73" name="Freihand 72">
                <a:extLst>
                  <a:ext uri="{FF2B5EF4-FFF2-40B4-BE49-F238E27FC236}">
                    <a16:creationId xmlns:a16="http://schemas.microsoft.com/office/drawing/2014/main" id="{A1FFE8D6-CFB8-6437-EEAC-AB1CD369C79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152465" y="1526514"/>
                <a:ext cx="738349" cy="2760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4" name="Freihand 73">
                <a:extLst>
                  <a:ext uri="{FF2B5EF4-FFF2-40B4-BE49-F238E27FC236}">
                    <a16:creationId xmlns:a16="http://schemas.microsoft.com/office/drawing/2014/main" id="{A12758C4-C656-5A52-9089-678004A16B98}"/>
                  </a:ext>
                </a:extLst>
              </p14:cNvPr>
              <p14:cNvContentPartPr/>
              <p14:nvPr/>
            </p14:nvContentPartPr>
            <p14:xfrm>
              <a:off x="7663220" y="1525419"/>
              <a:ext cx="366120" cy="170280"/>
            </p14:xfrm>
          </p:contentPart>
        </mc:Choice>
        <mc:Fallback xmlns="">
          <p:pic>
            <p:nvPicPr>
              <p:cNvPr id="74" name="Freihand 73">
                <a:extLst>
                  <a:ext uri="{FF2B5EF4-FFF2-40B4-BE49-F238E27FC236}">
                    <a16:creationId xmlns:a16="http://schemas.microsoft.com/office/drawing/2014/main" id="{A12758C4-C656-5A52-9089-678004A16B9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652409" y="1514596"/>
                <a:ext cx="387381" cy="19156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301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2156AB-4C1F-BC8C-DC8B-BC189515F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94172"/>
          </a:xfrm>
        </p:spPr>
        <p:txBody>
          <a:bodyPr/>
          <a:lstStyle/>
          <a:p>
            <a:r>
              <a:rPr lang="en-US"/>
              <a:t>Nonlinear Systems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8EEC8F-D66A-E7E4-90B4-BDC6A6305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839166"/>
            <a:ext cx="8610600" cy="1110853"/>
          </a:xfrm>
        </p:spPr>
        <p:txBody>
          <a:bodyPr>
            <a:normAutofit/>
          </a:bodyPr>
          <a:lstStyle/>
          <a:p>
            <a:r>
              <a:rPr lang="de-CH" sz="1600"/>
              <a:t>Limit </a:t>
            </a:r>
            <a:r>
              <a:rPr lang="de-CH" sz="1600" err="1"/>
              <a:t>cycles</a:t>
            </a:r>
            <a:r>
              <a:rPr lang="de-CH" sz="1600"/>
              <a:t>:		a linear </a:t>
            </a:r>
            <a:r>
              <a:rPr lang="de-CH" sz="1600" err="1"/>
              <a:t>system</a:t>
            </a:r>
            <a:r>
              <a:rPr lang="de-CH" sz="1600"/>
              <a:t> </a:t>
            </a:r>
            <a:r>
              <a:rPr lang="de-CH" sz="1600" err="1"/>
              <a:t>may</a:t>
            </a:r>
            <a:r>
              <a:rPr lang="de-CH" sz="1600"/>
              <a:t> </a:t>
            </a:r>
            <a:r>
              <a:rPr lang="de-CH" sz="1600" err="1"/>
              <a:t>generate</a:t>
            </a:r>
            <a:r>
              <a:rPr lang="de-CH" sz="1600"/>
              <a:t> permanent </a:t>
            </a:r>
            <a:r>
              <a:rPr lang="de-CH" sz="1600" err="1"/>
              <a:t>oscillations</a:t>
            </a:r>
            <a:endParaRPr lang="de-CH" sz="1600"/>
          </a:p>
          <a:p>
            <a:pPr marL="0" indent="0">
              <a:buNone/>
            </a:pPr>
            <a:r>
              <a:rPr lang="de-CH" sz="1600"/>
              <a:t>			a </a:t>
            </a:r>
            <a:r>
              <a:rPr lang="de-CH" sz="1600" err="1"/>
              <a:t>nonlinear</a:t>
            </a:r>
            <a:r>
              <a:rPr lang="de-CH" sz="1600"/>
              <a:t> </a:t>
            </a:r>
            <a:r>
              <a:rPr lang="de-CH" sz="1600" err="1"/>
              <a:t>system</a:t>
            </a:r>
            <a:r>
              <a:rPr lang="de-CH" sz="1600"/>
              <a:t> </a:t>
            </a:r>
            <a:r>
              <a:rPr lang="de-CH" sz="1600" err="1"/>
              <a:t>may</a:t>
            </a:r>
            <a:r>
              <a:rPr lang="de-CH" sz="1600"/>
              <a:t> </a:t>
            </a:r>
            <a:r>
              <a:rPr lang="de-CH" sz="1600" err="1"/>
              <a:t>generate</a:t>
            </a:r>
            <a:r>
              <a:rPr lang="de-CH" sz="1600"/>
              <a:t> permanent </a:t>
            </a:r>
            <a:r>
              <a:rPr lang="de-CH" sz="1600" err="1"/>
              <a:t>oscillations</a:t>
            </a:r>
            <a:endParaRPr lang="de-CH" sz="1600"/>
          </a:p>
          <a:p>
            <a:pPr marL="0" indent="0">
              <a:buNone/>
            </a:pPr>
            <a:r>
              <a:rPr lang="de-CH" sz="1600"/>
              <a:t>			</a:t>
            </a:r>
            <a:r>
              <a:rPr lang="de-CH" sz="1600" err="1"/>
              <a:t>independent</a:t>
            </a:r>
            <a:r>
              <a:rPr lang="de-CH" sz="1600"/>
              <a:t> </a:t>
            </a:r>
            <a:r>
              <a:rPr lang="de-CH" sz="1600" err="1"/>
              <a:t>from</a:t>
            </a:r>
            <a:r>
              <a:rPr lang="de-CH" sz="1600"/>
              <a:t> initial </a:t>
            </a:r>
            <a:r>
              <a:rPr lang="de-CH" sz="1600" err="1"/>
              <a:t>conditions</a:t>
            </a:r>
            <a:endParaRPr lang="de-CH" sz="160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69108C-590B-C421-65C5-4C5CB7BB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79F28E8-A170-A565-FEC6-549440E6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D5CE9CC7-1CFA-4B81-7D6E-50321DD96286}"/>
              </a:ext>
            </a:extLst>
          </p:cNvPr>
          <p:cNvGrpSpPr/>
          <p:nvPr/>
        </p:nvGrpSpPr>
        <p:grpSpPr>
          <a:xfrm>
            <a:off x="266700" y="1922389"/>
            <a:ext cx="8610600" cy="1912144"/>
            <a:chOff x="266700" y="2000621"/>
            <a:chExt cx="8610600" cy="1912144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A196E0EF-3FE5-0D81-AC7C-2B786C7B4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0869" y="2899543"/>
              <a:ext cx="3660445" cy="1013222"/>
            </a:xfrm>
            <a:prstGeom prst="rect">
              <a:avLst/>
            </a:prstGeom>
          </p:spPr>
        </p:pic>
        <p:sp>
          <p:nvSpPr>
            <p:cNvPr id="6" name="Inhaltsplatzhalter 2">
              <a:extLst>
                <a:ext uri="{FF2B5EF4-FFF2-40B4-BE49-F238E27FC236}">
                  <a16:creationId xmlns:a16="http://schemas.microsoft.com/office/drawing/2014/main" id="{35F1E29D-1129-8EB3-42DB-E5BE090C3B2F}"/>
                </a:ext>
              </a:extLst>
            </p:cNvPr>
            <p:cNvSpPr txBox="1">
              <a:spLocks/>
            </p:cNvSpPr>
            <p:nvPr/>
          </p:nvSpPr>
          <p:spPr>
            <a:xfrm>
              <a:off x="266700" y="2000621"/>
              <a:ext cx="8610600" cy="8989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CH" sz="1600" err="1"/>
                <a:t>Subharmonic</a:t>
              </a:r>
              <a:r>
                <a:rPr lang="de-CH" sz="1600"/>
                <a:t>		 a linear </a:t>
              </a:r>
              <a:r>
                <a:rPr lang="de-CH" sz="1600" err="1"/>
                <a:t>system</a:t>
              </a:r>
              <a:r>
                <a:rPr lang="de-CH" sz="1600"/>
                <a:t> will </a:t>
              </a:r>
              <a:r>
                <a:rPr lang="de-CH" sz="1600" err="1"/>
                <a:t>always</a:t>
              </a:r>
              <a:r>
                <a:rPr lang="de-CH" sz="1600"/>
                <a:t> </a:t>
              </a:r>
              <a:r>
                <a:rPr lang="de-CH" sz="1600" err="1"/>
                <a:t>output</a:t>
              </a:r>
              <a:r>
                <a:rPr lang="de-CH" sz="1600"/>
                <a:t> </a:t>
              </a:r>
              <a:r>
                <a:rPr lang="de-CH" sz="1600" err="1"/>
                <a:t>the</a:t>
              </a:r>
              <a:r>
                <a:rPr lang="de-CH" sz="1600"/>
                <a:t> same </a:t>
              </a:r>
              <a:r>
                <a:rPr lang="de-CH" sz="1600" err="1"/>
                <a:t>frequency</a:t>
              </a:r>
              <a:r>
                <a:rPr lang="de-CH" sz="1600"/>
                <a:t> </a:t>
              </a:r>
              <a:r>
                <a:rPr lang="de-CH" sz="1600" err="1"/>
                <a:t>as</a:t>
              </a:r>
              <a:r>
                <a:rPr lang="de-CH" sz="1600"/>
                <a:t> </a:t>
              </a:r>
              <a:r>
                <a:rPr lang="de-CH" sz="1600" err="1"/>
                <a:t>the</a:t>
              </a:r>
              <a:r>
                <a:rPr lang="de-CH" sz="1600"/>
                <a:t> </a:t>
              </a:r>
              <a:r>
                <a:rPr lang="de-CH" sz="1600" err="1"/>
                <a:t>input</a:t>
              </a:r>
              <a:endParaRPr lang="de-CH" sz="1600"/>
            </a:p>
            <a:p>
              <a:pPr marL="0" indent="0">
                <a:buNone/>
              </a:pPr>
              <a:r>
                <a:rPr lang="de-CH" sz="1600" err="1"/>
                <a:t>Oscillations</a:t>
              </a:r>
              <a:r>
                <a:rPr lang="de-CH" sz="1600"/>
                <a:t>:		a </a:t>
              </a:r>
              <a:r>
                <a:rPr lang="de-CH" sz="1600" err="1"/>
                <a:t>nonlinear</a:t>
              </a:r>
              <a:r>
                <a:rPr lang="de-CH" sz="1600"/>
                <a:t> </a:t>
              </a:r>
              <a:r>
                <a:rPr lang="de-CH" sz="1600" err="1"/>
                <a:t>system</a:t>
              </a:r>
              <a:r>
                <a:rPr lang="de-CH" sz="1600"/>
                <a:t> </a:t>
              </a:r>
              <a:r>
                <a:rPr lang="de-CH" sz="1600" err="1"/>
                <a:t>can</a:t>
              </a:r>
              <a:r>
                <a:rPr lang="de-CH" sz="1600"/>
                <a:t> </a:t>
              </a:r>
              <a:r>
                <a:rPr lang="de-CH" sz="1600" err="1"/>
                <a:t>generate</a:t>
              </a:r>
              <a:r>
                <a:rPr lang="de-CH" sz="1600"/>
                <a:t> </a:t>
              </a:r>
              <a:r>
                <a:rPr lang="de-CH" sz="1600" err="1"/>
                <a:t>output</a:t>
              </a:r>
              <a:r>
                <a:rPr lang="de-CH" sz="1600"/>
                <a:t> </a:t>
              </a:r>
              <a:r>
                <a:rPr lang="de-CH" sz="1600" err="1"/>
                <a:t>frequencies</a:t>
              </a:r>
              <a:r>
                <a:rPr lang="de-CH" sz="1600"/>
                <a:t> </a:t>
              </a:r>
              <a:r>
                <a:rPr lang="de-CH" sz="1600" err="1"/>
                <a:t>that</a:t>
              </a:r>
              <a:r>
                <a:rPr lang="de-CH" sz="1600"/>
                <a:t> </a:t>
              </a:r>
              <a:r>
                <a:rPr lang="de-CH" sz="1600" err="1"/>
                <a:t>are</a:t>
              </a:r>
              <a:r>
                <a:rPr lang="de-CH" sz="1600"/>
                <a:t> 					submultiples </a:t>
              </a:r>
              <a:r>
                <a:rPr lang="de-CH" sz="1600" err="1"/>
                <a:t>or</a:t>
              </a:r>
              <a:r>
                <a:rPr lang="de-CH" sz="1600"/>
                <a:t> multiples </a:t>
              </a:r>
              <a:r>
                <a:rPr lang="de-CH" sz="1600" err="1"/>
                <a:t>of</a:t>
              </a:r>
              <a:r>
                <a:rPr lang="de-CH" sz="1600"/>
                <a:t> </a:t>
              </a:r>
              <a:r>
                <a:rPr lang="de-CH" sz="1600" err="1"/>
                <a:t>the</a:t>
              </a:r>
              <a:r>
                <a:rPr lang="de-CH" sz="1600"/>
                <a:t> </a:t>
              </a:r>
              <a:r>
                <a:rPr lang="de-CH" sz="1600" err="1"/>
                <a:t>input</a:t>
              </a:r>
              <a:r>
                <a:rPr lang="de-CH" sz="1600"/>
                <a:t> </a:t>
              </a:r>
              <a:r>
                <a:rPr lang="de-CH" sz="1600" err="1"/>
                <a:t>frequency</a:t>
              </a:r>
              <a:endParaRPr lang="de-CH" sz="16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D3318CA-A591-0E44-5814-4ADAB2DCB2FF}"/>
                  </a:ext>
                </a:extLst>
              </p:cNvPr>
              <p:cNvSpPr txBox="1"/>
              <p:nvPr/>
            </p:nvSpPr>
            <p:spPr>
              <a:xfrm>
                <a:off x="266700" y="4504913"/>
                <a:ext cx="77438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CH" sz="1600" i="0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⇒</m:t>
                    </m:r>
                  </m:oMath>
                </a14:m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nonlinear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system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can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exhibit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any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and all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of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behaviors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described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!</a:t>
                </a:r>
              </a:p>
              <a:p>
                <a:endParaRPr lang="en-US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D3318CA-A591-0E44-5814-4ADAB2DCB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4504913"/>
                <a:ext cx="7743825" cy="584775"/>
              </a:xfrm>
              <a:prstGeom prst="rect">
                <a:avLst/>
              </a:prstGeom>
              <a:blipFill>
                <a:blip r:embed="rId3"/>
                <a:stretch>
                  <a:fillRect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6E67E40C-1B2B-7E94-ACDF-85692EEE4435}"/>
                  </a:ext>
                </a:extLst>
              </p14:cNvPr>
              <p14:cNvContentPartPr/>
              <p14:nvPr/>
            </p14:nvContentPartPr>
            <p14:xfrm>
              <a:off x="5708029" y="654211"/>
              <a:ext cx="78840" cy="22572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6E67E40C-1B2B-7E94-ACDF-85692EEE44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97229" y="643411"/>
                <a:ext cx="1000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60735D19-07ED-7C7E-FB5A-6117F345138F}"/>
                  </a:ext>
                </a:extLst>
              </p14:cNvPr>
              <p14:cNvContentPartPr/>
              <p14:nvPr/>
            </p14:nvContentPartPr>
            <p14:xfrm>
              <a:off x="5724229" y="371611"/>
              <a:ext cx="568080" cy="19224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60735D19-07ED-7C7E-FB5A-6117F34513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3436" y="360811"/>
                <a:ext cx="589307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Freihand 32">
                <a:extLst>
                  <a:ext uri="{FF2B5EF4-FFF2-40B4-BE49-F238E27FC236}">
                    <a16:creationId xmlns:a16="http://schemas.microsoft.com/office/drawing/2014/main" id="{66ADB786-B59D-F697-C8CE-88DED04BC9CA}"/>
                  </a:ext>
                </a:extLst>
              </p14:cNvPr>
              <p14:cNvContentPartPr/>
              <p14:nvPr/>
            </p14:nvContentPartPr>
            <p14:xfrm>
              <a:off x="6419029" y="373771"/>
              <a:ext cx="759960" cy="168480"/>
            </p14:xfrm>
          </p:contentPart>
        </mc:Choice>
        <mc:Fallback xmlns="">
          <p:pic>
            <p:nvPicPr>
              <p:cNvPr id="33" name="Freihand 32">
                <a:extLst>
                  <a:ext uri="{FF2B5EF4-FFF2-40B4-BE49-F238E27FC236}">
                    <a16:creationId xmlns:a16="http://schemas.microsoft.com/office/drawing/2014/main" id="{66ADB786-B59D-F697-C8CE-88DED04BC9C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08229" y="362948"/>
                <a:ext cx="781200" cy="189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6" name="Freihand 45">
                <a:extLst>
                  <a:ext uri="{FF2B5EF4-FFF2-40B4-BE49-F238E27FC236}">
                    <a16:creationId xmlns:a16="http://schemas.microsoft.com/office/drawing/2014/main" id="{353428AF-398A-B42B-DB12-250863F96AD1}"/>
                  </a:ext>
                </a:extLst>
              </p14:cNvPr>
              <p14:cNvContentPartPr/>
              <p14:nvPr/>
            </p14:nvContentPartPr>
            <p14:xfrm>
              <a:off x="6141829" y="613891"/>
              <a:ext cx="1074240" cy="171360"/>
            </p14:xfrm>
          </p:contentPart>
        </mc:Choice>
        <mc:Fallback xmlns="">
          <p:pic>
            <p:nvPicPr>
              <p:cNvPr id="46" name="Freihand 45">
                <a:extLst>
                  <a:ext uri="{FF2B5EF4-FFF2-40B4-BE49-F238E27FC236}">
                    <a16:creationId xmlns:a16="http://schemas.microsoft.com/office/drawing/2014/main" id="{353428AF-398A-B42B-DB12-250863F96AD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31025" y="603091"/>
                <a:ext cx="1095487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7" name="Freihand 46">
                <a:extLst>
                  <a:ext uri="{FF2B5EF4-FFF2-40B4-BE49-F238E27FC236}">
                    <a16:creationId xmlns:a16="http://schemas.microsoft.com/office/drawing/2014/main" id="{660EE099-F998-A80D-3433-1539D96E612C}"/>
                  </a:ext>
                </a:extLst>
              </p14:cNvPr>
              <p14:cNvContentPartPr/>
              <p14:nvPr/>
            </p14:nvContentPartPr>
            <p14:xfrm>
              <a:off x="7298869" y="364771"/>
              <a:ext cx="124920" cy="122760"/>
            </p14:xfrm>
          </p:contentPart>
        </mc:Choice>
        <mc:Fallback xmlns="">
          <p:pic>
            <p:nvPicPr>
              <p:cNvPr id="47" name="Freihand 46">
                <a:extLst>
                  <a:ext uri="{FF2B5EF4-FFF2-40B4-BE49-F238E27FC236}">
                    <a16:creationId xmlns:a16="http://schemas.microsoft.com/office/drawing/2014/main" id="{660EE099-F998-A80D-3433-1539D96E612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88100" y="353971"/>
                <a:ext cx="146099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8" name="Freihand 47">
                <a:extLst>
                  <a:ext uri="{FF2B5EF4-FFF2-40B4-BE49-F238E27FC236}">
                    <a16:creationId xmlns:a16="http://schemas.microsoft.com/office/drawing/2014/main" id="{7DC8F915-9AF5-02D0-37F9-5A2AF4A0007F}"/>
                  </a:ext>
                </a:extLst>
              </p14:cNvPr>
              <p14:cNvContentPartPr/>
              <p14:nvPr/>
            </p14:nvContentPartPr>
            <p14:xfrm>
              <a:off x="2514505" y="-458147"/>
              <a:ext cx="126720" cy="136800"/>
            </p14:xfrm>
          </p:contentPart>
        </mc:Choice>
        <mc:Fallback xmlns="">
          <p:pic>
            <p:nvPicPr>
              <p:cNvPr id="48" name="Freihand 47">
                <a:extLst>
                  <a:ext uri="{FF2B5EF4-FFF2-40B4-BE49-F238E27FC236}">
                    <a16:creationId xmlns:a16="http://schemas.microsoft.com/office/drawing/2014/main" id="{7DC8F915-9AF5-02D0-37F9-5A2AF4A0007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3736" y="-468947"/>
                <a:ext cx="1479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3B85A160-A603-7173-642C-DB5EA58DF2AB}"/>
                  </a:ext>
                </a:extLst>
              </p14:cNvPr>
              <p14:cNvContentPartPr/>
              <p14:nvPr/>
            </p14:nvContentPartPr>
            <p14:xfrm>
              <a:off x="7355644" y="471004"/>
              <a:ext cx="98280" cy="6264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3B85A160-A603-7173-642C-DB5EA58DF2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44883" y="460204"/>
                <a:ext cx="119442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7DBA1E08-DA15-CDB1-0E66-C0CCB505984E}"/>
              </a:ext>
            </a:extLst>
          </p:cNvPr>
          <p:cNvGrpSpPr/>
          <p:nvPr/>
        </p:nvGrpSpPr>
        <p:grpSpPr>
          <a:xfrm>
            <a:off x="266700" y="2821311"/>
            <a:ext cx="8610600" cy="3915911"/>
            <a:chOff x="266700" y="2821311"/>
            <a:chExt cx="8610600" cy="3915911"/>
          </a:xfrm>
        </p:grpSpPr>
        <p:sp>
          <p:nvSpPr>
            <p:cNvPr id="7" name="Inhaltsplatzhalter 2">
              <a:extLst>
                <a:ext uri="{FF2B5EF4-FFF2-40B4-BE49-F238E27FC236}">
                  <a16:creationId xmlns:a16="http://schemas.microsoft.com/office/drawing/2014/main" id="{0CD4569B-A95C-467B-4F79-202DD3AEC269}"/>
                </a:ext>
              </a:extLst>
            </p:cNvPr>
            <p:cNvSpPr txBox="1">
              <a:spLocks/>
            </p:cNvSpPr>
            <p:nvPr/>
          </p:nvSpPr>
          <p:spPr>
            <a:xfrm>
              <a:off x="266700" y="3953540"/>
              <a:ext cx="8610600" cy="27836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CH" sz="1600"/>
                <a:t>Chaos:		A </a:t>
              </a:r>
              <a:r>
                <a:rPr lang="de-CH" sz="1600" err="1"/>
                <a:t>nonlinear</a:t>
              </a:r>
              <a:r>
                <a:rPr lang="de-CH" sz="1600"/>
                <a:t> </a:t>
              </a:r>
              <a:r>
                <a:rPr lang="de-CH" sz="1600" err="1"/>
                <a:t>system</a:t>
              </a:r>
              <a:r>
                <a:rPr lang="de-CH" sz="1600"/>
                <a:t> </a:t>
              </a:r>
              <a:r>
                <a:rPr lang="de-CH" sz="1600" err="1"/>
                <a:t>can</a:t>
              </a:r>
              <a:r>
                <a:rPr lang="de-CH" sz="1600"/>
                <a:t> </a:t>
              </a:r>
              <a:r>
                <a:rPr lang="de-CH" sz="1600" err="1"/>
                <a:t>exhibit</a:t>
              </a:r>
              <a:r>
                <a:rPr lang="de-CH" sz="1600"/>
                <a:t> </a:t>
              </a:r>
              <a:r>
                <a:rPr lang="de-CH" sz="1600" err="1"/>
                <a:t>complex</a:t>
              </a:r>
              <a:r>
                <a:rPr lang="de-CH" sz="1600"/>
                <a:t> </a:t>
              </a:r>
              <a:r>
                <a:rPr lang="de-CH" sz="1600" err="1"/>
                <a:t>steady-state</a:t>
              </a:r>
              <a:r>
                <a:rPr lang="de-CH" sz="1600"/>
                <a:t> </a:t>
              </a:r>
              <a:r>
                <a:rPr lang="de-CH" sz="1600" err="1"/>
                <a:t>behavior</a:t>
              </a:r>
              <a:r>
                <a:rPr lang="de-CH" sz="1600"/>
                <a:t> </a:t>
              </a:r>
              <a:r>
                <a:rPr lang="de-CH" sz="1600" err="1"/>
                <a:t>that</a:t>
              </a:r>
              <a:r>
                <a:rPr lang="de-CH" sz="1600"/>
                <a:t> </a:t>
              </a:r>
              <a:r>
                <a:rPr lang="de-CH" sz="1600" err="1"/>
                <a:t>is</a:t>
              </a:r>
              <a:r>
                <a:rPr lang="de-CH" sz="1600"/>
                <a:t> 			</a:t>
              </a:r>
              <a:r>
                <a:rPr lang="de-CH" sz="1600" err="1"/>
                <a:t>neither</a:t>
              </a:r>
              <a:r>
                <a:rPr lang="de-CH" sz="1600"/>
                <a:t> an </a:t>
              </a:r>
              <a:r>
                <a:rPr lang="de-CH" sz="1600" err="1"/>
                <a:t>equilibrium</a:t>
              </a:r>
              <a:r>
                <a:rPr lang="de-CH" sz="1600"/>
                <a:t> </a:t>
              </a:r>
              <a:r>
                <a:rPr lang="de-CH" sz="1600" err="1"/>
                <a:t>nor</a:t>
              </a:r>
              <a:r>
                <a:rPr lang="de-CH" sz="1600"/>
                <a:t> a </a:t>
              </a:r>
              <a:r>
                <a:rPr lang="de-CH" sz="1600" err="1"/>
                <a:t>periodic</a:t>
              </a:r>
              <a:r>
                <a:rPr lang="de-CH" sz="1600"/>
                <a:t> </a:t>
              </a:r>
              <a:r>
                <a:rPr lang="de-CH" sz="1600" err="1"/>
                <a:t>oscillation</a:t>
              </a:r>
              <a:endParaRPr lang="de-CH" sz="1600"/>
            </a:p>
            <a:p>
              <a:endParaRPr lang="de-CH" sz="1600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40EE08AB-E078-BD44-5A62-2EEF34517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446257" y="2821311"/>
              <a:ext cx="2023386" cy="1100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053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3C6E5-F502-FEB0-0F2E-D21559D87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299"/>
            <a:ext cx="7886700" cy="994172"/>
          </a:xfrm>
        </p:spPr>
        <p:txBody>
          <a:bodyPr/>
          <a:lstStyle/>
          <a:p>
            <a:r>
              <a:rPr lang="en-US"/>
              <a:t>Notions of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11B57FA-6D99-26B9-BB9A-90913E3EA6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812721"/>
                <a:ext cx="7886700" cy="994172"/>
              </a:xfrm>
            </p:spPr>
            <p:txBody>
              <a:bodyPr>
                <a:normAutofit/>
              </a:bodyPr>
              <a:lstStyle/>
              <a:p>
                <a:r>
                  <a:rPr lang="en-US" sz="1600"/>
                  <a:t>Define stability for a general autonomous system: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600"/>
              </a:p>
              <a:p>
                <a:r>
                  <a:rPr lang="en-US" sz="1600"/>
                  <a:t>Stability is a property of an equilibrium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/>
                  <a:t>, </a:t>
                </a:r>
                <a:r>
                  <a:rPr lang="en-US" sz="1600" err="1"/>
                  <a:t>s.t.</a:t>
                </a:r>
                <a:r>
                  <a:rPr lang="en-US" sz="160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/>
              </a:p>
              <a:p>
                <a:r>
                  <a:rPr lang="en-US" sz="1600"/>
                  <a:t>without loss of generality, we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/>
              </a:p>
              <a:p>
                <a:endParaRPr lang="en-US" sz="160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11B57FA-6D99-26B9-BB9A-90913E3EA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812721"/>
                <a:ext cx="7886700" cy="994172"/>
              </a:xfrm>
              <a:blipFill>
                <a:blip r:embed="rId2"/>
                <a:stretch>
                  <a:fillRect l="-322" t="-3750" b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F87DA39-0C2B-6232-D690-71C8C5A8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5465B4-F1EB-18C1-5877-1195616F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D2D411-9D52-7ED9-D291-7FB2219A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228" y="3225865"/>
            <a:ext cx="4685544" cy="1233488"/>
          </a:xfrm>
          <a:prstGeom prst="rect">
            <a:avLst/>
          </a:prstGeom>
        </p:spPr>
      </p:pic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965BA296-8058-C4EB-E7F5-109DAACF8763}"/>
              </a:ext>
            </a:extLst>
          </p:cNvPr>
          <p:cNvGrpSpPr/>
          <p:nvPr/>
        </p:nvGrpSpPr>
        <p:grpSpPr>
          <a:xfrm>
            <a:off x="628650" y="1773697"/>
            <a:ext cx="8473230" cy="2286308"/>
            <a:chOff x="628650" y="2109600"/>
            <a:chExt cx="8473230" cy="2286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Inhaltsplatzhalter 2">
                  <a:extLst>
                    <a:ext uri="{FF2B5EF4-FFF2-40B4-BE49-F238E27FC236}">
                      <a16:creationId xmlns:a16="http://schemas.microsoft.com/office/drawing/2014/main" id="{E144BD56-980E-26CA-32C0-AA16C9F4FE4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8650" y="2203670"/>
                  <a:ext cx="8258175" cy="219223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buClrTx/>
                  </a:pPr>
                  <a:r>
                    <a:rPr lang="en-US" sz="1600"/>
                    <a:t>An equilibrium point is …</a:t>
                  </a:r>
                </a:p>
                <a:p>
                  <a:pPr lvl="1">
                    <a:buClrTx/>
                  </a:pPr>
                  <a:r>
                    <a:rPr lang="en-US" sz="1400" b="1"/>
                    <a:t>Lyapunov stable </a:t>
                  </a:r>
                  <a:r>
                    <a:rPr lang="de-CH" sz="1400" err="1"/>
                    <a:t>if</a:t>
                  </a:r>
                  <a:r>
                    <a:rPr lang="de-CH" sz="1400"/>
                    <a:t> </a:t>
                  </a:r>
                  <a:r>
                    <a:rPr lang="de-CH" sz="1400" err="1"/>
                    <a:t>for</a:t>
                  </a:r>
                  <a:r>
                    <a:rPr lang="de-CH" sz="1400"/>
                    <a:t> </a:t>
                  </a:r>
                  <a:r>
                    <a:rPr lang="de-CH" sz="1400" err="1"/>
                    <a:t>each</a:t>
                  </a:r>
                  <a:r>
                    <a:rPr lang="de-CH" sz="1400"/>
                    <a:t> </a:t>
                  </a:r>
                  <a14:m>
                    <m:oMath xmlns:m="http://schemas.openxmlformats.org/officeDocument/2006/math"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a14:m>
                  <a:r>
                    <a:rPr lang="el-GR" sz="1400"/>
                    <a:t>, </a:t>
                  </a:r>
                  <a:r>
                    <a:rPr lang="de-CH" sz="1400" err="1"/>
                    <a:t>there</a:t>
                  </a:r>
                  <a:r>
                    <a:rPr lang="de-CH" sz="1400"/>
                    <a:t> </a:t>
                  </a:r>
                  <a:r>
                    <a:rPr lang="de-CH" sz="1400" err="1"/>
                    <a:t>is</a:t>
                  </a:r>
                  <a:r>
                    <a:rPr lang="de-CH" sz="1400"/>
                    <a:t> </a:t>
                  </a:r>
                  <a14:m>
                    <m:oMath xmlns:m="http://schemas.openxmlformats.org/officeDocument/2006/math"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l-GR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1400" i="1" dirty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de-CH" sz="1400"/>
                    <a:t> s.t.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de-CH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4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de-CH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4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|"/>
                          <m:endChr m:val="|"/>
                          <m:ctrlPr>
                            <a:rPr lang="el-GR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de-CH" sz="1400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𝜀</m:t>
                      </m:r>
                    </m:oMath>
                  </a14:m>
                  <a:endParaRPr lang="de-CH" sz="1400"/>
                </a:p>
                <a:p>
                  <a:pPr lvl="1">
                    <a:buClrTx/>
                  </a:pPr>
                  <a:r>
                    <a:rPr lang="en-US" sz="1400" b="1"/>
                    <a:t>Asymptotically stable </a:t>
                  </a:r>
                  <a:r>
                    <a:rPr lang="en-US" sz="1400"/>
                    <a:t>if stable, and there exists </a:t>
                  </a:r>
                  <a14:m>
                    <m:oMath xmlns:m="http://schemas.openxmlformats.org/officeDocument/2006/math"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el-GR" sz="1400"/>
                    <a:t> </a:t>
                  </a:r>
                  <a:r>
                    <a:rPr lang="en-US" sz="1400" err="1"/>
                    <a:t>s.t.</a:t>
                  </a:r>
                  <a:r>
                    <a:rPr lang="en-US" sz="1400"/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⇒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 err="1">
                                  <a:latin typeface="Cambria Math" panose="02040503050406030204" pitchFamily="18" charset="0"/>
                                </a:rPr>
                                <m:t>𝑙𝑖𝑚</m:t>
                              </m:r>
                            </m:e>
                            <m: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sub>
                          </m:sSub>
                        </m:fName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1400"/>
                </a:p>
                <a:p>
                  <a:pPr lvl="1">
                    <a:buClrTx/>
                  </a:pPr>
                  <a:r>
                    <a:rPr lang="en-US" sz="1400" b="1"/>
                    <a:t>Exponentially stable </a:t>
                  </a:r>
                  <a:r>
                    <a:rPr lang="en-US" sz="1400"/>
                    <a:t>if there exist </a:t>
                  </a:r>
                  <a14:m>
                    <m:oMath xmlns:m="http://schemas.openxmlformats.org/officeDocument/2006/math"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el-GR" sz="1400"/>
                    <a:t> </a:t>
                  </a:r>
                  <a:r>
                    <a:rPr lang="de-CH" sz="1400"/>
                    <a:t>s.t.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de-CH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4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de-CH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4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|"/>
                          <m:endChr m:val="|"/>
                          <m:ctrlPr>
                            <a:rPr lang="el-GR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de-CH" sz="1400" i="1" dirty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𝛽</m:t>
                      </m:r>
                      <m:sSup>
                        <m:sSupPr>
                          <m:ctrlPr>
                            <a:rPr lang="de-CH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400" i="1" dirty="0" err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</m:oMath>
                  </a14:m>
                  <a:endParaRPr lang="de-CH" sz="1400"/>
                </a:p>
                <a:p>
                  <a:pPr lvl="1">
                    <a:buClrTx/>
                  </a:pPr>
                  <a:endParaRPr lang="en-US" sz="1400"/>
                </a:p>
              </p:txBody>
            </p:sp>
          </mc:Choice>
          <mc:Fallback xmlns="">
            <p:sp>
              <p:nvSpPr>
                <p:cNvPr id="7" name="Inhaltsplatzhalter 2">
                  <a:extLst>
                    <a:ext uri="{FF2B5EF4-FFF2-40B4-BE49-F238E27FC236}">
                      <a16:creationId xmlns:a16="http://schemas.microsoft.com/office/drawing/2014/main" id="{E144BD56-980E-26CA-32C0-AA16C9F4FE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2203670"/>
                  <a:ext cx="8258175" cy="2192238"/>
                </a:xfrm>
                <a:prstGeom prst="rect">
                  <a:avLst/>
                </a:prstGeom>
                <a:blipFill>
                  <a:blip r:embed="rId4"/>
                  <a:stretch>
                    <a:fillRect l="-307" t="-17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Freihand 12">
                  <a:extLst>
                    <a:ext uri="{FF2B5EF4-FFF2-40B4-BE49-F238E27FC236}">
                      <a16:creationId xmlns:a16="http://schemas.microsoft.com/office/drawing/2014/main" id="{27844B3A-C2A1-4A0A-A1A5-50D7BA295A48}"/>
                    </a:ext>
                  </a:extLst>
                </p14:cNvPr>
                <p14:cNvContentPartPr/>
                <p14:nvPr/>
              </p14:nvContentPartPr>
              <p14:xfrm>
                <a:off x="6143760" y="2109600"/>
                <a:ext cx="2958120" cy="142020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27844B3A-C2A1-4A0A-A1A5-50D7BA295A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34400" y="2100240"/>
                  <a:ext cx="2976840" cy="143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3B60527C-B063-5B1C-D690-29DC14F76F56}"/>
                  </a:ext>
                </a:extLst>
              </p14:cNvPr>
              <p14:cNvContentPartPr/>
              <p14:nvPr/>
            </p14:nvContentPartPr>
            <p14:xfrm>
              <a:off x="7647535" y="3039853"/>
              <a:ext cx="46440" cy="68400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3B60527C-B063-5B1C-D690-29DC14F76F5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36818" y="3029053"/>
                <a:ext cx="67517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E81BE572-B333-B19A-679C-3CF27C7731B3}"/>
                  </a:ext>
                </a:extLst>
              </p:cNvPr>
              <p:cNvSpPr txBox="1"/>
              <p:nvPr/>
            </p:nvSpPr>
            <p:spPr>
              <a:xfrm>
                <a:off x="0" y="4514671"/>
                <a:ext cx="936538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solidFill>
                      <a:srgbClr val="FF0000"/>
                    </a:solidFill>
                  </a:rPr>
                  <a:t>Stability assessment is easier for linear systems (</a:t>
                </a:r>
                <a14:m>
                  <m:oMath xmlns:m="http://schemas.openxmlformats.org/officeDocument/2006/math">
                    <m:r>
                      <a:rPr lang="el-GR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CH" sz="1600">
                    <a:solidFill>
                      <a:srgbClr val="FF0000"/>
                    </a:solidFill>
                  </a:rPr>
                  <a:t>'s </a:t>
                </a:r>
                <a:r>
                  <a:rPr lang="en-US" sz="1600">
                    <a:solidFill>
                      <a:srgbClr val="FF0000"/>
                    </a:solidFill>
                  </a:rPr>
                  <a:t>of A), but no general test for nonlinear systems</a:t>
                </a:r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E81BE572-B333-B19A-679C-3CF27C773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14671"/>
                <a:ext cx="9365384" cy="338554"/>
              </a:xfrm>
              <a:prstGeom prst="rect">
                <a:avLst/>
              </a:prstGeom>
              <a:blipFill>
                <a:blip r:embed="rId9"/>
                <a:stretch>
                  <a:fillRect l="-407" t="-35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5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6FC7-8CFE-F628-CAC7-CAEAC14D5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BA826C-F399-DADD-C577-71F914689D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2. </a:t>
            </a:r>
            <a:r>
              <a:rPr lang="de-DE" err="1"/>
              <a:t>Lyapunov</a:t>
            </a:r>
            <a:r>
              <a:rPr lang="de-DE"/>
              <a:t> </a:t>
            </a:r>
            <a:r>
              <a:rPr lang="de-DE" err="1"/>
              <a:t>Stability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371EB74-18C1-F381-6DEB-53B39C0871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DF6B76-6CF3-B7D4-2B01-990E8A40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AC6D77-67F9-ECA3-9523-94EF9F00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7643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60FAC0-E72A-3492-DBB1-777CB56AA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55" y="485146"/>
            <a:ext cx="7886700" cy="994172"/>
          </a:xfrm>
        </p:spPr>
        <p:txBody>
          <a:bodyPr/>
          <a:lstStyle/>
          <a:p>
            <a:r>
              <a:rPr lang="en-US"/>
              <a:t>Lyapunov's Indirect Method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B4A3C377-065D-490D-3B55-05C6B4681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14225" y="-8301"/>
            <a:ext cx="5539106" cy="37219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E0D6F0-4200-A3CB-53B6-8BAE16409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65C9AE-995E-C0D3-D62A-3D9A7E14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82DE10B-22B8-EA89-15D9-FC355F5EE12B}"/>
              </a:ext>
            </a:extLst>
          </p:cNvPr>
          <p:cNvSpPr txBox="1"/>
          <p:nvPr/>
        </p:nvSpPr>
        <p:spPr>
          <a:xfrm>
            <a:off x="375197" y="1395104"/>
            <a:ext cx="64780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For arbitrary systems, there is no general way to determine stability.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A689C0CF-ED47-CAA2-3E47-A89A1AC0A4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6055" y="1970504"/>
                <a:ext cx="8384721" cy="24691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Tx/>
                </a:pPr>
                <a:r>
                  <a:rPr lang="de-CH" sz="1600" err="1"/>
                  <a:t>given</a:t>
                </a:r>
                <a:r>
                  <a:rPr lang="de-CH" sz="1600"/>
                  <a:t> a </a:t>
                </a:r>
                <a:r>
                  <a:rPr lang="de-CH" sz="1600" err="1"/>
                  <a:t>nonlinear</a:t>
                </a:r>
                <a:r>
                  <a:rPr lang="de-CH" sz="1600"/>
                  <a:t> </a:t>
                </a:r>
                <a:r>
                  <a:rPr lang="de-CH" sz="1600" err="1"/>
                  <a:t>system</a:t>
                </a:r>
                <a:r>
                  <a:rPr lang="de-CH" sz="1600"/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ẋ=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sz="1600"/>
                  <a:t> </a:t>
                </a:r>
                <a:r>
                  <a:rPr lang="de-CH" sz="1600" err="1"/>
                  <a:t>with</a:t>
                </a:r>
                <a:r>
                  <a:rPr lang="de-CH" sz="1600"/>
                  <a:t> </a:t>
                </a:r>
                <a:r>
                  <a:rPr lang="de-CH" sz="1600" err="1"/>
                  <a:t>eq</a:t>
                </a:r>
                <a:r>
                  <a:rPr lang="de-CH" sz="1600"/>
                  <a:t>.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/>
              </a:p>
              <a:p>
                <a:pPr>
                  <a:buClrTx/>
                </a:pPr>
                <a:r>
                  <a:rPr lang="de-CH" sz="1600" err="1"/>
                  <a:t>the</a:t>
                </a:r>
                <a:r>
                  <a:rPr lang="de-CH" sz="1600"/>
                  <a:t> </a:t>
                </a:r>
                <a:r>
                  <a:rPr lang="de-CH" sz="1600" err="1"/>
                  <a:t>origin</a:t>
                </a:r>
                <a:r>
                  <a:rPr lang="de-CH" sz="1600"/>
                  <a:t> </a:t>
                </a:r>
                <a:r>
                  <a:rPr lang="de-CH" sz="1600" err="1"/>
                  <a:t>is</a:t>
                </a:r>
                <a:r>
                  <a:rPr lang="de-CH" sz="1600"/>
                  <a:t> </a:t>
                </a:r>
                <a:r>
                  <a:rPr lang="de-CH" sz="1600" err="1"/>
                  <a:t>asy</a:t>
                </a:r>
                <a:r>
                  <a:rPr lang="de-CH" sz="1600"/>
                  <a:t>. </a:t>
                </a:r>
                <a:r>
                  <a:rPr lang="de-CH" sz="1600" err="1"/>
                  <a:t>stable</a:t>
                </a:r>
                <a:r>
                  <a:rPr lang="de-CH" sz="1600"/>
                  <a:t> </a:t>
                </a:r>
                <a:r>
                  <a:rPr lang="de-CH" sz="1600" err="1"/>
                  <a:t>if</a:t>
                </a:r>
                <a:r>
                  <a:rPr lang="de-CH" sz="1600"/>
                  <a:t>, in </a:t>
                </a:r>
                <a:r>
                  <a:rPr lang="de-CH" sz="1600" err="1"/>
                  <a:t>its</a:t>
                </a:r>
                <a:r>
                  <a:rPr lang="de-CH" sz="1600"/>
                  <a:t> </a:t>
                </a:r>
                <a:r>
                  <a:rPr lang="de-CH" sz="1600" err="1"/>
                  <a:t>linearization</a:t>
                </a:r>
                <a:r>
                  <a:rPr lang="de-CH" sz="1600"/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ẋ=</m:t>
                    </m:r>
                    <m:r>
                      <a:rPr lang="de-CH" sz="1600" i="1" dirty="0" err="1" smtClean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de-CH" sz="1600"/>
                  <a:t>, all </a:t>
                </a:r>
                <a:r>
                  <a:rPr lang="de-CH" sz="1600" err="1"/>
                  <a:t>eigenvalues</a:t>
                </a:r>
                <a:r>
                  <a:rPr lang="de-CH" sz="1600"/>
                  <a:t> </a:t>
                </a:r>
                <a:r>
                  <a:rPr lang="de-CH" sz="1600" err="1"/>
                  <a:t>of</a:t>
                </a:r>
                <a:r>
                  <a:rPr lang="de-CH" sz="1600"/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CH" sz="1600"/>
                  <a:t> </a:t>
                </a:r>
                <a:r>
                  <a:rPr lang="de-CH" sz="1600" err="1"/>
                  <a:t>are</a:t>
                </a:r>
                <a:r>
                  <a:rPr lang="de-CH" sz="1600"/>
                  <a:t> in </a:t>
                </a:r>
                <a:r>
                  <a:rPr lang="de-CH" sz="1600" err="1"/>
                  <a:t>the</a:t>
                </a:r>
                <a:r>
                  <a:rPr lang="de-CH" sz="1600"/>
                  <a:t> LHP</a:t>
                </a:r>
              </a:p>
              <a:p>
                <a:pPr>
                  <a:buClrTx/>
                </a:pPr>
                <a:r>
                  <a:rPr lang="de-CH" sz="1600" err="1"/>
                  <a:t>this</a:t>
                </a:r>
                <a:r>
                  <a:rPr lang="de-CH" sz="1600"/>
                  <a:t> </a:t>
                </a:r>
                <a:r>
                  <a:rPr lang="de-CH" sz="1600" err="1"/>
                  <a:t>applies</a:t>
                </a:r>
                <a:r>
                  <a:rPr lang="de-CH" sz="1600"/>
                  <a:t> </a:t>
                </a:r>
                <a:r>
                  <a:rPr lang="de-CH" sz="1600" err="1"/>
                  <a:t>to</a:t>
                </a:r>
                <a:r>
                  <a:rPr lang="de-CH" sz="1600"/>
                  <a:t> </a:t>
                </a:r>
                <a:r>
                  <a:rPr lang="de-CH" sz="1600" err="1"/>
                  <a:t>the</a:t>
                </a:r>
                <a:r>
                  <a:rPr lang="de-CH" sz="1600"/>
                  <a:t> </a:t>
                </a:r>
                <a:r>
                  <a:rPr lang="de-CH" sz="1600" err="1"/>
                  <a:t>origin</a:t>
                </a:r>
                <a:r>
                  <a:rPr lang="de-CH" sz="1600"/>
                  <a:t> and a </a:t>
                </a:r>
                <a:r>
                  <a:rPr lang="de-CH" sz="1600" err="1"/>
                  <a:t>certain</a:t>
                </a:r>
                <a:r>
                  <a:rPr lang="de-CH" sz="1600"/>
                  <a:t> (</a:t>
                </a:r>
                <a:r>
                  <a:rPr lang="de-CH" sz="1600" err="1"/>
                  <a:t>possibly</a:t>
                </a:r>
                <a:r>
                  <a:rPr lang="de-CH" sz="1600"/>
                  <a:t> </a:t>
                </a:r>
                <a:r>
                  <a:rPr lang="de-CH" sz="1600" err="1"/>
                  <a:t>arbitrarily</a:t>
                </a:r>
                <a:r>
                  <a:rPr lang="de-CH" sz="1600"/>
                  <a:t> </a:t>
                </a:r>
                <a:r>
                  <a:rPr lang="de-CH" sz="1600" err="1"/>
                  <a:t>small</a:t>
                </a:r>
                <a:r>
                  <a:rPr lang="de-CH" sz="1600"/>
                  <a:t>) </a:t>
                </a:r>
                <a:r>
                  <a:rPr lang="de-CH" sz="1600" err="1"/>
                  <a:t>neighbourhood</a:t>
                </a:r>
                <a:r>
                  <a:rPr lang="de-CH" sz="1600"/>
                  <a:t> </a:t>
                </a:r>
                <a:r>
                  <a:rPr lang="de-CH" sz="1600" err="1"/>
                  <a:t>of</a:t>
                </a:r>
                <a:r>
                  <a:rPr lang="de-CH" sz="1600"/>
                  <a:t> </a:t>
                </a:r>
                <a:r>
                  <a:rPr lang="de-CH" sz="1600" err="1"/>
                  <a:t>the</a:t>
                </a:r>
                <a:r>
                  <a:rPr lang="de-CH" sz="1600"/>
                  <a:t> </a:t>
                </a:r>
                <a:r>
                  <a:rPr lang="de-CH" sz="1600" err="1"/>
                  <a:t>equilibrium</a:t>
                </a:r>
                <a:r>
                  <a:rPr lang="de-CH" sz="1600"/>
                  <a:t> </a:t>
                </a:r>
                <a:r>
                  <a:rPr lang="de-CH" sz="1600" err="1"/>
                  <a:t>point</a:t>
                </a:r>
                <a:r>
                  <a:rPr lang="de-CH" sz="1600"/>
                  <a:t> (</a:t>
                </a:r>
                <a:r>
                  <a:rPr lang="de-CH" sz="1600" err="1"/>
                  <a:t>if</a:t>
                </a:r>
                <a:r>
                  <a:rPr lang="de-CH" sz="1600"/>
                  <a:t> </a:t>
                </a:r>
                <a:r>
                  <a:rPr lang="de-CH" sz="1600" err="1"/>
                  <a:t>no</a:t>
                </a:r>
                <a:r>
                  <a:rPr lang="de-CH" sz="1600"/>
                  <a:t> </a:t>
                </a:r>
                <a:r>
                  <a:rPr lang="de-CH" sz="1600" err="1"/>
                  <a:t>eigenvalue</a:t>
                </a:r>
                <a:r>
                  <a:rPr lang="de-CH" sz="1600"/>
                  <a:t> </a:t>
                </a:r>
                <a:r>
                  <a:rPr lang="de-CH" sz="1600" err="1"/>
                  <a:t>with</a:t>
                </a:r>
                <a:r>
                  <a:rPr lang="de-CH" sz="1600"/>
                  <a:t> </a:t>
                </a:r>
                <a:r>
                  <a:rPr lang="de-CH" sz="1600" err="1"/>
                  <a:t>zero</a:t>
                </a:r>
                <a:r>
                  <a:rPr lang="de-CH" sz="1600"/>
                  <a:t> real </a:t>
                </a:r>
                <a:r>
                  <a:rPr lang="de-CH" sz="1600" err="1"/>
                  <a:t>part</a:t>
                </a:r>
                <a:r>
                  <a:rPr lang="de-CH" sz="1600"/>
                  <a:t>)</a:t>
                </a:r>
                <a:endParaRPr lang="en-US" sz="1600"/>
              </a:p>
              <a:p>
                <a:pPr>
                  <a:buClrTx/>
                </a:pPr>
                <a:endParaRPr lang="en-US" sz="1600"/>
              </a:p>
            </p:txBody>
          </p:sp>
        </mc:Choice>
        <mc:Fallback xmlns="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A689C0CF-ED47-CAA2-3E47-A89A1AC0A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55" y="1970504"/>
                <a:ext cx="8384721" cy="2469196"/>
              </a:xfrm>
              <a:prstGeom prst="rect">
                <a:avLst/>
              </a:prstGeom>
              <a:blipFill>
                <a:blip r:embed="rId4"/>
                <a:stretch>
                  <a:fillRect l="-303" t="-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C0E8F245-1E1A-D280-883A-4C44CF125079}"/>
                  </a:ext>
                </a:extLst>
              </p14:cNvPr>
              <p14:cNvContentPartPr/>
              <p14:nvPr/>
            </p14:nvContentPartPr>
            <p14:xfrm>
              <a:off x="5010527" y="2093880"/>
              <a:ext cx="326160" cy="22212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C0E8F245-1E1A-D280-883A-4C44CF12507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99715" y="2083080"/>
                <a:ext cx="347423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" name="Freihand 27">
                <a:extLst>
                  <a:ext uri="{FF2B5EF4-FFF2-40B4-BE49-F238E27FC236}">
                    <a16:creationId xmlns:a16="http://schemas.microsoft.com/office/drawing/2014/main" id="{53893BD6-B1B2-E832-61D7-89DA976F5554}"/>
                  </a:ext>
                </a:extLst>
              </p14:cNvPr>
              <p14:cNvContentPartPr/>
              <p14:nvPr/>
            </p14:nvContentPartPr>
            <p14:xfrm>
              <a:off x="5440367" y="1798320"/>
              <a:ext cx="997560" cy="330480"/>
            </p14:xfrm>
          </p:contentPart>
        </mc:Choice>
        <mc:Fallback xmlns="">
          <p:pic>
            <p:nvPicPr>
              <p:cNvPr id="28" name="Freihand 27">
                <a:extLst>
                  <a:ext uri="{FF2B5EF4-FFF2-40B4-BE49-F238E27FC236}">
                    <a16:creationId xmlns:a16="http://schemas.microsoft.com/office/drawing/2014/main" id="{53893BD6-B1B2-E832-61D7-89DA976F55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29567" y="1787532"/>
                <a:ext cx="1018800" cy="3516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Freihand 30">
                <a:extLst>
                  <a:ext uri="{FF2B5EF4-FFF2-40B4-BE49-F238E27FC236}">
                    <a16:creationId xmlns:a16="http://schemas.microsoft.com/office/drawing/2014/main" id="{99DAED1B-88A9-AF14-3A72-6E7C312B693E}"/>
                  </a:ext>
                </a:extLst>
              </p14:cNvPr>
              <p14:cNvContentPartPr/>
              <p14:nvPr/>
            </p14:nvContentPartPr>
            <p14:xfrm>
              <a:off x="5650000" y="2985721"/>
              <a:ext cx="154800" cy="78840"/>
            </p14:xfrm>
          </p:contentPart>
        </mc:Choice>
        <mc:Fallback xmlns="">
          <p:pic>
            <p:nvPicPr>
              <p:cNvPr id="31" name="Freihand 30">
                <a:extLst>
                  <a:ext uri="{FF2B5EF4-FFF2-40B4-BE49-F238E27FC236}">
                    <a16:creationId xmlns:a16="http://schemas.microsoft.com/office/drawing/2014/main" id="{99DAED1B-88A9-AF14-3A72-6E7C312B693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39225" y="2974921"/>
                <a:ext cx="175991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2" name="Freihand 41">
                <a:extLst>
                  <a:ext uri="{FF2B5EF4-FFF2-40B4-BE49-F238E27FC236}">
                    <a16:creationId xmlns:a16="http://schemas.microsoft.com/office/drawing/2014/main" id="{B6452E6B-DA6D-039B-7BFF-00AC2D7F87C5}"/>
                  </a:ext>
                </a:extLst>
              </p14:cNvPr>
              <p14:cNvContentPartPr/>
              <p14:nvPr/>
            </p14:nvContentPartPr>
            <p14:xfrm>
              <a:off x="5877520" y="2948641"/>
              <a:ext cx="548640" cy="138960"/>
            </p14:xfrm>
          </p:contentPart>
        </mc:Choice>
        <mc:Fallback xmlns="">
          <p:pic>
            <p:nvPicPr>
              <p:cNvPr id="42" name="Freihand 41">
                <a:extLst>
                  <a:ext uri="{FF2B5EF4-FFF2-40B4-BE49-F238E27FC236}">
                    <a16:creationId xmlns:a16="http://schemas.microsoft.com/office/drawing/2014/main" id="{B6452E6B-DA6D-039B-7BFF-00AC2D7F87C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66720" y="2937841"/>
                <a:ext cx="5698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Freihand 50">
                <a:extLst>
                  <a:ext uri="{FF2B5EF4-FFF2-40B4-BE49-F238E27FC236}">
                    <a16:creationId xmlns:a16="http://schemas.microsoft.com/office/drawing/2014/main" id="{92CCFCA7-464C-49FE-B6F3-D458F4588495}"/>
                  </a:ext>
                </a:extLst>
              </p14:cNvPr>
              <p14:cNvContentPartPr/>
              <p14:nvPr/>
            </p14:nvContentPartPr>
            <p14:xfrm>
              <a:off x="6462880" y="2948641"/>
              <a:ext cx="688320" cy="123120"/>
            </p14:xfrm>
          </p:contentPart>
        </mc:Choice>
        <mc:Fallback xmlns="">
          <p:pic>
            <p:nvPicPr>
              <p:cNvPr id="51" name="Freihand 50">
                <a:extLst>
                  <a:ext uri="{FF2B5EF4-FFF2-40B4-BE49-F238E27FC236}">
                    <a16:creationId xmlns:a16="http://schemas.microsoft.com/office/drawing/2014/main" id="{92CCFCA7-464C-49FE-B6F3-D458F458849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52086" y="2937809"/>
                <a:ext cx="709549" cy="1444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2" name="Freihand 51">
                <a:extLst>
                  <a:ext uri="{FF2B5EF4-FFF2-40B4-BE49-F238E27FC236}">
                    <a16:creationId xmlns:a16="http://schemas.microsoft.com/office/drawing/2014/main" id="{E17BB45A-69FD-4860-32FA-562A4CC2082A}"/>
                  </a:ext>
                </a:extLst>
              </p14:cNvPr>
              <p14:cNvContentPartPr/>
              <p14:nvPr/>
            </p14:nvContentPartPr>
            <p14:xfrm>
              <a:off x="7273240" y="2925601"/>
              <a:ext cx="9720" cy="143640"/>
            </p14:xfrm>
          </p:contentPart>
        </mc:Choice>
        <mc:Fallback xmlns="">
          <p:pic>
            <p:nvPicPr>
              <p:cNvPr id="52" name="Freihand 51">
                <a:extLst>
                  <a:ext uri="{FF2B5EF4-FFF2-40B4-BE49-F238E27FC236}">
                    <a16:creationId xmlns:a16="http://schemas.microsoft.com/office/drawing/2014/main" id="{E17BB45A-69FD-4860-32FA-562A4CC2082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62025" y="2914774"/>
                <a:ext cx="31777" cy="164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3" name="Freihand 52">
                <a:extLst>
                  <a:ext uri="{FF2B5EF4-FFF2-40B4-BE49-F238E27FC236}">
                    <a16:creationId xmlns:a16="http://schemas.microsoft.com/office/drawing/2014/main" id="{46F9CCDF-FE50-1DB6-2476-0AFBEC82664F}"/>
                  </a:ext>
                </a:extLst>
              </p14:cNvPr>
              <p14:cNvContentPartPr/>
              <p14:nvPr/>
            </p14:nvContentPartPr>
            <p14:xfrm>
              <a:off x="7240840" y="3001921"/>
              <a:ext cx="85680" cy="360"/>
            </p14:xfrm>
          </p:contentPart>
        </mc:Choice>
        <mc:Fallback xmlns="">
          <p:pic>
            <p:nvPicPr>
              <p:cNvPr id="53" name="Freihand 52">
                <a:extLst>
                  <a:ext uri="{FF2B5EF4-FFF2-40B4-BE49-F238E27FC236}">
                    <a16:creationId xmlns:a16="http://schemas.microsoft.com/office/drawing/2014/main" id="{46F9CCDF-FE50-1DB6-2476-0AFBEC82664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230040" y="2991121"/>
                <a:ext cx="1069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958F37DA-E39A-BCC5-EB04-08A5A5420844}"/>
                  </a:ext>
                </a:extLst>
              </p14:cNvPr>
              <p14:cNvContentPartPr/>
              <p14:nvPr/>
            </p14:nvContentPartPr>
            <p14:xfrm>
              <a:off x="7317160" y="2925601"/>
              <a:ext cx="72000" cy="129600"/>
            </p14:xfrm>
          </p:contentPart>
        </mc:Choice>
        <mc:Fallback xmlns=""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958F37DA-E39A-BCC5-EB04-08A5A542084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306360" y="2914801"/>
                <a:ext cx="9324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3" name="Freihand 62">
                <a:extLst>
                  <a:ext uri="{FF2B5EF4-FFF2-40B4-BE49-F238E27FC236}">
                    <a16:creationId xmlns:a16="http://schemas.microsoft.com/office/drawing/2014/main" id="{A1630888-9BD0-CDB3-F50E-7F15AB7F0001}"/>
                  </a:ext>
                </a:extLst>
              </p14:cNvPr>
              <p14:cNvContentPartPr/>
              <p14:nvPr/>
            </p14:nvContentPartPr>
            <p14:xfrm>
              <a:off x="7409680" y="2967361"/>
              <a:ext cx="498960" cy="94680"/>
            </p14:xfrm>
          </p:contentPart>
        </mc:Choice>
        <mc:Fallback xmlns="">
          <p:pic>
            <p:nvPicPr>
              <p:cNvPr id="63" name="Freihand 62">
                <a:extLst>
                  <a:ext uri="{FF2B5EF4-FFF2-40B4-BE49-F238E27FC236}">
                    <a16:creationId xmlns:a16="http://schemas.microsoft.com/office/drawing/2014/main" id="{A1630888-9BD0-CDB3-F50E-7F15AB7F000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398880" y="2956520"/>
                <a:ext cx="520200" cy="1160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910FA7D1-2E6D-4D5E-1D32-8C3EA6AB0821}"/>
                  </a:ext>
                </a:extLst>
              </p:cNvPr>
              <p:cNvSpPr txBox="1"/>
              <p:nvPr/>
            </p:nvSpPr>
            <p:spPr>
              <a:xfrm>
                <a:off x="386055" y="3313458"/>
                <a:ext cx="38331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⇒</m:t>
                    </m:r>
                  </m:oMath>
                </a14:m>
                <a:r>
                  <a:rPr 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Basically what we did in CS1 all along!</a:t>
                </a:r>
              </a:p>
            </p:txBody>
          </p:sp>
        </mc:Choice>
        <mc:Fallback xmlns="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910FA7D1-2E6D-4D5E-1D32-8C3EA6AB0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55" y="3313458"/>
                <a:ext cx="3833101" cy="338554"/>
              </a:xfrm>
              <a:prstGeom prst="rect">
                <a:avLst/>
              </a:prstGeom>
              <a:blipFill>
                <a:blip r:embed="rId23"/>
                <a:stretch>
                  <a:fillRect t="-7407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42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5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6BBB0B-EF50-65A7-0356-46F1104CE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92" y="38346"/>
            <a:ext cx="7886700" cy="994172"/>
          </a:xfrm>
        </p:spPr>
        <p:txBody>
          <a:bodyPr/>
          <a:lstStyle/>
          <a:p>
            <a:r>
              <a:rPr lang="en-US"/>
              <a:t>Lyapunov's Direct Method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77B7CA-E112-FB50-80DB-32B5A699A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2A69A-0E68-DE82-EC5D-32B8FC3F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6DE91861-B2C3-CF95-8714-60FE73FCEFB0}"/>
                  </a:ext>
                </a:extLst>
              </p14:cNvPr>
              <p14:cNvContentPartPr/>
              <p14:nvPr/>
            </p14:nvContentPartPr>
            <p14:xfrm>
              <a:off x="8984575" y="-78695"/>
              <a:ext cx="7200" cy="23400"/>
            </p14:xfrm>
          </p:contentPart>
        </mc:Choice>
        <mc:Fallback xmlns=""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6DE91861-B2C3-CF95-8714-60FE73FCEF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74289" y="-89495"/>
                <a:ext cx="27429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Inhaltsplatzhalter 2">
                <a:extLst>
                  <a:ext uri="{FF2B5EF4-FFF2-40B4-BE49-F238E27FC236}">
                    <a16:creationId xmlns:a16="http://schemas.microsoft.com/office/drawing/2014/main" id="{C0A25F85-415E-2E56-D533-2FB1CA7653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3569129"/>
                <a:ext cx="7886700" cy="85791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Tx/>
                </a:pP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stronger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forms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of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stability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pPr lvl="1">
                  <a:buClrTx/>
                </a:pPr>
                <a:r>
                  <a:rPr lang="de-CH" sz="1400" b="1" err="1">
                    <a:latin typeface="Segoe UI" panose="020B0502040204020203" pitchFamily="34" charset="0"/>
                    <a:cs typeface="Segoe UI" panose="020B0502040204020203" pitchFamily="34" charset="0"/>
                  </a:rPr>
                  <a:t>asymptotic</a:t>
                </a:r>
                <a:r>
                  <a:rPr lang="de-CH" sz="1400" b="1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400" b="1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stability</a:t>
                </a:r>
                <a:r>
                  <a:rPr lang="de-CH" sz="1400" b="1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  <a:r>
                  <a:rPr lang="de-CH" sz="140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:r>
                  <a:rPr lang="de-CH" sz="1400" err="1"/>
                  <a:t>if</a:t>
                </a:r>
                <a:r>
                  <a:rPr lang="de-CH" sz="140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4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CH" sz="1400"/>
                  <a:t> </a:t>
                </a:r>
                <a:r>
                  <a:rPr lang="de-CH" sz="1400" err="1"/>
                  <a:t>only</a:t>
                </a:r>
                <a:r>
                  <a:rPr lang="de-CH" sz="1400"/>
                  <a:t> </a:t>
                </a:r>
                <a:r>
                  <a:rPr lang="de-CH" sz="1400" err="1"/>
                  <a:t>when</a:t>
                </a:r>
                <a:r>
                  <a:rPr lang="de-CH" sz="1400"/>
                  <a:t> </a:t>
                </a:r>
                <a14:m>
                  <m:oMath xmlns:m="http://schemas.openxmlformats.org/officeDocument/2006/math"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₀</m:t>
                    </m:r>
                  </m:oMath>
                </a14:m>
                <a:endParaRPr lang="de-CH" sz="1400"/>
              </a:p>
              <a:p>
                <a:pPr lvl="1">
                  <a:buClrTx/>
                </a:pPr>
                <a:r>
                  <a:rPr lang="de-CH" sz="1400" b="1" err="1">
                    <a:latin typeface="Segoe UI" panose="020B0502040204020203" pitchFamily="34" charset="0"/>
                    <a:cs typeface="Segoe UI" panose="020B0502040204020203" pitchFamily="34" charset="0"/>
                  </a:rPr>
                  <a:t>exponential</a:t>
                </a:r>
                <a:r>
                  <a:rPr lang="de-CH" sz="1400" b="1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400" b="1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stability</a:t>
                </a:r>
                <a:r>
                  <a:rPr lang="de-CH" sz="1400">
                    <a:latin typeface="Segoe UI" panose="020B0502040204020203" pitchFamily="34" charset="0"/>
                    <a:cs typeface="Segoe UI" panose="020B0502040204020203" pitchFamily="34" charset="0"/>
                  </a:rPr>
                  <a:t>:	</a:t>
                </a:r>
                <a:r>
                  <a:rPr lang="de-CH" sz="14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if</a:t>
                </a:r>
                <a:r>
                  <a:rPr lang="de-CH" sz="14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accPr>
                      <m:e>
                        <m:r>
                          <a:rPr lang="de-CH" sz="1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</m:e>
                    </m:acc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&lt;−</m:t>
                    </m:r>
                    <m:r>
                      <a:rPr lang="el-GR" sz="14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de-CH" sz="1400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CH" sz="1400"/>
                  <a:t> </a:t>
                </a:r>
                <a:r>
                  <a:rPr lang="de-CH" sz="1400" err="1"/>
                  <a:t>for</a:t>
                </a:r>
                <a:r>
                  <a:rPr lang="de-CH" sz="1400"/>
                  <a:t> </a:t>
                </a:r>
                <a14:m>
                  <m:oMath xmlns:m="http://schemas.openxmlformats.org/officeDocument/2006/math"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 &gt; 0</m:t>
                    </m:r>
                  </m:oMath>
                </a14:m>
                <a:r>
                  <a:rPr lang="de-CH" sz="14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5" name="Inhaltsplatzhalter 2">
                <a:extLst>
                  <a:ext uri="{FF2B5EF4-FFF2-40B4-BE49-F238E27FC236}">
                    <a16:creationId xmlns:a16="http://schemas.microsoft.com/office/drawing/2014/main" id="{C0A25F85-415E-2E56-D533-2FB1CA765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569129"/>
                <a:ext cx="7886700" cy="857917"/>
              </a:xfrm>
              <a:prstGeom prst="rect">
                <a:avLst/>
              </a:prstGeom>
              <a:blipFill>
                <a:blip r:embed="rId4"/>
                <a:stretch>
                  <a:fillRect l="-322" t="-4348"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2FFF45F3-1AAE-31EE-644F-52A6197D5D76}"/>
              </a:ext>
            </a:extLst>
          </p:cNvPr>
          <p:cNvGrpSpPr/>
          <p:nvPr/>
        </p:nvGrpSpPr>
        <p:grpSpPr>
          <a:xfrm>
            <a:off x="628650" y="355850"/>
            <a:ext cx="8638778" cy="1892828"/>
            <a:chOff x="628650" y="355850"/>
            <a:chExt cx="8451102" cy="189282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Freihand 8">
                  <a:extLst>
                    <a:ext uri="{FF2B5EF4-FFF2-40B4-BE49-F238E27FC236}">
                      <a16:creationId xmlns:a16="http://schemas.microsoft.com/office/drawing/2014/main" id="{2D3884CB-2685-CFF0-FACF-61D859C33D49}"/>
                    </a:ext>
                  </a:extLst>
                </p14:cNvPr>
                <p14:cNvContentPartPr/>
                <p14:nvPr/>
              </p14:nvContentPartPr>
              <p14:xfrm>
                <a:off x="6121135" y="774824"/>
                <a:ext cx="85680" cy="312120"/>
              </p14:xfrm>
            </p:contentPart>
          </mc:Choice>
          <mc:Fallback xmlns="">
            <p:pic>
              <p:nvPicPr>
                <p:cNvPr id="9" name="Freihand 8">
                  <a:extLst>
                    <a:ext uri="{FF2B5EF4-FFF2-40B4-BE49-F238E27FC236}">
                      <a16:creationId xmlns:a16="http://schemas.microsoft.com/office/drawing/2014/main" id="{2D3884CB-2685-CFF0-FACF-61D859C33D4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10557" y="764024"/>
                  <a:ext cx="106483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0" name="Freihand 59">
                  <a:extLst>
                    <a:ext uri="{FF2B5EF4-FFF2-40B4-BE49-F238E27FC236}">
                      <a16:creationId xmlns:a16="http://schemas.microsoft.com/office/drawing/2014/main" id="{1743F9D3-2545-06D9-0332-6B27B1E15634}"/>
                    </a:ext>
                  </a:extLst>
                </p14:cNvPr>
                <p14:cNvContentPartPr/>
                <p14:nvPr/>
              </p14:nvContentPartPr>
              <p14:xfrm>
                <a:off x="5846952" y="404450"/>
                <a:ext cx="469080" cy="170280"/>
              </p14:xfrm>
            </p:contentPart>
          </mc:Choice>
          <mc:Fallback xmlns="">
            <p:pic>
              <p:nvPicPr>
                <p:cNvPr id="60" name="Freihand 59">
                  <a:extLst>
                    <a:ext uri="{FF2B5EF4-FFF2-40B4-BE49-F238E27FC236}">
                      <a16:creationId xmlns:a16="http://schemas.microsoft.com/office/drawing/2014/main" id="{1743F9D3-2545-06D9-0332-6B27B1E1563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36387" y="393627"/>
                  <a:ext cx="489858" cy="1915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3" name="Freihand 62">
                  <a:extLst>
                    <a:ext uri="{FF2B5EF4-FFF2-40B4-BE49-F238E27FC236}">
                      <a16:creationId xmlns:a16="http://schemas.microsoft.com/office/drawing/2014/main" id="{B2D9D51F-C7B5-B62C-193B-65B305BC21B2}"/>
                    </a:ext>
                  </a:extLst>
                </p14:cNvPr>
                <p14:cNvContentPartPr/>
                <p14:nvPr/>
              </p14:nvContentPartPr>
              <p14:xfrm>
                <a:off x="6443112" y="428570"/>
                <a:ext cx="175320" cy="148320"/>
              </p14:xfrm>
            </p:contentPart>
          </mc:Choice>
          <mc:Fallback xmlns="">
            <p:pic>
              <p:nvPicPr>
                <p:cNvPr id="63" name="Freihand 62">
                  <a:extLst>
                    <a:ext uri="{FF2B5EF4-FFF2-40B4-BE49-F238E27FC236}">
                      <a16:creationId xmlns:a16="http://schemas.microsoft.com/office/drawing/2014/main" id="{B2D9D51F-C7B5-B62C-193B-65B305BC21B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32551" y="417770"/>
                  <a:ext cx="196091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0" name="Freihand 69">
                  <a:extLst>
                    <a:ext uri="{FF2B5EF4-FFF2-40B4-BE49-F238E27FC236}">
                      <a16:creationId xmlns:a16="http://schemas.microsoft.com/office/drawing/2014/main" id="{7BFA4DA0-11BE-A8AF-8EA6-38B9CF646ACB}"/>
                    </a:ext>
                  </a:extLst>
                </p14:cNvPr>
                <p14:cNvContentPartPr/>
                <p14:nvPr/>
              </p14:nvContentPartPr>
              <p14:xfrm>
                <a:off x="6760992" y="391490"/>
                <a:ext cx="344880" cy="240120"/>
              </p14:xfrm>
            </p:contentPart>
          </mc:Choice>
          <mc:Fallback xmlns="">
            <p:pic>
              <p:nvPicPr>
                <p:cNvPr id="70" name="Freihand 69">
                  <a:extLst>
                    <a:ext uri="{FF2B5EF4-FFF2-40B4-BE49-F238E27FC236}">
                      <a16:creationId xmlns:a16="http://schemas.microsoft.com/office/drawing/2014/main" id="{7BFA4DA0-11BE-A8AF-8EA6-38B9CF646AC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50413" y="380706"/>
                  <a:ext cx="365686" cy="261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8" name="Freihand 77">
                  <a:extLst>
                    <a:ext uri="{FF2B5EF4-FFF2-40B4-BE49-F238E27FC236}">
                      <a16:creationId xmlns:a16="http://schemas.microsoft.com/office/drawing/2014/main" id="{FBA1DAED-B265-71B1-0922-64F66FBCE184}"/>
                    </a:ext>
                  </a:extLst>
                </p14:cNvPr>
                <p14:cNvContentPartPr/>
                <p14:nvPr/>
              </p14:nvContentPartPr>
              <p14:xfrm>
                <a:off x="7177152" y="441890"/>
                <a:ext cx="469080" cy="195840"/>
              </p14:xfrm>
            </p:contentPart>
          </mc:Choice>
          <mc:Fallback xmlns="">
            <p:pic>
              <p:nvPicPr>
                <p:cNvPr id="78" name="Freihand 77">
                  <a:extLst>
                    <a:ext uri="{FF2B5EF4-FFF2-40B4-BE49-F238E27FC236}">
                      <a16:creationId xmlns:a16="http://schemas.microsoft.com/office/drawing/2014/main" id="{FBA1DAED-B265-71B1-0922-64F66FBCE18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66587" y="431090"/>
                  <a:ext cx="489858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5" name="Freihand 94">
                  <a:extLst>
                    <a:ext uri="{FF2B5EF4-FFF2-40B4-BE49-F238E27FC236}">
                      <a16:creationId xmlns:a16="http://schemas.microsoft.com/office/drawing/2014/main" id="{6CBD65BB-501E-6DA7-16DD-1221F50E5925}"/>
                    </a:ext>
                  </a:extLst>
                </p14:cNvPr>
                <p14:cNvContentPartPr/>
                <p14:nvPr/>
              </p14:nvContentPartPr>
              <p14:xfrm>
                <a:off x="7722552" y="355850"/>
                <a:ext cx="1326600" cy="189720"/>
              </p14:xfrm>
            </p:contentPart>
          </mc:Choice>
          <mc:Fallback xmlns="">
            <p:pic>
              <p:nvPicPr>
                <p:cNvPr id="95" name="Freihand 94">
                  <a:extLst>
                    <a:ext uri="{FF2B5EF4-FFF2-40B4-BE49-F238E27FC236}">
                      <a16:creationId xmlns:a16="http://schemas.microsoft.com/office/drawing/2014/main" id="{6CBD65BB-501E-6DA7-16DD-1221F50E592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11984" y="345050"/>
                  <a:ext cx="1347383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6" name="Freihand 95">
                  <a:extLst>
                    <a:ext uri="{FF2B5EF4-FFF2-40B4-BE49-F238E27FC236}">
                      <a16:creationId xmlns:a16="http://schemas.microsoft.com/office/drawing/2014/main" id="{F091FCB8-C287-FA9E-4982-00B138AC87AF}"/>
                    </a:ext>
                  </a:extLst>
                </p14:cNvPr>
                <p14:cNvContentPartPr/>
                <p14:nvPr/>
              </p14:nvContentPartPr>
              <p14:xfrm>
                <a:off x="8991912" y="529010"/>
                <a:ext cx="87840" cy="66600"/>
              </p14:xfrm>
            </p:contentPart>
          </mc:Choice>
          <mc:Fallback xmlns="">
            <p:pic>
              <p:nvPicPr>
                <p:cNvPr id="96" name="Freihand 95">
                  <a:extLst>
                    <a:ext uri="{FF2B5EF4-FFF2-40B4-BE49-F238E27FC236}">
                      <a16:creationId xmlns:a16="http://schemas.microsoft.com/office/drawing/2014/main" id="{F091FCB8-C287-FA9E-4982-00B138AC87A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81329" y="518210"/>
                  <a:ext cx="108653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6" name="Freihand 105">
                  <a:extLst>
                    <a:ext uri="{FF2B5EF4-FFF2-40B4-BE49-F238E27FC236}">
                      <a16:creationId xmlns:a16="http://schemas.microsoft.com/office/drawing/2014/main" id="{3D77D35E-3DBC-FDF2-07C2-033D0F8CD0EF}"/>
                    </a:ext>
                  </a:extLst>
                </p14:cNvPr>
                <p14:cNvContentPartPr/>
                <p14:nvPr/>
              </p14:nvContentPartPr>
              <p14:xfrm>
                <a:off x="5865672" y="621890"/>
                <a:ext cx="662400" cy="164880"/>
              </p14:xfrm>
            </p:contentPart>
          </mc:Choice>
          <mc:Fallback xmlns="">
            <p:pic>
              <p:nvPicPr>
                <p:cNvPr id="106" name="Freihand 105">
                  <a:extLst>
                    <a:ext uri="{FF2B5EF4-FFF2-40B4-BE49-F238E27FC236}">
                      <a16:creationId xmlns:a16="http://schemas.microsoft.com/office/drawing/2014/main" id="{3D77D35E-3DBC-FDF2-07C2-033D0F8CD0E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855113" y="611090"/>
                  <a:ext cx="683166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4" name="Freihand 113">
                  <a:extLst>
                    <a:ext uri="{FF2B5EF4-FFF2-40B4-BE49-F238E27FC236}">
                      <a16:creationId xmlns:a16="http://schemas.microsoft.com/office/drawing/2014/main" id="{041AB422-1D77-BE45-84F1-9971A8285BDE}"/>
                    </a:ext>
                  </a:extLst>
                </p14:cNvPr>
                <p14:cNvContentPartPr/>
                <p14:nvPr/>
              </p14:nvContentPartPr>
              <p14:xfrm>
                <a:off x="6655152" y="645650"/>
                <a:ext cx="509040" cy="198000"/>
              </p14:xfrm>
            </p:contentPart>
          </mc:Choice>
          <mc:Fallback xmlns="">
            <p:pic>
              <p:nvPicPr>
                <p:cNvPr id="114" name="Freihand 113">
                  <a:extLst>
                    <a:ext uri="{FF2B5EF4-FFF2-40B4-BE49-F238E27FC236}">
                      <a16:creationId xmlns:a16="http://schemas.microsoft.com/office/drawing/2014/main" id="{041AB422-1D77-BE45-84F1-9971A8285BD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644584" y="634830"/>
                  <a:ext cx="529824" cy="2192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2" name="Freihand 121">
                  <a:extLst>
                    <a:ext uri="{FF2B5EF4-FFF2-40B4-BE49-F238E27FC236}">
                      <a16:creationId xmlns:a16="http://schemas.microsoft.com/office/drawing/2014/main" id="{6F539D98-52C6-E436-8490-1DA6E4707281}"/>
                    </a:ext>
                  </a:extLst>
                </p14:cNvPr>
                <p14:cNvContentPartPr/>
                <p14:nvPr/>
              </p14:nvContentPartPr>
              <p14:xfrm>
                <a:off x="7317192" y="680210"/>
                <a:ext cx="440280" cy="111600"/>
              </p14:xfrm>
            </p:contentPart>
          </mc:Choice>
          <mc:Fallback xmlns="">
            <p:pic>
              <p:nvPicPr>
                <p:cNvPr id="122" name="Freihand 121">
                  <a:extLst>
                    <a:ext uri="{FF2B5EF4-FFF2-40B4-BE49-F238E27FC236}">
                      <a16:creationId xmlns:a16="http://schemas.microsoft.com/office/drawing/2014/main" id="{6F539D98-52C6-E436-8490-1DA6E470728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306625" y="669410"/>
                  <a:ext cx="461061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0" name="Freihand 129">
                  <a:extLst>
                    <a:ext uri="{FF2B5EF4-FFF2-40B4-BE49-F238E27FC236}">
                      <a16:creationId xmlns:a16="http://schemas.microsoft.com/office/drawing/2014/main" id="{F458C988-F6ED-ED1F-9238-24DC9A199D49}"/>
                    </a:ext>
                  </a:extLst>
                </p14:cNvPr>
                <p14:cNvContentPartPr/>
                <p14:nvPr/>
              </p14:nvContentPartPr>
              <p14:xfrm>
                <a:off x="7879152" y="677330"/>
                <a:ext cx="548640" cy="185760"/>
              </p14:xfrm>
            </p:contentPart>
          </mc:Choice>
          <mc:Fallback xmlns="">
            <p:pic>
              <p:nvPicPr>
                <p:cNvPr id="130" name="Freihand 129">
                  <a:extLst>
                    <a:ext uri="{FF2B5EF4-FFF2-40B4-BE49-F238E27FC236}">
                      <a16:creationId xmlns:a16="http://schemas.microsoft.com/office/drawing/2014/main" id="{F458C988-F6ED-ED1F-9238-24DC9A199D4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68588" y="666530"/>
                  <a:ext cx="569416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Inhaltsplatzhalter 2">
                  <a:extLst>
                    <a:ext uri="{FF2B5EF4-FFF2-40B4-BE49-F238E27FC236}">
                      <a16:creationId xmlns:a16="http://schemas.microsoft.com/office/drawing/2014/main" id="{0AEE93AC-46C2-AA5A-376B-BC253823180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8650" y="1084141"/>
                  <a:ext cx="7886700" cy="116453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buClrTx/>
                  </a:pP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Idea: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analyze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stability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of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equilibrium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point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₀</m:t>
                      </m:r>
                    </m:oMath>
                  </a14:m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with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 "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energy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-like"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function</a:t>
                  </a:r>
                  <a:endParaRPr lang="de-CH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>
                    <a:buClrTx/>
                  </a:pP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definitions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&amp;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conditions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pPr lvl="1">
                    <a:buClrTx/>
                  </a:pPr>
                  <a14:m>
                    <m:oMath xmlns:m="http://schemas.openxmlformats.org/officeDocument/2006/math"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 ⊂ 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ⁿ</m:t>
                      </m:r>
                    </m:oMath>
                  </a14:m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compact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set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that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contains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equilibrium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point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x₀</a:t>
                  </a:r>
                </a:p>
                <a:p>
                  <a:pPr lvl="1">
                    <a:buClrTx/>
                  </a:pPr>
                  <a14:m>
                    <m:oMath xmlns:m="http://schemas.openxmlformats.org/officeDocument/2006/math"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 smooth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scalar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function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called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Lyapunov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candidate</a:t>
                  </a:r>
                  <a:endParaRPr lang="de-CH" sz="14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0" indent="0">
                    <a:buClrTx/>
                    <a:buNone/>
                  </a:pPr>
                  <a:endParaRPr lang="en-US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74" name="Inhaltsplatzhalter 2">
                  <a:extLst>
                    <a:ext uri="{FF2B5EF4-FFF2-40B4-BE49-F238E27FC236}">
                      <a16:creationId xmlns:a16="http://schemas.microsoft.com/office/drawing/2014/main" id="{0AEE93AC-46C2-AA5A-376B-BC2538231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1084141"/>
                  <a:ext cx="7886700" cy="1164537"/>
                </a:xfrm>
                <a:prstGeom prst="rect">
                  <a:avLst/>
                </a:prstGeom>
                <a:blipFill>
                  <a:blip r:embed="rId27"/>
                  <a:stretch>
                    <a:fillRect l="-314" t="-3226" b="-10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781AF296-3949-1D71-AB99-508470A9552B}"/>
                  </a:ext>
                </a:extLst>
              </p14:cNvPr>
              <p14:cNvContentPartPr/>
              <p14:nvPr/>
            </p14:nvContentPartPr>
            <p14:xfrm>
              <a:off x="3020222" y="1583753"/>
              <a:ext cx="249840" cy="1551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781AF296-3949-1D71-AB99-508470A9552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09422" y="1572953"/>
                <a:ext cx="2710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C17796CC-15C7-50EB-5209-F8CCD29A4294}"/>
                  </a:ext>
                </a:extLst>
              </p14:cNvPr>
              <p14:cNvContentPartPr/>
              <p14:nvPr/>
            </p14:nvContentPartPr>
            <p14:xfrm>
              <a:off x="3375542" y="1410953"/>
              <a:ext cx="1434600" cy="21492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C17796CC-15C7-50EB-5209-F8CCD29A429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64739" y="1400153"/>
                <a:ext cx="1455845" cy="23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5CFE51AE-2934-9916-C647-7EC7327E314D}"/>
              </a:ext>
            </a:extLst>
          </p:cNvPr>
          <p:cNvGrpSpPr/>
          <p:nvPr/>
        </p:nvGrpSpPr>
        <p:grpSpPr>
          <a:xfrm>
            <a:off x="628650" y="4234836"/>
            <a:ext cx="8333179" cy="672420"/>
            <a:chOff x="628650" y="4234836"/>
            <a:chExt cx="8333179" cy="6724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Inhaltsplatzhalter 2">
                  <a:extLst>
                    <a:ext uri="{FF2B5EF4-FFF2-40B4-BE49-F238E27FC236}">
                      <a16:creationId xmlns:a16="http://schemas.microsoft.com/office/drawing/2014/main" id="{199D5CFA-B2F1-841C-AF93-F3F10A73B84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8650" y="4549013"/>
                  <a:ext cx="7886700" cy="358243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ClrTx/>
                    <a:buNone/>
                  </a:pP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⇒</m:t>
                      </m:r>
                    </m:oMath>
                  </a14:m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err="1"/>
                    <a:t>sufficient</a:t>
                  </a:r>
                  <a:r>
                    <a:rPr lang="de-CH" sz="1600"/>
                    <a:t> not </a:t>
                  </a:r>
                  <a:r>
                    <a:rPr lang="de-CH" sz="1600" err="1"/>
                    <a:t>necessary</a:t>
                  </a:r>
                  <a:r>
                    <a:rPr lang="de-CH" sz="1600"/>
                    <a:t> </a:t>
                  </a:r>
                  <a:r>
                    <a:rPr lang="de-CH" sz="1600" err="1"/>
                    <a:t>conditions</a:t>
                  </a:r>
                  <a:r>
                    <a:rPr lang="de-CH" sz="1600"/>
                    <a:t> </a:t>
                  </a:r>
                  <a:r>
                    <a:rPr lang="de-CH" sz="1600" err="1"/>
                    <a:t>for</a:t>
                  </a:r>
                  <a:r>
                    <a:rPr lang="de-CH" sz="1600"/>
                    <a:t> </a:t>
                  </a:r>
                  <a:r>
                    <a:rPr lang="de-CH" sz="1600" err="1"/>
                    <a:t>stability</a:t>
                  </a:r>
                  <a:endParaRPr lang="de-CH" sz="1600"/>
                </a:p>
              </p:txBody>
            </p:sp>
          </mc:Choice>
          <mc:Fallback xmlns="">
            <p:sp>
              <p:nvSpPr>
                <p:cNvPr id="56" name="Inhaltsplatzhalter 2">
                  <a:extLst>
                    <a:ext uri="{FF2B5EF4-FFF2-40B4-BE49-F238E27FC236}">
                      <a16:creationId xmlns:a16="http://schemas.microsoft.com/office/drawing/2014/main" id="{199D5CFA-B2F1-841C-AF93-F3F10A73B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4549013"/>
                  <a:ext cx="7886700" cy="358243"/>
                </a:xfrm>
                <a:prstGeom prst="rect">
                  <a:avLst/>
                </a:prstGeom>
                <a:blipFill>
                  <a:blip r:embed="rId32"/>
                  <a:stretch>
                    <a:fillRect t="-13793" b="-103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31" name="Freihand 130">
                  <a:extLst>
                    <a:ext uri="{FF2B5EF4-FFF2-40B4-BE49-F238E27FC236}">
                      <a16:creationId xmlns:a16="http://schemas.microsoft.com/office/drawing/2014/main" id="{39B14FAD-5433-E3B5-7F76-9B1C18DEDDA5}"/>
                    </a:ext>
                  </a:extLst>
                </p14:cNvPr>
                <p14:cNvContentPartPr/>
                <p14:nvPr/>
              </p14:nvContentPartPr>
              <p14:xfrm>
                <a:off x="5170029" y="4576575"/>
                <a:ext cx="254160" cy="178200"/>
              </p14:xfrm>
            </p:contentPart>
          </mc:Choice>
          <mc:Fallback xmlns="">
            <p:pic>
              <p:nvPicPr>
                <p:cNvPr id="131" name="Freihand 130">
                  <a:extLst>
                    <a:ext uri="{FF2B5EF4-FFF2-40B4-BE49-F238E27FC236}">
                      <a16:creationId xmlns:a16="http://schemas.microsoft.com/office/drawing/2014/main" id="{39B14FAD-5433-E3B5-7F76-9B1C18DEDDA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159229" y="4565775"/>
                  <a:ext cx="275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45" name="Freihand 144">
                  <a:extLst>
                    <a:ext uri="{FF2B5EF4-FFF2-40B4-BE49-F238E27FC236}">
                      <a16:creationId xmlns:a16="http://schemas.microsoft.com/office/drawing/2014/main" id="{7B1717D4-B906-401F-7A8B-782A5A02219B}"/>
                    </a:ext>
                  </a:extLst>
                </p14:cNvPr>
                <p14:cNvContentPartPr/>
                <p14:nvPr/>
              </p14:nvContentPartPr>
              <p14:xfrm>
                <a:off x="5579349" y="4290276"/>
                <a:ext cx="1161000" cy="196200"/>
              </p14:xfrm>
            </p:contentPart>
          </mc:Choice>
          <mc:Fallback xmlns="">
            <p:pic>
              <p:nvPicPr>
                <p:cNvPr id="145" name="Freihand 144">
                  <a:extLst>
                    <a:ext uri="{FF2B5EF4-FFF2-40B4-BE49-F238E27FC236}">
                      <a16:creationId xmlns:a16="http://schemas.microsoft.com/office/drawing/2014/main" id="{7B1717D4-B906-401F-7A8B-782A5A02219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568549" y="4279496"/>
                  <a:ext cx="1182240" cy="2174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60" name="Freihand 159">
                  <a:extLst>
                    <a:ext uri="{FF2B5EF4-FFF2-40B4-BE49-F238E27FC236}">
                      <a16:creationId xmlns:a16="http://schemas.microsoft.com/office/drawing/2014/main" id="{6B2719E4-6A70-F9C4-BA22-77F5F1742B62}"/>
                    </a:ext>
                  </a:extLst>
                </p14:cNvPr>
                <p14:cNvContentPartPr/>
                <p14:nvPr/>
              </p14:nvContentPartPr>
              <p14:xfrm>
                <a:off x="6871669" y="4234836"/>
                <a:ext cx="1175760" cy="207720"/>
              </p14:xfrm>
            </p:contentPart>
          </mc:Choice>
          <mc:Fallback xmlns="">
            <p:pic>
              <p:nvPicPr>
                <p:cNvPr id="160" name="Freihand 159">
                  <a:extLst>
                    <a:ext uri="{FF2B5EF4-FFF2-40B4-BE49-F238E27FC236}">
                      <a16:creationId xmlns:a16="http://schemas.microsoft.com/office/drawing/2014/main" id="{6B2719E4-6A70-F9C4-BA22-77F5F1742B6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60866" y="4224036"/>
                  <a:ext cx="1197007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81" name="Freihand 180">
                  <a:extLst>
                    <a:ext uri="{FF2B5EF4-FFF2-40B4-BE49-F238E27FC236}">
                      <a16:creationId xmlns:a16="http://schemas.microsoft.com/office/drawing/2014/main" id="{7F27BB64-ADCC-D678-CC6F-51A4112C2C70}"/>
                    </a:ext>
                  </a:extLst>
                </p14:cNvPr>
                <p14:cNvContentPartPr/>
                <p14:nvPr/>
              </p14:nvContentPartPr>
              <p14:xfrm>
                <a:off x="5490709" y="4571796"/>
                <a:ext cx="594000" cy="168120"/>
              </p14:xfrm>
            </p:contentPart>
          </mc:Choice>
          <mc:Fallback xmlns="">
            <p:pic>
              <p:nvPicPr>
                <p:cNvPr id="181" name="Freihand 180">
                  <a:extLst>
                    <a:ext uri="{FF2B5EF4-FFF2-40B4-BE49-F238E27FC236}">
                      <a16:creationId xmlns:a16="http://schemas.microsoft.com/office/drawing/2014/main" id="{7F27BB64-ADCC-D678-CC6F-51A4112C2C7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479902" y="4560996"/>
                  <a:ext cx="615253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82" name="Freihand 181">
                  <a:extLst>
                    <a:ext uri="{FF2B5EF4-FFF2-40B4-BE49-F238E27FC236}">
                      <a16:creationId xmlns:a16="http://schemas.microsoft.com/office/drawing/2014/main" id="{C5D68760-D36B-54E9-D220-A2B131111FBC}"/>
                    </a:ext>
                  </a:extLst>
                </p14:cNvPr>
                <p14:cNvContentPartPr/>
                <p14:nvPr/>
              </p14:nvContentPartPr>
              <p14:xfrm>
                <a:off x="8185669" y="4243836"/>
                <a:ext cx="739080" cy="246600"/>
              </p14:xfrm>
            </p:contentPart>
          </mc:Choice>
          <mc:Fallback xmlns="">
            <p:pic>
              <p:nvPicPr>
                <p:cNvPr id="182" name="Freihand 181">
                  <a:extLst>
                    <a:ext uri="{FF2B5EF4-FFF2-40B4-BE49-F238E27FC236}">
                      <a16:creationId xmlns:a16="http://schemas.microsoft.com/office/drawing/2014/main" id="{C5D68760-D36B-54E9-D220-A2B131111FB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74874" y="4233020"/>
                  <a:ext cx="760310" cy="2678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85" name="Freihand 184">
                  <a:extLst>
                    <a:ext uri="{FF2B5EF4-FFF2-40B4-BE49-F238E27FC236}">
                      <a16:creationId xmlns:a16="http://schemas.microsoft.com/office/drawing/2014/main" id="{679A4D31-61B7-9D19-F1A9-A1DCCB0705C8}"/>
                    </a:ext>
                  </a:extLst>
                </p14:cNvPr>
                <p14:cNvContentPartPr/>
                <p14:nvPr/>
              </p14:nvContentPartPr>
              <p14:xfrm>
                <a:off x="6112069" y="4581156"/>
                <a:ext cx="205560" cy="194400"/>
              </p14:xfrm>
            </p:contentPart>
          </mc:Choice>
          <mc:Fallback xmlns="">
            <p:pic>
              <p:nvPicPr>
                <p:cNvPr id="185" name="Freihand 184">
                  <a:extLst>
                    <a:ext uri="{FF2B5EF4-FFF2-40B4-BE49-F238E27FC236}">
                      <a16:creationId xmlns:a16="http://schemas.microsoft.com/office/drawing/2014/main" id="{679A4D31-61B7-9D19-F1A9-A1DCCB0705C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101288" y="4570336"/>
                  <a:ext cx="226763" cy="2156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93" name="Freihand 192">
                  <a:extLst>
                    <a:ext uri="{FF2B5EF4-FFF2-40B4-BE49-F238E27FC236}">
                      <a16:creationId xmlns:a16="http://schemas.microsoft.com/office/drawing/2014/main" id="{84CB7997-9F93-28D8-E8A5-13DBFA130BD6}"/>
                    </a:ext>
                  </a:extLst>
                </p14:cNvPr>
                <p14:cNvContentPartPr/>
                <p14:nvPr/>
              </p14:nvContentPartPr>
              <p14:xfrm>
                <a:off x="6326629" y="4569636"/>
                <a:ext cx="406800" cy="166320"/>
              </p14:xfrm>
            </p:contentPart>
          </mc:Choice>
          <mc:Fallback xmlns="">
            <p:pic>
              <p:nvPicPr>
                <p:cNvPr id="193" name="Freihand 192">
                  <a:extLst>
                    <a:ext uri="{FF2B5EF4-FFF2-40B4-BE49-F238E27FC236}">
                      <a16:creationId xmlns:a16="http://schemas.microsoft.com/office/drawing/2014/main" id="{84CB7997-9F93-28D8-E8A5-13DBFA130BD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315829" y="4558836"/>
                  <a:ext cx="428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98" name="Freihand 197">
                  <a:extLst>
                    <a:ext uri="{FF2B5EF4-FFF2-40B4-BE49-F238E27FC236}">
                      <a16:creationId xmlns:a16="http://schemas.microsoft.com/office/drawing/2014/main" id="{2FD75080-D149-EB2C-86AD-2BAED7B64E30}"/>
                    </a:ext>
                  </a:extLst>
                </p14:cNvPr>
                <p14:cNvContentPartPr/>
                <p14:nvPr/>
              </p14:nvContentPartPr>
              <p14:xfrm>
                <a:off x="6841789" y="4625076"/>
                <a:ext cx="421920" cy="108360"/>
              </p14:xfrm>
            </p:contentPart>
          </mc:Choice>
          <mc:Fallback xmlns="">
            <p:pic>
              <p:nvPicPr>
                <p:cNvPr id="198" name="Freihand 197">
                  <a:extLst>
                    <a:ext uri="{FF2B5EF4-FFF2-40B4-BE49-F238E27FC236}">
                      <a16:creationId xmlns:a16="http://schemas.microsoft.com/office/drawing/2014/main" id="{2FD75080-D149-EB2C-86AD-2BAED7B64E3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830989" y="4614276"/>
                  <a:ext cx="4431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99" name="Freihand 198">
                  <a:extLst>
                    <a:ext uri="{FF2B5EF4-FFF2-40B4-BE49-F238E27FC236}">
                      <a16:creationId xmlns:a16="http://schemas.microsoft.com/office/drawing/2014/main" id="{4FFF696B-DAC0-12A4-D7B8-3ADE72D5381F}"/>
                    </a:ext>
                  </a:extLst>
                </p14:cNvPr>
                <p14:cNvContentPartPr/>
                <p14:nvPr/>
              </p14:nvContentPartPr>
              <p14:xfrm>
                <a:off x="7409869" y="4638756"/>
                <a:ext cx="69480" cy="97200"/>
              </p14:xfrm>
            </p:contentPart>
          </mc:Choice>
          <mc:Fallback xmlns="">
            <p:pic>
              <p:nvPicPr>
                <p:cNvPr id="199" name="Freihand 198">
                  <a:extLst>
                    <a:ext uri="{FF2B5EF4-FFF2-40B4-BE49-F238E27FC236}">
                      <a16:creationId xmlns:a16="http://schemas.microsoft.com/office/drawing/2014/main" id="{4FFF696B-DAC0-12A4-D7B8-3ADE72D5381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399013" y="4627956"/>
                  <a:ext cx="90831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00" name="Freihand 199">
                  <a:extLst>
                    <a:ext uri="{FF2B5EF4-FFF2-40B4-BE49-F238E27FC236}">
                      <a16:creationId xmlns:a16="http://schemas.microsoft.com/office/drawing/2014/main" id="{F9A2D817-B1FB-5208-5084-07D58DFFEF03}"/>
                    </a:ext>
                  </a:extLst>
                </p14:cNvPr>
                <p14:cNvContentPartPr/>
                <p14:nvPr/>
              </p14:nvContentPartPr>
              <p14:xfrm>
                <a:off x="7504189" y="4652796"/>
                <a:ext cx="55800" cy="72000"/>
              </p14:xfrm>
            </p:contentPart>
          </mc:Choice>
          <mc:Fallback xmlns="">
            <p:pic>
              <p:nvPicPr>
                <p:cNvPr id="200" name="Freihand 199">
                  <a:extLst>
                    <a:ext uri="{FF2B5EF4-FFF2-40B4-BE49-F238E27FC236}">
                      <a16:creationId xmlns:a16="http://schemas.microsoft.com/office/drawing/2014/main" id="{F9A2D817-B1FB-5208-5084-07D58DFFEF0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493389" y="4641996"/>
                  <a:ext cx="770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01" name="Freihand 200">
                  <a:extLst>
                    <a:ext uri="{FF2B5EF4-FFF2-40B4-BE49-F238E27FC236}">
                      <a16:creationId xmlns:a16="http://schemas.microsoft.com/office/drawing/2014/main" id="{7BCC1FE3-3B19-DC69-8BAA-E60DB15F58EE}"/>
                    </a:ext>
                  </a:extLst>
                </p14:cNvPr>
                <p14:cNvContentPartPr/>
                <p14:nvPr/>
              </p14:nvContentPartPr>
              <p14:xfrm>
                <a:off x="7541269" y="4648116"/>
                <a:ext cx="41760" cy="141120"/>
              </p14:xfrm>
            </p:contentPart>
          </mc:Choice>
          <mc:Fallback xmlns="">
            <p:pic>
              <p:nvPicPr>
                <p:cNvPr id="201" name="Freihand 200">
                  <a:extLst>
                    <a:ext uri="{FF2B5EF4-FFF2-40B4-BE49-F238E27FC236}">
                      <a16:creationId xmlns:a16="http://schemas.microsoft.com/office/drawing/2014/main" id="{7BCC1FE3-3B19-DC69-8BAA-E60DB15F58E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530469" y="4637316"/>
                  <a:ext cx="63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02" name="Freihand 201">
                  <a:extLst>
                    <a:ext uri="{FF2B5EF4-FFF2-40B4-BE49-F238E27FC236}">
                      <a16:creationId xmlns:a16="http://schemas.microsoft.com/office/drawing/2014/main" id="{DC8BEE1D-E73B-DD5F-CEC3-E48B9D661A4D}"/>
                    </a:ext>
                  </a:extLst>
                </p14:cNvPr>
                <p14:cNvContentPartPr/>
                <p14:nvPr/>
              </p14:nvContentPartPr>
              <p14:xfrm>
                <a:off x="7612909" y="4643436"/>
                <a:ext cx="55800" cy="92520"/>
              </p14:xfrm>
            </p:contentPart>
          </mc:Choice>
          <mc:Fallback xmlns="">
            <p:pic>
              <p:nvPicPr>
                <p:cNvPr id="202" name="Freihand 201">
                  <a:extLst>
                    <a:ext uri="{FF2B5EF4-FFF2-40B4-BE49-F238E27FC236}">
                      <a16:creationId xmlns:a16="http://schemas.microsoft.com/office/drawing/2014/main" id="{DC8BEE1D-E73B-DD5F-CEC3-E48B9D661A4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602109" y="4632636"/>
                  <a:ext cx="770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03" name="Freihand 202">
                  <a:extLst>
                    <a:ext uri="{FF2B5EF4-FFF2-40B4-BE49-F238E27FC236}">
                      <a16:creationId xmlns:a16="http://schemas.microsoft.com/office/drawing/2014/main" id="{F48FAB7F-23B1-7A55-F850-221B5F6982B0}"/>
                    </a:ext>
                  </a:extLst>
                </p14:cNvPr>
                <p14:cNvContentPartPr/>
                <p14:nvPr/>
              </p14:nvContentPartPr>
              <p14:xfrm>
                <a:off x="7686709" y="4581156"/>
                <a:ext cx="16560" cy="155160"/>
              </p14:xfrm>
            </p:contentPart>
          </mc:Choice>
          <mc:Fallback xmlns="">
            <p:pic>
              <p:nvPicPr>
                <p:cNvPr id="203" name="Freihand 202">
                  <a:extLst>
                    <a:ext uri="{FF2B5EF4-FFF2-40B4-BE49-F238E27FC236}">
                      <a16:creationId xmlns:a16="http://schemas.microsoft.com/office/drawing/2014/main" id="{F48FAB7F-23B1-7A55-F850-221B5F6982B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675909" y="4570381"/>
                  <a:ext cx="37800" cy="1763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04" name="Freihand 203">
                  <a:extLst>
                    <a:ext uri="{FF2B5EF4-FFF2-40B4-BE49-F238E27FC236}">
                      <a16:creationId xmlns:a16="http://schemas.microsoft.com/office/drawing/2014/main" id="{77E6ABF3-4EB0-67D2-9FEC-EDCE8D3B86B7}"/>
                    </a:ext>
                  </a:extLst>
                </p14:cNvPr>
                <p14:cNvContentPartPr/>
                <p14:nvPr/>
              </p14:nvContentPartPr>
              <p14:xfrm>
                <a:off x="7668349" y="4652796"/>
                <a:ext cx="67320" cy="5040"/>
              </p14:xfrm>
            </p:contentPart>
          </mc:Choice>
          <mc:Fallback xmlns="">
            <p:pic>
              <p:nvPicPr>
                <p:cNvPr id="204" name="Freihand 203">
                  <a:extLst>
                    <a:ext uri="{FF2B5EF4-FFF2-40B4-BE49-F238E27FC236}">
                      <a16:creationId xmlns:a16="http://schemas.microsoft.com/office/drawing/2014/main" id="{77E6ABF3-4EB0-67D2-9FEC-EDCE8D3B86B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57549" y="4641996"/>
                  <a:ext cx="885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05" name="Freihand 204">
                  <a:extLst>
                    <a:ext uri="{FF2B5EF4-FFF2-40B4-BE49-F238E27FC236}">
                      <a16:creationId xmlns:a16="http://schemas.microsoft.com/office/drawing/2014/main" id="{D503AE7E-5638-1F86-CEB1-D2BE77188AA3}"/>
                    </a:ext>
                  </a:extLst>
                </p14:cNvPr>
                <p14:cNvContentPartPr/>
                <p14:nvPr/>
              </p14:nvContentPartPr>
              <p14:xfrm>
                <a:off x="7748989" y="4648116"/>
                <a:ext cx="62640" cy="87840"/>
              </p14:xfrm>
            </p:contentPart>
          </mc:Choice>
          <mc:Fallback xmlns="">
            <p:pic>
              <p:nvPicPr>
                <p:cNvPr id="205" name="Freihand 204">
                  <a:extLst>
                    <a:ext uri="{FF2B5EF4-FFF2-40B4-BE49-F238E27FC236}">
                      <a16:creationId xmlns:a16="http://schemas.microsoft.com/office/drawing/2014/main" id="{D503AE7E-5638-1F86-CEB1-D2BE77188AA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38189" y="4637316"/>
                  <a:ext cx="83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06" name="Freihand 205">
                  <a:extLst>
                    <a:ext uri="{FF2B5EF4-FFF2-40B4-BE49-F238E27FC236}">
                      <a16:creationId xmlns:a16="http://schemas.microsoft.com/office/drawing/2014/main" id="{6380F469-03CA-B840-1384-5C738FBA7B0B}"/>
                    </a:ext>
                  </a:extLst>
                </p14:cNvPr>
                <p14:cNvContentPartPr/>
                <p14:nvPr/>
              </p14:nvContentPartPr>
              <p14:xfrm>
                <a:off x="7832149" y="4631916"/>
                <a:ext cx="126000" cy="78480"/>
              </p14:xfrm>
            </p:contentPart>
          </mc:Choice>
          <mc:Fallback xmlns="">
            <p:pic>
              <p:nvPicPr>
                <p:cNvPr id="206" name="Freihand 205">
                  <a:extLst>
                    <a:ext uri="{FF2B5EF4-FFF2-40B4-BE49-F238E27FC236}">
                      <a16:creationId xmlns:a16="http://schemas.microsoft.com/office/drawing/2014/main" id="{6380F469-03CA-B840-1384-5C738FBA7B0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821349" y="4621165"/>
                  <a:ext cx="147240" cy="996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07" name="Freihand 206">
                  <a:extLst>
                    <a:ext uri="{FF2B5EF4-FFF2-40B4-BE49-F238E27FC236}">
                      <a16:creationId xmlns:a16="http://schemas.microsoft.com/office/drawing/2014/main" id="{EF9A3044-4DBB-C640-F066-F0D295623B96}"/>
                    </a:ext>
                  </a:extLst>
                </p14:cNvPr>
                <p14:cNvContentPartPr/>
                <p14:nvPr/>
              </p14:nvContentPartPr>
              <p14:xfrm>
                <a:off x="8088469" y="4657116"/>
                <a:ext cx="11880" cy="60480"/>
              </p14:xfrm>
            </p:contentPart>
          </mc:Choice>
          <mc:Fallback xmlns="">
            <p:pic>
              <p:nvPicPr>
                <p:cNvPr id="207" name="Freihand 206">
                  <a:extLst>
                    <a:ext uri="{FF2B5EF4-FFF2-40B4-BE49-F238E27FC236}">
                      <a16:creationId xmlns:a16="http://schemas.microsoft.com/office/drawing/2014/main" id="{EF9A3044-4DBB-C640-F066-F0D295623B9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77669" y="4646316"/>
                  <a:ext cx="33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08" name="Freihand 207">
                  <a:extLst>
                    <a:ext uri="{FF2B5EF4-FFF2-40B4-BE49-F238E27FC236}">
                      <a16:creationId xmlns:a16="http://schemas.microsoft.com/office/drawing/2014/main" id="{86A25942-6208-FF99-3960-C7D7A9290B68}"/>
                    </a:ext>
                  </a:extLst>
                </p14:cNvPr>
                <p14:cNvContentPartPr/>
                <p14:nvPr/>
              </p14:nvContentPartPr>
              <p14:xfrm>
                <a:off x="8090989" y="4583316"/>
                <a:ext cx="14040" cy="23400"/>
              </p14:xfrm>
            </p:contentPart>
          </mc:Choice>
          <mc:Fallback xmlns="">
            <p:pic>
              <p:nvPicPr>
                <p:cNvPr id="208" name="Freihand 207">
                  <a:extLst>
                    <a:ext uri="{FF2B5EF4-FFF2-40B4-BE49-F238E27FC236}">
                      <a16:creationId xmlns:a16="http://schemas.microsoft.com/office/drawing/2014/main" id="{86A25942-6208-FF99-3960-C7D7A9290B6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80459" y="4572516"/>
                  <a:ext cx="34749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09" name="Freihand 208">
                  <a:extLst>
                    <a:ext uri="{FF2B5EF4-FFF2-40B4-BE49-F238E27FC236}">
                      <a16:creationId xmlns:a16="http://schemas.microsoft.com/office/drawing/2014/main" id="{1C73BC0D-55D2-903F-84DD-0694E70D6694}"/>
                    </a:ext>
                  </a:extLst>
                </p14:cNvPr>
                <p14:cNvContentPartPr/>
                <p14:nvPr/>
              </p14:nvContentPartPr>
              <p14:xfrm>
                <a:off x="8159749" y="4636596"/>
                <a:ext cx="48960" cy="85680"/>
              </p14:xfrm>
            </p:contentPart>
          </mc:Choice>
          <mc:Fallback xmlns="">
            <p:pic>
              <p:nvPicPr>
                <p:cNvPr id="209" name="Freihand 208">
                  <a:extLst>
                    <a:ext uri="{FF2B5EF4-FFF2-40B4-BE49-F238E27FC236}">
                      <a16:creationId xmlns:a16="http://schemas.microsoft.com/office/drawing/2014/main" id="{1C73BC0D-55D2-903F-84DD-0694E70D669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48949" y="4625796"/>
                  <a:ext cx="70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10" name="Freihand 209">
                  <a:extLst>
                    <a:ext uri="{FF2B5EF4-FFF2-40B4-BE49-F238E27FC236}">
                      <a16:creationId xmlns:a16="http://schemas.microsoft.com/office/drawing/2014/main" id="{66BCE7AF-591E-C652-32AA-61817A294623}"/>
                    </a:ext>
                  </a:extLst>
                </p14:cNvPr>
                <p14:cNvContentPartPr/>
                <p14:nvPr/>
              </p14:nvContentPartPr>
              <p14:xfrm>
                <a:off x="8326429" y="4634076"/>
                <a:ext cx="74160" cy="78840"/>
              </p14:xfrm>
            </p:contentPart>
          </mc:Choice>
          <mc:Fallback xmlns="">
            <p:pic>
              <p:nvPicPr>
                <p:cNvPr id="210" name="Freihand 209">
                  <a:extLst>
                    <a:ext uri="{FF2B5EF4-FFF2-40B4-BE49-F238E27FC236}">
                      <a16:creationId xmlns:a16="http://schemas.microsoft.com/office/drawing/2014/main" id="{66BCE7AF-591E-C652-32AA-61817A29462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315681" y="4623276"/>
                  <a:ext cx="95297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11" name="Freihand 210">
                  <a:extLst>
                    <a:ext uri="{FF2B5EF4-FFF2-40B4-BE49-F238E27FC236}">
                      <a16:creationId xmlns:a16="http://schemas.microsoft.com/office/drawing/2014/main" id="{FB78E7E6-8C7C-7CBB-3E5F-96A0B0D84F0D}"/>
                    </a:ext>
                  </a:extLst>
                </p14:cNvPr>
                <p14:cNvContentPartPr/>
                <p14:nvPr/>
              </p14:nvContentPartPr>
              <p14:xfrm>
                <a:off x="8425789" y="4636596"/>
                <a:ext cx="51120" cy="76680"/>
              </p14:xfrm>
            </p:contentPart>
          </mc:Choice>
          <mc:Fallback xmlns="">
            <p:pic>
              <p:nvPicPr>
                <p:cNvPr id="211" name="Freihand 210">
                  <a:extLst>
                    <a:ext uri="{FF2B5EF4-FFF2-40B4-BE49-F238E27FC236}">
                      <a16:creationId xmlns:a16="http://schemas.microsoft.com/office/drawing/2014/main" id="{FB78E7E6-8C7C-7CBB-3E5F-96A0B0D84F0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414989" y="4625796"/>
                  <a:ext cx="72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12" name="Freihand 211">
                  <a:extLst>
                    <a:ext uri="{FF2B5EF4-FFF2-40B4-BE49-F238E27FC236}">
                      <a16:creationId xmlns:a16="http://schemas.microsoft.com/office/drawing/2014/main" id="{76281DCC-F3F8-2A73-3A1A-3369C502A8FE}"/>
                    </a:ext>
                  </a:extLst>
                </p14:cNvPr>
                <p14:cNvContentPartPr/>
                <p14:nvPr/>
              </p14:nvContentPartPr>
              <p14:xfrm>
                <a:off x="8506429" y="4613556"/>
                <a:ext cx="60120" cy="99720"/>
              </p14:xfrm>
            </p:contentPart>
          </mc:Choice>
          <mc:Fallback xmlns="">
            <p:pic>
              <p:nvPicPr>
                <p:cNvPr id="212" name="Freihand 211">
                  <a:extLst>
                    <a:ext uri="{FF2B5EF4-FFF2-40B4-BE49-F238E27FC236}">
                      <a16:creationId xmlns:a16="http://schemas.microsoft.com/office/drawing/2014/main" id="{76281DCC-F3F8-2A73-3A1A-3369C502A8F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495629" y="4602756"/>
                  <a:ext cx="81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13" name="Freihand 212">
                  <a:extLst>
                    <a:ext uri="{FF2B5EF4-FFF2-40B4-BE49-F238E27FC236}">
                      <a16:creationId xmlns:a16="http://schemas.microsoft.com/office/drawing/2014/main" id="{5497C941-12B8-ADD3-BD34-AAC317404D31}"/>
                    </a:ext>
                  </a:extLst>
                </p14:cNvPr>
                <p14:cNvContentPartPr/>
                <p14:nvPr/>
              </p14:nvContentPartPr>
              <p14:xfrm>
                <a:off x="8582749" y="4581156"/>
                <a:ext cx="18720" cy="138960"/>
              </p14:xfrm>
            </p:contentPart>
          </mc:Choice>
          <mc:Fallback xmlns="">
            <p:pic>
              <p:nvPicPr>
                <p:cNvPr id="213" name="Freihand 212">
                  <a:extLst>
                    <a:ext uri="{FF2B5EF4-FFF2-40B4-BE49-F238E27FC236}">
                      <a16:creationId xmlns:a16="http://schemas.microsoft.com/office/drawing/2014/main" id="{5497C941-12B8-ADD3-BD34-AAC317404D3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572153" y="4570356"/>
                  <a:ext cx="39559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14" name="Freihand 213">
                  <a:extLst>
                    <a:ext uri="{FF2B5EF4-FFF2-40B4-BE49-F238E27FC236}">
                      <a16:creationId xmlns:a16="http://schemas.microsoft.com/office/drawing/2014/main" id="{2D8FD75D-76BB-3F03-4184-A5D28DC58FA9}"/>
                    </a:ext>
                  </a:extLst>
                </p14:cNvPr>
                <p14:cNvContentPartPr/>
                <p14:nvPr/>
              </p14:nvContentPartPr>
              <p14:xfrm>
                <a:off x="8566549" y="4654956"/>
                <a:ext cx="69480" cy="7200"/>
              </p14:xfrm>
            </p:contentPart>
          </mc:Choice>
          <mc:Fallback xmlns="">
            <p:pic>
              <p:nvPicPr>
                <p:cNvPr id="214" name="Freihand 213">
                  <a:extLst>
                    <a:ext uri="{FF2B5EF4-FFF2-40B4-BE49-F238E27FC236}">
                      <a16:creationId xmlns:a16="http://schemas.microsoft.com/office/drawing/2014/main" id="{2D8FD75D-76BB-3F03-4184-A5D28DC58FA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555805" y="4644670"/>
                  <a:ext cx="90611" cy="274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15" name="Freihand 214">
                  <a:extLst>
                    <a:ext uri="{FF2B5EF4-FFF2-40B4-BE49-F238E27FC236}">
                      <a16:creationId xmlns:a16="http://schemas.microsoft.com/office/drawing/2014/main" id="{5F195E94-C20A-1E64-2084-CF1EA1B711A4}"/>
                    </a:ext>
                  </a:extLst>
                </p14:cNvPr>
                <p14:cNvContentPartPr/>
                <p14:nvPr/>
              </p14:nvContentPartPr>
              <p14:xfrm>
                <a:off x="8638189" y="4657116"/>
                <a:ext cx="67320" cy="69480"/>
              </p14:xfrm>
            </p:contentPart>
          </mc:Choice>
          <mc:Fallback xmlns="">
            <p:pic>
              <p:nvPicPr>
                <p:cNvPr id="215" name="Freihand 214">
                  <a:extLst>
                    <a:ext uri="{FF2B5EF4-FFF2-40B4-BE49-F238E27FC236}">
                      <a16:creationId xmlns:a16="http://schemas.microsoft.com/office/drawing/2014/main" id="{5F195E94-C20A-1E64-2084-CF1EA1B711A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27389" y="4646316"/>
                  <a:ext cx="885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16" name="Freihand 215">
                  <a:extLst>
                    <a:ext uri="{FF2B5EF4-FFF2-40B4-BE49-F238E27FC236}">
                      <a16:creationId xmlns:a16="http://schemas.microsoft.com/office/drawing/2014/main" id="{BBE62CAA-7E7D-9443-8C2B-FDE7E8CF955F}"/>
                    </a:ext>
                  </a:extLst>
                </p14:cNvPr>
                <p14:cNvContentPartPr/>
                <p14:nvPr/>
              </p14:nvContentPartPr>
              <p14:xfrm>
                <a:off x="8735029" y="4585836"/>
                <a:ext cx="55800" cy="127440"/>
              </p14:xfrm>
            </p:contentPart>
          </mc:Choice>
          <mc:Fallback xmlns="">
            <p:pic>
              <p:nvPicPr>
                <p:cNvPr id="216" name="Freihand 215">
                  <a:extLst>
                    <a:ext uri="{FF2B5EF4-FFF2-40B4-BE49-F238E27FC236}">
                      <a16:creationId xmlns:a16="http://schemas.microsoft.com/office/drawing/2014/main" id="{BBE62CAA-7E7D-9443-8C2B-FDE7E8CF955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24229" y="4575036"/>
                  <a:ext cx="77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17" name="Freihand 216">
                  <a:extLst>
                    <a:ext uri="{FF2B5EF4-FFF2-40B4-BE49-F238E27FC236}">
                      <a16:creationId xmlns:a16="http://schemas.microsoft.com/office/drawing/2014/main" id="{DD48065E-CE14-FE0A-E3DF-5DAB1F12CF58}"/>
                    </a:ext>
                  </a:extLst>
                </p14:cNvPr>
                <p14:cNvContentPartPr/>
                <p14:nvPr/>
              </p14:nvContentPartPr>
              <p14:xfrm>
                <a:off x="8804509" y="4576476"/>
                <a:ext cx="16560" cy="115920"/>
              </p14:xfrm>
            </p:contentPart>
          </mc:Choice>
          <mc:Fallback xmlns="">
            <p:pic>
              <p:nvPicPr>
                <p:cNvPr id="217" name="Freihand 216">
                  <a:extLst>
                    <a:ext uri="{FF2B5EF4-FFF2-40B4-BE49-F238E27FC236}">
                      <a16:creationId xmlns:a16="http://schemas.microsoft.com/office/drawing/2014/main" id="{DD48065E-CE14-FE0A-E3DF-5DAB1F12CF5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793709" y="4565676"/>
                  <a:ext cx="378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21" name="Freihand 220">
                  <a:extLst>
                    <a:ext uri="{FF2B5EF4-FFF2-40B4-BE49-F238E27FC236}">
                      <a16:creationId xmlns:a16="http://schemas.microsoft.com/office/drawing/2014/main" id="{1764B0C8-4DB1-39B1-77FF-D59AD0DD29DF}"/>
                    </a:ext>
                  </a:extLst>
                </p14:cNvPr>
                <p14:cNvContentPartPr/>
                <p14:nvPr/>
              </p14:nvContentPartPr>
              <p14:xfrm>
                <a:off x="8829709" y="4629396"/>
                <a:ext cx="132120" cy="96120"/>
              </p14:xfrm>
            </p:contentPart>
          </mc:Choice>
          <mc:Fallback xmlns="">
            <p:pic>
              <p:nvPicPr>
                <p:cNvPr id="221" name="Freihand 220">
                  <a:extLst>
                    <a:ext uri="{FF2B5EF4-FFF2-40B4-BE49-F238E27FC236}">
                      <a16:creationId xmlns:a16="http://schemas.microsoft.com/office/drawing/2014/main" id="{1764B0C8-4DB1-39B1-77FF-D59AD0DD29D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818879" y="4618596"/>
                  <a:ext cx="153418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0C641557-0116-2218-646E-7684AD72A5E2}"/>
              </a:ext>
            </a:extLst>
          </p:cNvPr>
          <p:cNvGrpSpPr/>
          <p:nvPr/>
        </p:nvGrpSpPr>
        <p:grpSpPr>
          <a:xfrm>
            <a:off x="126656" y="2333798"/>
            <a:ext cx="8721773" cy="1077707"/>
            <a:chOff x="126656" y="2333798"/>
            <a:chExt cx="8721773" cy="1077707"/>
          </a:xfrm>
        </p:grpSpPr>
        <p:grpSp>
          <p:nvGrpSpPr>
            <p:cNvPr id="89" name="Gruppieren 88">
              <a:extLst>
                <a:ext uri="{FF2B5EF4-FFF2-40B4-BE49-F238E27FC236}">
                  <a16:creationId xmlns:a16="http://schemas.microsoft.com/office/drawing/2014/main" id="{2D8405BD-1946-5808-BA5C-538887CD2462}"/>
                </a:ext>
              </a:extLst>
            </p:cNvPr>
            <p:cNvGrpSpPr/>
            <p:nvPr/>
          </p:nvGrpSpPr>
          <p:grpSpPr>
            <a:xfrm>
              <a:off x="628650" y="2333798"/>
              <a:ext cx="8219779" cy="1077707"/>
              <a:chOff x="628650" y="2333798"/>
              <a:chExt cx="8219779" cy="107770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feld 42">
                    <a:extLst>
                      <a:ext uri="{FF2B5EF4-FFF2-40B4-BE49-F238E27FC236}">
                        <a16:creationId xmlns:a16="http://schemas.microsoft.com/office/drawing/2014/main" id="{676211B6-D5AA-0338-2473-E6DF1A8B1F95}"/>
                      </a:ext>
                    </a:extLst>
                  </p:cNvPr>
                  <p:cNvSpPr txBox="1"/>
                  <p:nvPr/>
                </p:nvSpPr>
                <p:spPr>
                  <a:xfrm>
                    <a:off x="628650" y="2469729"/>
                    <a:ext cx="6551089" cy="77623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r>
                      <a:rPr lang="de-CH" sz="160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The </a:t>
                    </a:r>
                    <a:r>
                      <a:rPr lang="de-CH" sz="160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eq</a:t>
                    </a:r>
                    <a:r>
                      <a:rPr lang="de-CH" sz="160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. </a:t>
                    </a:r>
                    <a:r>
                      <a:rPr lang="de-CH" sz="160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point</a:t>
                    </a:r>
                    <a:r>
                      <a:rPr lang="de-CH" sz="160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is</a:t>
                    </a:r>
                    <a:r>
                      <a:rPr lang="de-CH" sz="160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stable</a:t>
                    </a:r>
                    <a:r>
                      <a:rPr lang="de-CH" sz="160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if</a:t>
                    </a:r>
                    <a:r>
                      <a:rPr lang="de-CH" sz="160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there</a:t>
                    </a:r>
                    <a:r>
                      <a:rPr lang="de-CH" sz="160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exists</a:t>
                    </a:r>
                    <a:r>
                      <a:rPr lang="de-CH" sz="160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a </a:t>
                    </a:r>
                    <a:r>
                      <a:rPr lang="de-CH" sz="160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function</a:t>
                    </a:r>
                    <a:r>
                      <a:rPr lang="de-CH" sz="160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  <m: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  <m: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oMath>
                    </a14:m>
                    <a:r>
                      <a:rPr lang="de-CH" sz="160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, s.t. :</a:t>
                    </a:r>
                  </a:p>
                  <a:p>
                    <a:pPr marL="342900" lvl="8" indent="-342900">
                      <a:buFont typeface="+mj-lt"/>
                      <a:buAutoNum type="arabicPeriod"/>
                    </a:pPr>
                    <a:r>
                      <a:rPr lang="de-CH" i="1" u="sng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positive </a:t>
                    </a:r>
                    <a:r>
                      <a:rPr lang="de-CH" i="1" u="sng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definiteness</a:t>
                    </a:r>
                    <a:r>
                      <a:rPr lang="de-CH" i="1" u="sng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: </a:t>
                    </a:r>
                    <a14:m>
                      <m:oMath xmlns:m="http://schemas.openxmlformats.org/officeDocument/2006/math"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  <m:d>
                          <m:dPr>
                            <m:ctrlPr>
                              <a:rPr lang="de-CH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de-CH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≥0,∀</m:t>
                        </m:r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∈</m:t>
                        </m:r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𝐷</m:t>
                        </m:r>
                        <m:r>
                          <a:rPr lang="de-CH" b="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</m:oMath>
                    </a14:m>
                    <a:r>
                      <a:rPr lang="de-CH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and </a:t>
                    </a:r>
                    <a14:m>
                      <m:oMath xmlns:m="http://schemas.openxmlformats.org/officeDocument/2006/math"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  <m:d>
                          <m:dPr>
                            <m:ctrlPr>
                              <a:rPr lang="de-CH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CH" b="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CH" b="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CH" b="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=0</m:t>
                        </m:r>
                      </m:oMath>
                    </a14:m>
                    <a:endParaRPr lang="de-CH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  <a:p>
                    <a:pPr marL="342900" lvl="8" indent="-342900">
                      <a:buFont typeface="+mj-lt"/>
                      <a:buAutoNum type="arabicPeriod"/>
                    </a:pPr>
                    <a:r>
                      <a:rPr lang="de-CH" i="1" u="sng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non-</a:t>
                    </a:r>
                    <a:r>
                      <a:rPr lang="de-CH" i="1" u="sng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increasing</a:t>
                    </a:r>
                    <a:r>
                      <a:rPr lang="de-CH" i="1" u="sng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i="1" u="sng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along</a:t>
                    </a:r>
                    <a:r>
                      <a:rPr lang="de-CH" i="1" u="sng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i="1" u="sng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trajectories</a:t>
                    </a:r>
                    <a:r>
                      <a:rPr lang="de-CH" i="1" u="sng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: </a:t>
                    </a:r>
                    <a14:m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de-CH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d>
                          <m:dPr>
                            <m:ctrlPr>
                              <a:rPr lang="de-CH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=</m:t>
                        </m:r>
                        <m:r>
                          <a:rPr lang="de-CH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𝑑𝑉</m:t>
                        </m:r>
                        <m:d>
                          <m:dPr>
                            <m:ctrlPr>
                              <a:rPr lang="de-CH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/</m:t>
                        </m:r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𝑑𝑥</m:t>
                        </m:r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·</m:t>
                        </m:r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𝑑𝑥</m:t>
                        </m:r>
                        <m:d>
                          <m:dPr>
                            <m:ctrlPr>
                              <a:rPr lang="de-CH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𝑡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/</m:t>
                        </m:r>
                        <m:r>
                          <a:rPr lang="de-CH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𝑑𝑡</m:t>
                        </m:r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≤0,∀</m:t>
                        </m:r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  <m:d>
                          <m:dPr>
                            <m:ctrlPr>
                              <a:rPr lang="de-CH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∈</m:t>
                        </m:r>
                        <m:r>
                          <a:rPr lang="de-CH" b="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𝐷</m:t>
                        </m:r>
                      </m:oMath>
                    </a14:m>
                    <a:endParaRPr lang="en-US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3" name="Textfeld 42">
                    <a:extLst>
                      <a:ext uri="{FF2B5EF4-FFF2-40B4-BE49-F238E27FC236}">
                        <a16:creationId xmlns:a16="http://schemas.microsoft.com/office/drawing/2014/main" id="{676211B6-D5AA-0338-2473-E6DF1A8B1F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50" y="2469729"/>
                    <a:ext cx="6551089" cy="776238"/>
                  </a:xfrm>
                  <a:prstGeom prst="rect">
                    <a:avLst/>
                  </a:prstGeom>
                  <a:blipFill>
                    <a:blip r:embed="rId89"/>
                    <a:stretch>
                      <a:fillRect l="-387" t="-3226" b="-96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0">
                <p14:nvContentPartPr>
                  <p14:cNvPr id="48" name="Freihand 47">
                    <a:extLst>
                      <a:ext uri="{FF2B5EF4-FFF2-40B4-BE49-F238E27FC236}">
                        <a16:creationId xmlns:a16="http://schemas.microsoft.com/office/drawing/2014/main" id="{94B31865-D219-7F5E-59EE-0E312BDFDFC8}"/>
                      </a:ext>
                    </a:extLst>
                  </p14:cNvPr>
                  <p14:cNvContentPartPr/>
                  <p14:nvPr/>
                </p14:nvContentPartPr>
                <p14:xfrm>
                  <a:off x="2564910" y="2333798"/>
                  <a:ext cx="1674720" cy="198000"/>
                </p14:xfrm>
              </p:contentPart>
            </mc:Choice>
            <mc:Fallback xmlns="">
              <p:pic>
                <p:nvPicPr>
                  <p:cNvPr id="48" name="Freihand 47">
                    <a:extLst>
                      <a:ext uri="{FF2B5EF4-FFF2-40B4-BE49-F238E27FC236}">
                        <a16:creationId xmlns:a16="http://schemas.microsoft.com/office/drawing/2014/main" id="{94B31865-D219-7F5E-59EE-0E312BDFDFC8}"/>
                      </a:ext>
                    </a:extLst>
                  </p:cNvPr>
                  <p:cNvPicPr/>
                  <p:nvPr/>
                </p:nvPicPr>
                <p:blipFill>
                  <a:blip r:embed="rId91"/>
                  <a:stretch>
                    <a:fillRect/>
                  </a:stretch>
                </p:blipFill>
                <p:spPr>
                  <a:xfrm>
                    <a:off x="2554110" y="2322998"/>
                    <a:ext cx="1695960" cy="219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">
                <p14:nvContentPartPr>
                  <p14:cNvPr id="57" name="Freihand 56">
                    <a:extLst>
                      <a:ext uri="{FF2B5EF4-FFF2-40B4-BE49-F238E27FC236}">
                        <a16:creationId xmlns:a16="http://schemas.microsoft.com/office/drawing/2014/main" id="{C0D92112-1DF7-415D-1412-387FE9F60796}"/>
                      </a:ext>
                    </a:extLst>
                  </p14:cNvPr>
                  <p14:cNvContentPartPr/>
                  <p14:nvPr/>
                </p14:nvContentPartPr>
                <p14:xfrm>
                  <a:off x="5808905" y="2415326"/>
                  <a:ext cx="1785240" cy="470068"/>
                </p14:xfrm>
              </p:contentPart>
            </mc:Choice>
            <mc:Fallback xmlns="">
              <p:pic>
                <p:nvPicPr>
                  <p:cNvPr id="57" name="Freihand 56">
                    <a:extLst>
                      <a:ext uri="{FF2B5EF4-FFF2-40B4-BE49-F238E27FC236}">
                        <a16:creationId xmlns:a16="http://schemas.microsoft.com/office/drawing/2014/main" id="{C0D92112-1DF7-415D-1412-387FE9F60796}"/>
                      </a:ext>
                    </a:extLst>
                  </p:cNvPr>
                  <p:cNvPicPr/>
                  <p:nvPr/>
                </p:nvPicPr>
                <p:blipFill>
                  <a:blip r:embed="rId93"/>
                  <a:stretch>
                    <a:fillRect/>
                  </a:stretch>
                </p:blipFill>
                <p:spPr>
                  <a:xfrm>
                    <a:off x="5798105" y="2404528"/>
                    <a:ext cx="1806480" cy="4913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">
                <p14:nvContentPartPr>
                  <p14:cNvPr id="65" name="Freihand 64">
                    <a:extLst>
                      <a:ext uri="{FF2B5EF4-FFF2-40B4-BE49-F238E27FC236}">
                        <a16:creationId xmlns:a16="http://schemas.microsoft.com/office/drawing/2014/main" id="{7578F3C4-F6CF-D200-284E-41623B22E6DA}"/>
                      </a:ext>
                    </a:extLst>
                  </p14:cNvPr>
                  <p14:cNvContentPartPr/>
                  <p14:nvPr/>
                </p14:nvContentPartPr>
                <p14:xfrm>
                  <a:off x="7746934" y="2358193"/>
                  <a:ext cx="402120" cy="272520"/>
                </p14:xfrm>
              </p:contentPart>
            </mc:Choice>
            <mc:Fallback xmlns="">
              <p:pic>
                <p:nvPicPr>
                  <p:cNvPr id="65" name="Freihand 64">
                    <a:extLst>
                      <a:ext uri="{FF2B5EF4-FFF2-40B4-BE49-F238E27FC236}">
                        <a16:creationId xmlns:a16="http://schemas.microsoft.com/office/drawing/2014/main" id="{7578F3C4-F6CF-D200-284E-41623B22E6DA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7736134" y="2347407"/>
                    <a:ext cx="423360" cy="2937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">
                <p14:nvContentPartPr>
                  <p14:cNvPr id="76" name="Freihand 75">
                    <a:extLst>
                      <a:ext uri="{FF2B5EF4-FFF2-40B4-BE49-F238E27FC236}">
                        <a16:creationId xmlns:a16="http://schemas.microsoft.com/office/drawing/2014/main" id="{E03E8333-56A2-F2F2-F0E3-41F82F61EC11}"/>
                      </a:ext>
                    </a:extLst>
                  </p14:cNvPr>
                  <p14:cNvContentPartPr/>
                  <p14:nvPr/>
                </p14:nvContentPartPr>
                <p14:xfrm>
                  <a:off x="8252629" y="2348269"/>
                  <a:ext cx="595800" cy="176040"/>
                </p14:xfrm>
              </p:contentPart>
            </mc:Choice>
            <mc:Fallback xmlns="">
              <p:pic>
                <p:nvPicPr>
                  <p:cNvPr id="76" name="Freihand 75">
                    <a:extLst>
                      <a:ext uri="{FF2B5EF4-FFF2-40B4-BE49-F238E27FC236}">
                        <a16:creationId xmlns:a16="http://schemas.microsoft.com/office/drawing/2014/main" id="{E03E8333-56A2-F2F2-F0E3-41F82F61EC11}"/>
                      </a:ext>
                    </a:extLst>
                  </p:cNvPr>
                  <p:cNvPicPr/>
                  <p:nvPr/>
                </p:nvPicPr>
                <p:blipFill>
                  <a:blip r:embed="rId97"/>
                  <a:stretch>
                    <a:fillRect/>
                  </a:stretch>
                </p:blipFill>
                <p:spPr>
                  <a:xfrm>
                    <a:off x="8241836" y="2337469"/>
                    <a:ext cx="617027" cy="19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8">
                <p14:nvContentPartPr>
                  <p14:cNvPr id="88" name="Freihand 87">
                    <a:extLst>
                      <a:ext uri="{FF2B5EF4-FFF2-40B4-BE49-F238E27FC236}">
                        <a16:creationId xmlns:a16="http://schemas.microsoft.com/office/drawing/2014/main" id="{5556D942-6ADD-BECF-BE95-7E4272B60D82}"/>
                      </a:ext>
                    </a:extLst>
                  </p14:cNvPr>
                  <p14:cNvContentPartPr/>
                  <p14:nvPr/>
                </p14:nvContentPartPr>
                <p14:xfrm>
                  <a:off x="8280349" y="2597749"/>
                  <a:ext cx="533520" cy="222120"/>
                </p14:xfrm>
              </p:contentPart>
            </mc:Choice>
            <mc:Fallback xmlns="">
              <p:pic>
                <p:nvPicPr>
                  <p:cNvPr id="88" name="Freihand 87">
                    <a:extLst>
                      <a:ext uri="{FF2B5EF4-FFF2-40B4-BE49-F238E27FC236}">
                        <a16:creationId xmlns:a16="http://schemas.microsoft.com/office/drawing/2014/main" id="{5556D942-6ADD-BECF-BE95-7E4272B60D82}"/>
                      </a:ext>
                    </a:extLst>
                  </p:cNvPr>
                  <p:cNvPicPr/>
                  <p:nvPr/>
                </p:nvPicPr>
                <p:blipFill>
                  <a:blip r:embed="rId99"/>
                  <a:stretch>
                    <a:fillRect/>
                  </a:stretch>
                </p:blipFill>
                <p:spPr>
                  <a:xfrm>
                    <a:off x="8269556" y="2586931"/>
                    <a:ext cx="554746" cy="2433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0">
                <p14:nvContentPartPr>
                  <p14:cNvPr id="92" name="Freihand 91">
                    <a:extLst>
                      <a:ext uri="{FF2B5EF4-FFF2-40B4-BE49-F238E27FC236}">
                        <a16:creationId xmlns:a16="http://schemas.microsoft.com/office/drawing/2014/main" id="{E321638E-0894-BF1F-26A0-24E2C5254DE7}"/>
                      </a:ext>
                    </a:extLst>
                  </p14:cNvPr>
                  <p14:cNvContentPartPr/>
                  <p14:nvPr/>
                </p14:nvContentPartPr>
                <p14:xfrm>
                  <a:off x="4172338" y="3220668"/>
                  <a:ext cx="138719" cy="105118"/>
                </p14:xfrm>
              </p:contentPart>
            </mc:Choice>
            <mc:Fallback xmlns="">
              <p:pic>
                <p:nvPicPr>
                  <p:cNvPr id="92" name="Freihand 91">
                    <a:extLst>
                      <a:ext uri="{FF2B5EF4-FFF2-40B4-BE49-F238E27FC236}">
                        <a16:creationId xmlns:a16="http://schemas.microsoft.com/office/drawing/2014/main" id="{E321638E-0894-BF1F-26A0-24E2C5254DE7}"/>
                      </a:ext>
                    </a:extLst>
                  </p:cNvPr>
                  <p:cNvPicPr/>
                  <p:nvPr/>
                </p:nvPicPr>
                <p:blipFill>
                  <a:blip r:embed="rId101"/>
                  <a:stretch>
                    <a:fillRect/>
                  </a:stretch>
                </p:blipFill>
                <p:spPr>
                  <a:xfrm>
                    <a:off x="4161529" y="3209868"/>
                    <a:ext cx="159977" cy="1263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2">
                <p14:nvContentPartPr>
                  <p14:cNvPr id="99" name="Freihand 98">
                    <a:extLst>
                      <a:ext uri="{FF2B5EF4-FFF2-40B4-BE49-F238E27FC236}">
                        <a16:creationId xmlns:a16="http://schemas.microsoft.com/office/drawing/2014/main" id="{99332A6C-E354-40B7-571B-4B33BFC78528}"/>
                      </a:ext>
                    </a:extLst>
                  </p14:cNvPr>
                  <p14:cNvContentPartPr/>
                  <p14:nvPr/>
                </p14:nvContentPartPr>
                <p14:xfrm>
                  <a:off x="4417138" y="3269268"/>
                  <a:ext cx="267265" cy="79224"/>
                </p14:xfrm>
              </p:contentPart>
            </mc:Choice>
            <mc:Fallback xmlns="">
              <p:pic>
                <p:nvPicPr>
                  <p:cNvPr id="99" name="Freihand 98">
                    <a:extLst>
                      <a:ext uri="{FF2B5EF4-FFF2-40B4-BE49-F238E27FC236}">
                        <a16:creationId xmlns:a16="http://schemas.microsoft.com/office/drawing/2014/main" id="{99332A6C-E354-40B7-571B-4B33BFC78528}"/>
                      </a:ext>
                    </a:extLst>
                  </p:cNvPr>
                  <p:cNvPicPr/>
                  <p:nvPr/>
                </p:nvPicPr>
                <p:blipFill>
                  <a:blip r:embed="rId103"/>
                  <a:stretch>
                    <a:fillRect/>
                  </a:stretch>
                </p:blipFill>
                <p:spPr>
                  <a:xfrm>
                    <a:off x="4406347" y="3258514"/>
                    <a:ext cx="288488" cy="10037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4">
                <p14:nvContentPartPr>
                  <p14:cNvPr id="107" name="Freihand 106">
                    <a:extLst>
                      <a:ext uri="{FF2B5EF4-FFF2-40B4-BE49-F238E27FC236}">
                        <a16:creationId xmlns:a16="http://schemas.microsoft.com/office/drawing/2014/main" id="{BAA8A956-00D2-EB52-E735-32CEC4315FA0}"/>
                      </a:ext>
                    </a:extLst>
                  </p14:cNvPr>
                  <p14:cNvContentPartPr/>
                  <p14:nvPr/>
                </p14:nvContentPartPr>
                <p14:xfrm>
                  <a:off x="4783799" y="3270591"/>
                  <a:ext cx="275280" cy="118682"/>
                </p14:xfrm>
              </p:contentPart>
            </mc:Choice>
            <mc:Fallback xmlns="">
              <p:pic>
                <p:nvPicPr>
                  <p:cNvPr id="107" name="Freihand 106">
                    <a:extLst>
                      <a:ext uri="{FF2B5EF4-FFF2-40B4-BE49-F238E27FC236}">
                        <a16:creationId xmlns:a16="http://schemas.microsoft.com/office/drawing/2014/main" id="{BAA8A956-00D2-EB52-E735-32CEC4315FA0}"/>
                      </a:ext>
                    </a:extLst>
                  </p:cNvPr>
                  <p:cNvPicPr/>
                  <p:nvPr/>
                </p:nvPicPr>
                <p:blipFill>
                  <a:blip r:embed="rId105"/>
                  <a:stretch>
                    <a:fillRect/>
                  </a:stretch>
                </p:blipFill>
                <p:spPr>
                  <a:xfrm>
                    <a:off x="4772990" y="3259834"/>
                    <a:ext cx="296539" cy="1398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6">
                <p14:nvContentPartPr>
                  <p14:cNvPr id="127" name="Freihand 126">
                    <a:extLst>
                      <a:ext uri="{FF2B5EF4-FFF2-40B4-BE49-F238E27FC236}">
                        <a16:creationId xmlns:a16="http://schemas.microsoft.com/office/drawing/2014/main" id="{0F4C3EC9-4010-7A45-D0E4-63C7F65FCD7A}"/>
                      </a:ext>
                    </a:extLst>
                  </p14:cNvPr>
                  <p14:cNvContentPartPr/>
                  <p14:nvPr/>
                </p14:nvContentPartPr>
                <p14:xfrm>
                  <a:off x="5158475" y="3245967"/>
                  <a:ext cx="1214252" cy="165538"/>
                </p14:xfrm>
              </p:contentPart>
            </mc:Choice>
            <mc:Fallback xmlns="">
              <p:pic>
                <p:nvPicPr>
                  <p:cNvPr id="127" name="Freihand 126">
                    <a:extLst>
                      <a:ext uri="{FF2B5EF4-FFF2-40B4-BE49-F238E27FC236}">
                        <a16:creationId xmlns:a16="http://schemas.microsoft.com/office/drawing/2014/main" id="{0F4C3EC9-4010-7A45-D0E4-63C7F65FCD7A}"/>
                      </a:ext>
                    </a:extLst>
                  </p:cNvPr>
                  <p:cNvPicPr/>
                  <p:nvPr/>
                </p:nvPicPr>
                <p:blipFill>
                  <a:blip r:embed="rId107"/>
                  <a:stretch>
                    <a:fillRect/>
                  </a:stretch>
                </p:blipFill>
                <p:spPr>
                  <a:xfrm>
                    <a:off x="5147675" y="3235171"/>
                    <a:ext cx="1235492" cy="18677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" name="Freihand 7">
                  <a:extLst>
                    <a:ext uri="{FF2B5EF4-FFF2-40B4-BE49-F238E27FC236}">
                      <a16:creationId xmlns:a16="http://schemas.microsoft.com/office/drawing/2014/main" id="{70CE1BE1-9E9D-8C98-302B-464DBF49110E}"/>
                    </a:ext>
                  </a:extLst>
                </p14:cNvPr>
                <p14:cNvContentPartPr/>
                <p14:nvPr/>
              </p14:nvContentPartPr>
              <p14:xfrm>
                <a:off x="530990" y="2745172"/>
                <a:ext cx="142401" cy="181108"/>
              </p14:xfrm>
            </p:contentPart>
          </mc:Choice>
          <mc:Fallback xmlns="">
            <p:pic>
              <p:nvPicPr>
                <p:cNvPr id="8" name="Freihand 7">
                  <a:extLst>
                    <a:ext uri="{FF2B5EF4-FFF2-40B4-BE49-F238E27FC236}">
                      <a16:creationId xmlns:a16="http://schemas.microsoft.com/office/drawing/2014/main" id="{70CE1BE1-9E9D-8C98-302B-464DBF4911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0229" y="2734392"/>
                  <a:ext cx="163564" cy="2023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6" name="Freihand 25">
                  <a:extLst>
                    <a:ext uri="{FF2B5EF4-FFF2-40B4-BE49-F238E27FC236}">
                      <a16:creationId xmlns:a16="http://schemas.microsoft.com/office/drawing/2014/main" id="{0F4E49E9-A37B-0B23-8ED8-FAEA037C2EB8}"/>
                    </a:ext>
                  </a:extLst>
                </p14:cNvPr>
                <p14:cNvContentPartPr/>
                <p14:nvPr/>
              </p14:nvContentPartPr>
              <p14:xfrm>
                <a:off x="126656" y="2387235"/>
                <a:ext cx="501994" cy="255796"/>
              </p14:xfrm>
            </p:contentPart>
          </mc:Choice>
          <mc:Fallback xmlns="">
            <p:pic>
              <p:nvPicPr>
                <p:cNvPr id="26" name="Freihand 25">
                  <a:extLst>
                    <a:ext uri="{FF2B5EF4-FFF2-40B4-BE49-F238E27FC236}">
                      <a16:creationId xmlns:a16="http://schemas.microsoft.com/office/drawing/2014/main" id="{0F4E49E9-A37B-0B23-8ED8-FAEA037C2EB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5860" y="2376427"/>
                  <a:ext cx="523225" cy="277052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7138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B303E31F-F467-1B25-30B6-7FA366F74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88" y="2273413"/>
            <a:ext cx="946924" cy="67180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F563C08-991E-AC3F-24F2-4C12CBE3D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Lyapunov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F3F3EC9-0B1D-1804-6426-3DFD6D726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54615"/>
                <a:ext cx="7886700" cy="681073"/>
              </a:xfrm>
            </p:spPr>
            <p:txBody>
              <a:bodyPr>
                <a:normAutofit/>
              </a:bodyPr>
              <a:lstStyle/>
              <a:p>
                <a:r>
                  <a:rPr lang="de-CH" sz="1600" err="1"/>
                  <a:t>there</a:t>
                </a:r>
                <a:r>
                  <a:rPr lang="de-CH" sz="1600"/>
                  <a:t> </a:t>
                </a:r>
                <a:r>
                  <a:rPr lang="de-CH" sz="1600" err="1"/>
                  <a:t>is</a:t>
                </a:r>
                <a:r>
                  <a:rPr lang="de-CH" sz="1600"/>
                  <a:t> </a:t>
                </a:r>
                <a:r>
                  <a:rPr lang="de-CH" sz="1600" err="1"/>
                  <a:t>no</a:t>
                </a:r>
                <a:r>
                  <a:rPr lang="de-CH" sz="1600"/>
                  <a:t> </a:t>
                </a:r>
                <a:r>
                  <a:rPr lang="de-CH" sz="1600" err="1"/>
                  <a:t>general</a:t>
                </a:r>
                <a:r>
                  <a:rPr lang="de-CH" sz="1600"/>
                  <a:t> </a:t>
                </a:r>
                <a:r>
                  <a:rPr lang="de-CH" sz="1600" err="1"/>
                  <a:t>method</a:t>
                </a:r>
                <a:r>
                  <a:rPr lang="de-CH" sz="1600"/>
                  <a:t> </a:t>
                </a:r>
                <a:r>
                  <a:rPr lang="de-CH" sz="1600" err="1"/>
                  <a:t>of</a:t>
                </a:r>
                <a:r>
                  <a:rPr lang="de-CH" sz="1600"/>
                  <a:t> </a:t>
                </a:r>
                <a:r>
                  <a:rPr lang="de-CH" sz="1600" err="1"/>
                  <a:t>finding</a:t>
                </a:r>
                <a:r>
                  <a:rPr lang="de-CH" sz="1600"/>
                  <a:t> a </a:t>
                </a:r>
                <a:r>
                  <a:rPr lang="de-CH" sz="1600" err="1"/>
                  <a:t>Lyaponov</a:t>
                </a:r>
                <a:r>
                  <a:rPr lang="de-CH" sz="1600"/>
                  <a:t> </a:t>
                </a:r>
                <a:r>
                  <a:rPr lang="de-CH" sz="1600" err="1"/>
                  <a:t>function</a:t>
                </a:r>
                <a:r>
                  <a:rPr lang="de-CH" sz="1600"/>
                  <a:t> </a:t>
                </a:r>
                <a:r>
                  <a:rPr lang="de-CH" sz="1600" err="1"/>
                  <a:t>for</a:t>
                </a:r>
                <a:r>
                  <a:rPr lang="de-CH" sz="1600"/>
                  <a:t> </a:t>
                </a:r>
                <a:r>
                  <a:rPr lang="de-CH" sz="1600" err="1"/>
                  <a:t>arbitrary</a:t>
                </a:r>
                <a:r>
                  <a:rPr lang="de-CH" sz="1600"/>
                  <a:t> </a:t>
                </a:r>
                <a:r>
                  <a:rPr lang="de-CH" sz="1600" err="1"/>
                  <a:t>systems</a:t>
                </a:r>
                <a:endParaRPr lang="de-CH" sz="1600"/>
              </a:p>
              <a:p>
                <a:r>
                  <a:rPr lang="de-CH" sz="1600" err="1"/>
                  <a:t>for</a:t>
                </a:r>
                <a:r>
                  <a:rPr lang="de-CH" sz="1600"/>
                  <a:t> a </a:t>
                </a:r>
                <a:r>
                  <a:rPr lang="de-CH" sz="1600" err="1"/>
                  <a:t>linearized</a:t>
                </a:r>
                <a:r>
                  <a:rPr lang="de-CH" sz="1600"/>
                  <a:t> </a:t>
                </a:r>
                <a:r>
                  <a:rPr lang="de-CH" sz="1600" err="1"/>
                  <a:t>sys</a:t>
                </a:r>
                <a:r>
                  <a:rPr lang="de-CH" sz="1600"/>
                  <a:t>.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ẋ=</m:t>
                    </m:r>
                    <m:r>
                      <a:rPr lang="de-CH" sz="1600" i="1" dirty="0" err="1" smtClean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de-CH" sz="1600"/>
                  <a:t> </a:t>
                </a:r>
                <a:r>
                  <a:rPr lang="de-CH" sz="1600" err="1"/>
                  <a:t>one</a:t>
                </a:r>
                <a:r>
                  <a:rPr lang="de-CH" sz="1600"/>
                  <a:t> </a:t>
                </a:r>
                <a:r>
                  <a:rPr lang="de-CH" sz="1600" err="1"/>
                  <a:t>can</a:t>
                </a:r>
                <a:r>
                  <a:rPr lang="de-CH" sz="1600"/>
                  <a:t> </a:t>
                </a:r>
                <a:r>
                  <a:rPr lang="de-CH" sz="1600" err="1"/>
                  <a:t>always</a:t>
                </a:r>
                <a:r>
                  <a:rPr lang="de-CH" sz="1600"/>
                  <a:t> find a </a:t>
                </a:r>
                <a:r>
                  <a:rPr lang="de-CH" sz="1600" err="1"/>
                  <a:t>quadratic</a:t>
                </a:r>
                <a:r>
                  <a:rPr lang="de-CH" sz="1600"/>
                  <a:t> </a:t>
                </a:r>
                <a:r>
                  <a:rPr lang="de-CH" sz="1600" err="1"/>
                  <a:t>Lyapunov</a:t>
                </a:r>
                <a:r>
                  <a:rPr lang="de-CH" sz="1600"/>
                  <a:t> </a:t>
                </a:r>
                <a:r>
                  <a:rPr lang="de-CH" sz="1600" err="1"/>
                  <a:t>function</a:t>
                </a:r>
                <a:endParaRPr lang="de-CH" sz="160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F3F3EC9-0B1D-1804-6426-3DFD6D726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54615"/>
                <a:ext cx="7886700" cy="681073"/>
              </a:xfrm>
              <a:blipFill>
                <a:blip r:embed="rId3"/>
                <a:stretch>
                  <a:fillRect l="-322" t="-5455" b="-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5BFAFB-EC8D-EB3D-59E9-27E84B25D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F10FBD-AD30-311D-8D7B-DB58B10A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272BB6B-30ED-E6B2-20A4-80E756019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61" y="1945589"/>
            <a:ext cx="5859624" cy="59831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89A9199-B46F-35DE-45FC-40D732B1D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561" y="2513261"/>
            <a:ext cx="2200266" cy="59831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F62A852-3A99-89FB-6F38-87F055C56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4483" y="2470161"/>
            <a:ext cx="5343656" cy="7513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Inhaltsplatzhalter 2">
                <a:extLst>
                  <a:ext uri="{FF2B5EF4-FFF2-40B4-BE49-F238E27FC236}">
                    <a16:creationId xmlns:a16="http://schemas.microsoft.com/office/drawing/2014/main" id="{CD071759-8C5F-9DA8-89C7-03B34FEF47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4054746"/>
                <a:ext cx="7886700" cy="6810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CH" sz="1600"/>
                  <a:t> Always </a:t>
                </a:r>
                <a:r>
                  <a:rPr lang="de-CH" sz="1600" err="1"/>
                  <a:t>has</a:t>
                </a:r>
                <a:r>
                  <a:rPr lang="de-CH" sz="1600"/>
                  <a:t> a </a:t>
                </a:r>
                <a:r>
                  <a:rPr lang="de-CH" sz="1600" err="1"/>
                  <a:t>solution</a:t>
                </a:r>
                <a:r>
                  <a:rPr lang="de-CH" sz="1600"/>
                  <a:t> </a:t>
                </a:r>
                <a:r>
                  <a:rPr lang="de-CH" sz="1600" err="1"/>
                  <a:t>if</a:t>
                </a:r>
                <a:r>
                  <a:rPr lang="de-CH" sz="1600"/>
                  <a:t> </a:t>
                </a:r>
                <a:r>
                  <a:rPr lang="de-CH" sz="1600" err="1"/>
                  <a:t>eigenvalues</a:t>
                </a:r>
                <a:r>
                  <a:rPr lang="de-CH" sz="1600"/>
                  <a:t> </a:t>
                </a:r>
                <a:r>
                  <a:rPr lang="de-CH" sz="1600" err="1"/>
                  <a:t>of</a:t>
                </a:r>
                <a:r>
                  <a:rPr lang="de-CH" sz="1600"/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CH" sz="1600"/>
                  <a:t> </a:t>
                </a:r>
                <a:r>
                  <a:rPr lang="de-CH" sz="1600" err="1"/>
                  <a:t>are</a:t>
                </a:r>
                <a:r>
                  <a:rPr lang="de-CH" sz="1600"/>
                  <a:t> in LHP!</a:t>
                </a:r>
              </a:p>
            </p:txBody>
          </p:sp>
        </mc:Choice>
        <mc:Fallback xmlns="">
          <p:sp>
            <p:nvSpPr>
              <p:cNvPr id="16" name="Inhaltsplatzhalter 2">
                <a:extLst>
                  <a:ext uri="{FF2B5EF4-FFF2-40B4-BE49-F238E27FC236}">
                    <a16:creationId xmlns:a16="http://schemas.microsoft.com/office/drawing/2014/main" id="{CD071759-8C5F-9DA8-89C7-03B34FEF4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054746"/>
                <a:ext cx="7886700" cy="681073"/>
              </a:xfrm>
              <a:prstGeom prst="rect">
                <a:avLst/>
              </a:prstGeom>
              <a:blipFill>
                <a:blip r:embed="rId7"/>
                <a:stretch>
                  <a:fillRect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AE7B1DD-1BEA-E996-95F4-305F14EF6FB4}"/>
              </a:ext>
            </a:extLst>
          </p:cNvPr>
          <p:cNvGrpSpPr/>
          <p:nvPr/>
        </p:nvGrpSpPr>
        <p:grpSpPr>
          <a:xfrm>
            <a:off x="805932" y="3166013"/>
            <a:ext cx="6680718" cy="767984"/>
            <a:chOff x="805932" y="3166013"/>
            <a:chExt cx="6680718" cy="767984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A8B447F0-D450-5661-F9F4-CD1F8EE49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5932" y="3166013"/>
              <a:ext cx="6680718" cy="767984"/>
            </a:xfrm>
            <a:prstGeom prst="rect">
              <a:avLst/>
            </a:prstGeom>
          </p:spPr>
        </p:pic>
        <p:sp>
          <p:nvSpPr>
            <p:cNvPr id="10" name="Rectangle: Rounded Corners 17">
              <a:extLst>
                <a:ext uri="{FF2B5EF4-FFF2-40B4-BE49-F238E27FC236}">
                  <a16:creationId xmlns:a16="http://schemas.microsoft.com/office/drawing/2014/main" id="{824337FC-CD53-9614-1092-AAD5742E4120}"/>
                </a:ext>
              </a:extLst>
            </p:cNvPr>
            <p:cNvSpPr/>
            <p:nvPr/>
          </p:nvSpPr>
          <p:spPr>
            <a:xfrm>
              <a:off x="5035731" y="3275915"/>
              <a:ext cx="2450919" cy="641418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618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1B92A16C-B34D-AE9C-F973-A48F2D40D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25854"/>
            <a:ext cx="6662057" cy="340725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498C103-B4FC-70D2-AE5A-A5C0F628C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50CAD5-E7A2-2EF7-01F7-486CFD05E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8E54CBAB-3564-9A72-6634-FAC1E91B7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US"/>
              <a:t>Exam Question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DF8F51F4-EC5F-6714-F7B0-3A494827813B}"/>
              </a:ext>
            </a:extLst>
          </p:cNvPr>
          <p:cNvGrpSpPr/>
          <p:nvPr/>
        </p:nvGrpSpPr>
        <p:grpSpPr>
          <a:xfrm>
            <a:off x="6822219" y="119413"/>
            <a:ext cx="2057400" cy="1029226"/>
            <a:chOff x="6411188" y="1091698"/>
            <a:chExt cx="2057400" cy="1029226"/>
          </a:xfrm>
        </p:grpSpPr>
        <p:sp>
          <p:nvSpPr>
            <p:cNvPr id="11" name="Rectangle: Rounded Corners 17">
              <a:extLst>
                <a:ext uri="{FF2B5EF4-FFF2-40B4-BE49-F238E27FC236}">
                  <a16:creationId xmlns:a16="http://schemas.microsoft.com/office/drawing/2014/main" id="{DC82AEB7-A8F0-689F-7F24-103ADE21F98C}"/>
                </a:ext>
              </a:extLst>
            </p:cNvPr>
            <p:cNvSpPr/>
            <p:nvPr/>
          </p:nvSpPr>
          <p:spPr>
            <a:xfrm>
              <a:off x="6411188" y="1091698"/>
              <a:ext cx="2057400" cy="1029226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E0D5A1A5-2641-52BD-29CF-8E5A205465ED}"/>
                    </a:ext>
                  </a:extLst>
                </p:cNvPr>
                <p:cNvSpPr txBox="1"/>
                <p:nvPr/>
              </p:nvSpPr>
              <p:spPr>
                <a:xfrm>
                  <a:off x="6513460" y="1091698"/>
                  <a:ext cx="1849930" cy="9319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8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𝑄𝑥</m:t>
                        </m:r>
                      </m:oMath>
                    </m:oMathPara>
                  </a14:m>
                  <a:endParaRPr lang="en-US" sz="18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𝑃𝐴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de-CH" sz="18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𝑃𝑥</m:t>
                        </m:r>
                      </m:oMath>
                    </m:oMathPara>
                  </a14:m>
                  <a:endParaRPr lang="de-CH" sz="18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E0D5A1A5-2641-52BD-29CF-8E5A205465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3460" y="1091698"/>
                  <a:ext cx="1849930" cy="93198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7689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FB471-B64C-2D82-7878-C7041DE6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4070A377-D7D3-79AF-0805-F39689B32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2282"/>
          <a:stretch>
            <a:fillRect/>
          </a:stretch>
        </p:blipFill>
        <p:spPr>
          <a:xfrm>
            <a:off x="0" y="1"/>
            <a:ext cx="4810539" cy="166608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2F7A7E-7A27-C563-E727-E460D0F0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BECBC3-F13B-9D92-652E-43113FA2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D614822-8E25-FF70-3B8B-8A847789ACFF}"/>
              </a:ext>
            </a:extLst>
          </p:cNvPr>
          <p:cNvGrpSpPr/>
          <p:nvPr/>
        </p:nvGrpSpPr>
        <p:grpSpPr>
          <a:xfrm>
            <a:off x="6822219" y="119413"/>
            <a:ext cx="2057400" cy="1029226"/>
            <a:chOff x="6411188" y="1091698"/>
            <a:chExt cx="2057400" cy="1029226"/>
          </a:xfrm>
        </p:grpSpPr>
        <p:sp>
          <p:nvSpPr>
            <p:cNvPr id="11" name="Rectangle: Rounded Corners 17">
              <a:extLst>
                <a:ext uri="{FF2B5EF4-FFF2-40B4-BE49-F238E27FC236}">
                  <a16:creationId xmlns:a16="http://schemas.microsoft.com/office/drawing/2014/main" id="{EF94F5B9-0F2F-2CFE-1D78-3C95FC066680}"/>
                </a:ext>
              </a:extLst>
            </p:cNvPr>
            <p:cNvSpPr/>
            <p:nvPr/>
          </p:nvSpPr>
          <p:spPr>
            <a:xfrm>
              <a:off x="6411188" y="1091698"/>
              <a:ext cx="2057400" cy="1029226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5D176CB7-5159-28DA-CF06-94625D86605A}"/>
                    </a:ext>
                  </a:extLst>
                </p:cNvPr>
                <p:cNvSpPr txBox="1"/>
                <p:nvPr/>
              </p:nvSpPr>
              <p:spPr>
                <a:xfrm>
                  <a:off x="6513460" y="1091698"/>
                  <a:ext cx="1849930" cy="9319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CH" sz="1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𝑄𝑥</m:t>
                        </m:r>
                      </m:oMath>
                    </m:oMathPara>
                  </a14:m>
                  <a:endParaRPr lang="en-US" sz="18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𝑃𝐴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de-CH" sz="18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𝑃𝑥</m:t>
                        </m:r>
                      </m:oMath>
                    </m:oMathPara>
                  </a14:m>
                  <a:endParaRPr lang="de-CH" sz="18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5D176CB7-5159-28DA-CF06-94625D8660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3460" y="1091698"/>
                  <a:ext cx="1849930" cy="93198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09114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EA8500-ADBA-B25B-99DA-77EB38642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4878"/>
            <a:ext cx="7886700" cy="994172"/>
          </a:xfrm>
        </p:spPr>
        <p:txBody>
          <a:bodyPr/>
          <a:lstStyle/>
          <a:p>
            <a:r>
              <a:rPr lang="en-US" err="1"/>
              <a:t>LaSalles</a:t>
            </a:r>
            <a:r>
              <a:rPr lang="en-US"/>
              <a:t> Invariance Principle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D18831E-A320-A66B-3F95-C42AF8B85A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58563"/>
                <a:ext cx="7886700" cy="4129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/>
                  <a:t>sometimes it is difficult to find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1600"/>
                  <a:t> </a:t>
                </a:r>
                <a:r>
                  <a:rPr lang="en-US" sz="1600" u="sng"/>
                  <a:t>for </a:t>
                </a:r>
                <a:r>
                  <a:rPr lang="en-US" sz="1600" u="sng" err="1"/>
                  <a:t>asy</a:t>
                </a:r>
                <a:r>
                  <a:rPr lang="en-US" sz="1600" u="sng"/>
                  <a:t>. stability</a:t>
                </a:r>
                <a:r>
                  <a:rPr lang="en-US" sz="1600"/>
                  <a:t>; relax it to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1600"/>
                  <a:t> with LaSalle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D18831E-A320-A66B-3F95-C42AF8B85A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58563"/>
                <a:ext cx="7886700" cy="412928"/>
              </a:xfrm>
              <a:blipFill>
                <a:blip r:embed="rId3"/>
                <a:stretch>
                  <a:fillRect l="-322" t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918C86-2D3A-2551-5087-AE281457E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F94D86-AEFC-7092-C055-D1F673C8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1BC3DDC-BA5D-6996-56F2-88CA9EFBF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035" y="1512647"/>
            <a:ext cx="6062613" cy="1039971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50EBBE66-7ED4-3B34-6248-FDC738758637}"/>
              </a:ext>
            </a:extLst>
          </p:cNvPr>
          <p:cNvGrpSpPr/>
          <p:nvPr/>
        </p:nvGrpSpPr>
        <p:grpSpPr>
          <a:xfrm>
            <a:off x="4513216" y="3088752"/>
            <a:ext cx="4638556" cy="1585168"/>
            <a:chOff x="4589091" y="3239882"/>
            <a:chExt cx="4572000" cy="1423764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E70B0981-C5CC-7778-906F-C48A2031B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89091" y="3239882"/>
              <a:ext cx="4572000" cy="1423764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Freihand 9">
                  <a:extLst>
                    <a:ext uri="{FF2B5EF4-FFF2-40B4-BE49-F238E27FC236}">
                      <a16:creationId xmlns:a16="http://schemas.microsoft.com/office/drawing/2014/main" id="{CA69FC3A-4EF1-6BC9-4F95-A3706C035A1B}"/>
                    </a:ext>
                  </a:extLst>
                </p14:cNvPr>
                <p14:cNvContentPartPr/>
                <p14:nvPr/>
              </p14:nvContentPartPr>
              <p14:xfrm>
                <a:off x="5603909" y="3719607"/>
                <a:ext cx="9720" cy="5040"/>
              </p14:xfrm>
            </p:contentPart>
          </mc:Choice>
          <mc:Fallback xmlns="">
            <p:pic>
              <p:nvPicPr>
                <p:cNvPr id="10" name="Freihand 9">
                  <a:extLst>
                    <a:ext uri="{FF2B5EF4-FFF2-40B4-BE49-F238E27FC236}">
                      <a16:creationId xmlns:a16="http://schemas.microsoft.com/office/drawing/2014/main" id="{CA69FC3A-4EF1-6BC9-4F95-A3706C035A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92694" y="3709527"/>
                  <a:ext cx="31777" cy="248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Freihand 10">
                  <a:extLst>
                    <a:ext uri="{FF2B5EF4-FFF2-40B4-BE49-F238E27FC236}">
                      <a16:creationId xmlns:a16="http://schemas.microsoft.com/office/drawing/2014/main" id="{FDD7FC26-AD7D-B6A3-C6CA-12597E9109F8}"/>
                    </a:ext>
                  </a:extLst>
                </p14:cNvPr>
                <p14:cNvContentPartPr/>
                <p14:nvPr/>
              </p14:nvContentPartPr>
              <p14:xfrm>
                <a:off x="7822949" y="3676047"/>
                <a:ext cx="7200" cy="2520"/>
              </p14:xfrm>
            </p:contentPart>
          </mc:Choice>
          <mc:Fallback xmlns="">
            <p:pic>
              <p:nvPicPr>
                <p:cNvPr id="11" name="Freihand 10">
                  <a:extLst>
                    <a:ext uri="{FF2B5EF4-FFF2-40B4-BE49-F238E27FC236}">
                      <a16:creationId xmlns:a16="http://schemas.microsoft.com/office/drawing/2014/main" id="{FDD7FC26-AD7D-B6A3-C6CA-12597E9109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12149" y="3666597"/>
                  <a:ext cx="28440" cy="2110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1AAD60D-4822-EC53-EB2E-9105CE68E6CD}"/>
              </a:ext>
            </a:extLst>
          </p:cNvPr>
          <p:cNvGrpSpPr/>
          <p:nvPr/>
        </p:nvGrpSpPr>
        <p:grpSpPr>
          <a:xfrm>
            <a:off x="-58783" y="2750198"/>
            <a:ext cx="4571999" cy="1896308"/>
            <a:chOff x="-58783" y="2750198"/>
            <a:chExt cx="4571999" cy="1896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6C85858A-66E9-1A5F-B778-799110559AB8}"/>
                    </a:ext>
                  </a:extLst>
                </p:cNvPr>
                <p:cNvSpPr txBox="1"/>
                <p:nvPr/>
              </p:nvSpPr>
              <p:spPr>
                <a:xfrm>
                  <a:off x="-58783" y="3040232"/>
                  <a:ext cx="4571999" cy="16062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Under </a:t>
                  </a:r>
                  <a:r>
                    <a:rPr lang="de-CH" sz="1200" b="1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strict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Lyapunov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conditions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water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always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flows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strictly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downhill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so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energy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2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CH" sz="1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sz="1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keeps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decreasing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until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it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reaches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equilibrium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</a:t>
                  </a:r>
                </a:p>
                <a:p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With </a:t>
                  </a:r>
                  <a:r>
                    <a:rPr lang="de-CH" sz="1200" b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LaSalle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water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may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also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move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sideways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on flat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regions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so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sometimes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CH" sz="12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sz="12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de-CH" sz="1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CH" sz="1200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even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though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it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has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not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stopped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yet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</a:t>
                  </a:r>
                </a:p>
                <a:p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Still,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because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it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can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never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flow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uphill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it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will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eventually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end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up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in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b="1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largest</a:t>
                  </a:r>
                  <a:r>
                    <a:rPr lang="de-CH" sz="1200" b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 invariant flat </a:t>
                  </a:r>
                  <a:r>
                    <a:rPr lang="de-CH" sz="1200" b="1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region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where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it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can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remain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forever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</a:t>
                  </a:r>
                </a:p>
                <a:p>
                  <a:endParaRPr lang="en-US" sz="12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6C85858A-66E9-1A5F-B778-799110559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8783" y="3040232"/>
                  <a:ext cx="4571999" cy="160627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B7B6A81A-2765-2D7B-EF3D-C2472E4AF6C7}"/>
                </a:ext>
              </a:extLst>
            </p:cNvPr>
            <p:cNvSpPr txBox="1"/>
            <p:nvPr/>
          </p:nvSpPr>
          <p:spPr>
            <a:xfrm>
              <a:off x="-32622" y="2750198"/>
              <a:ext cx="10967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u="sng"/>
                <a:t>Intuitively: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A39E4BE2-DBE7-F9D1-AA36-ECD873CC97F0}"/>
                  </a:ext>
                </a:extLst>
              </p14:cNvPr>
              <p14:cNvContentPartPr/>
              <p14:nvPr/>
            </p14:nvContentPartPr>
            <p14:xfrm>
              <a:off x="3506062" y="1199537"/>
              <a:ext cx="117000" cy="185760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A39E4BE2-DBE7-F9D1-AA36-ECD873CC97F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95295" y="1188737"/>
                <a:ext cx="138175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B4ECF073-B922-E90A-18DE-259C823A5E60}"/>
                  </a:ext>
                </a:extLst>
              </p14:cNvPr>
              <p14:cNvContentPartPr/>
              <p14:nvPr/>
            </p14:nvContentPartPr>
            <p14:xfrm>
              <a:off x="3675982" y="1253537"/>
              <a:ext cx="635040" cy="171000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B4ECF073-B922-E90A-18DE-259C823A5E6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65188" y="1242714"/>
                <a:ext cx="656268" cy="192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3" name="Freihand 32">
                <a:extLst>
                  <a:ext uri="{FF2B5EF4-FFF2-40B4-BE49-F238E27FC236}">
                    <a16:creationId xmlns:a16="http://schemas.microsoft.com/office/drawing/2014/main" id="{61F6A972-4E67-BD6E-B55B-8A8E6012C1E9}"/>
                  </a:ext>
                </a:extLst>
              </p14:cNvPr>
              <p14:cNvContentPartPr/>
              <p14:nvPr/>
            </p14:nvContentPartPr>
            <p14:xfrm>
              <a:off x="4417342" y="1280930"/>
              <a:ext cx="503280" cy="187560"/>
            </p14:xfrm>
          </p:contentPart>
        </mc:Choice>
        <mc:Fallback xmlns="">
          <p:pic>
            <p:nvPicPr>
              <p:cNvPr id="33" name="Freihand 32">
                <a:extLst>
                  <a:ext uri="{FF2B5EF4-FFF2-40B4-BE49-F238E27FC236}">
                    <a16:creationId xmlns:a16="http://schemas.microsoft.com/office/drawing/2014/main" id="{61F6A972-4E67-BD6E-B55B-8A8E6012C1E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06542" y="1270109"/>
                <a:ext cx="524520" cy="2088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901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0147B2D7-D7C8-608A-260E-B5926D55D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601004"/>
            <a:ext cx="5256335" cy="17482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09E760D-ADD3-B4A3-A6C5-4CF7F819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839"/>
            <a:ext cx="7886700" cy="994172"/>
          </a:xfrm>
        </p:spPr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090BCBE-920A-0769-F87D-E2D06C0857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10726"/>
                <a:ext cx="7886700" cy="623704"/>
              </a:xfrm>
            </p:spPr>
            <p:txBody>
              <a:bodyPr>
                <a:normAutofit/>
              </a:bodyPr>
              <a:lstStyle/>
              <a:p>
                <a:r>
                  <a:rPr lang="en-US" sz="1400"/>
                  <a:t>let's consider this pendulum </a:t>
                </a:r>
              </a:p>
              <a:p>
                <a:r>
                  <a:rPr lang="en-US" sz="1400"/>
                  <a:t>intuitively we know, that it will go to </a:t>
                </a:r>
                <a14:m>
                  <m:oMath xmlns:m="http://schemas.openxmlformats.org/officeDocument/2006/math">
                    <m:r>
                      <a:rPr lang="de-CH" sz="1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de-CH" sz="1400" b="0" i="1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en-US" sz="1400"/>
                  <a:t>, we now want to prove this </a:t>
                </a:r>
                <a:r>
                  <a:rPr lang="en-US" sz="1400" err="1"/>
                  <a:t>asy</a:t>
                </a:r>
                <a:r>
                  <a:rPr lang="en-US" sz="1400"/>
                  <a:t>. stable </a:t>
                </a:r>
                <a:r>
                  <a:rPr lang="en-US" sz="1400" err="1"/>
                  <a:t>behaviour</a:t>
                </a:r>
                <a:endParaRPr lang="en-US" sz="1400"/>
              </a:p>
              <a:p>
                <a:endParaRPr lang="en-US" sz="140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090BCBE-920A-0769-F87D-E2D06C0857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10726"/>
                <a:ext cx="7886700" cy="623704"/>
              </a:xfrm>
              <a:blipFill>
                <a:blip r:embed="rId3"/>
                <a:stretch>
                  <a:fillRect l="-161" t="-6000"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265285-22CF-C333-1879-02E7B3036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A77C8DA-10CA-6FD6-8BB4-9F281A12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B87B8C1-5594-4FEC-9710-E203AA5F6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754" y="246906"/>
            <a:ext cx="3176034" cy="1005744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A920F6BF-057E-1B6C-1D7D-BC90B4CCEBAA}"/>
              </a:ext>
            </a:extLst>
          </p:cNvPr>
          <p:cNvGrpSpPr/>
          <p:nvPr/>
        </p:nvGrpSpPr>
        <p:grpSpPr>
          <a:xfrm>
            <a:off x="628649" y="3413587"/>
            <a:ext cx="8312152" cy="1283610"/>
            <a:chOff x="628649" y="3413587"/>
            <a:chExt cx="8312152" cy="1283610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2C4420E6-C00A-AA9C-20DE-98873D9DF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22549" r="52182"/>
            <a:stretch>
              <a:fillRect/>
            </a:stretch>
          </p:blipFill>
          <p:spPr>
            <a:xfrm>
              <a:off x="628649" y="3483653"/>
              <a:ext cx="4631105" cy="1088423"/>
            </a:xfrm>
            <a:prstGeom prst="rect">
              <a:avLst/>
            </a:prstGeom>
          </p:spPr>
        </p:pic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154A63BC-1EF9-79E4-44C3-6A70F2A47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9420" r="1973"/>
            <a:stretch>
              <a:fillRect/>
            </a:stretch>
          </p:blipFill>
          <p:spPr>
            <a:xfrm>
              <a:off x="5525477" y="3413587"/>
              <a:ext cx="3415324" cy="128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026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6434CBEA-0F3A-43A5-A63D-31013C496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57" y="-138570"/>
            <a:ext cx="3001899" cy="196737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9D19523-6D62-16EA-9026-DB30B2F5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96080"/>
            <a:ext cx="7886700" cy="994172"/>
          </a:xfrm>
        </p:spPr>
        <p:txBody>
          <a:bodyPr/>
          <a:lstStyle/>
          <a:p>
            <a:r>
              <a:rPr lang="en-US"/>
              <a:t>Global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A86665E-7874-6ECC-D29B-8D57E8D6F2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62051"/>
                <a:ext cx="7886700" cy="2773691"/>
              </a:xfrm>
            </p:spPr>
            <p:txBody>
              <a:bodyPr>
                <a:normAutofit/>
              </a:bodyPr>
              <a:lstStyle/>
              <a:p>
                <a:r>
                  <a:rPr lang="en-US" sz="1600"/>
                  <a:t>until now we only talked about local stability of an eq. point</a:t>
                </a:r>
              </a:p>
              <a:p>
                <a:r>
                  <a:rPr lang="en-US" sz="1600"/>
                  <a:t>the extension to global stability is not difficult</a:t>
                </a:r>
              </a:p>
              <a:p>
                <a:r>
                  <a:rPr lang="en-US" sz="1600"/>
                  <a:t>an eq. point is globally stable </a:t>
                </a:r>
                <a:r>
                  <a:rPr lang="en-US" sz="1600" err="1"/>
                  <a:t>i.s.L</a:t>
                </a:r>
                <a:r>
                  <a:rPr lang="en-US" sz="1600"/>
                  <a:t> if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dirty="0" err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err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/>
                  <a:t>, conditions (1) and (2) are fulfilled and if </a:t>
                </a:r>
              </a:p>
              <a:p>
                <a:pPr marL="0" indent="0">
                  <a:buNone/>
                </a:pPr>
                <a:r>
                  <a:rPr lang="en-US" sz="1600" b="1">
                    <a:solidFill>
                      <a:srgbClr val="FF0000"/>
                    </a:solidFill>
                  </a:rPr>
                  <a:t>(3):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CH" sz="1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de-CH" sz="1600" b="1" i="0" dirty="0" err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𝐥𝐢𝐦</m:t>
                            </m:r>
                          </m:e>
                          <m:lim>
                            <m:r>
                              <m:rPr>
                                <m:lit/>
                              </m:rP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m:rPr>
                                <m:lit/>
                              </m:rP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de-CH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d>
                          <m:dPr>
                            <m:ctrlP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  <m:r>
                      <a:rPr lang="de-CH" sz="16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endParaRPr lang="en-US" sz="1600" b="1">
                  <a:solidFill>
                    <a:srgbClr val="FF0000"/>
                  </a:solidFill>
                </a:endParaRPr>
              </a:p>
              <a:p>
                <a:endParaRPr lang="en-US" sz="1600"/>
              </a:p>
              <a:p>
                <a:r>
                  <a:rPr lang="en-US" sz="1600"/>
                  <a:t>then, we can say that the LF is </a:t>
                </a:r>
                <a:r>
                  <a:rPr lang="en-US" sz="1600" u="sng">
                    <a:solidFill>
                      <a:srgbClr val="FF0000"/>
                    </a:solidFill>
                  </a:rPr>
                  <a:t>radially unbounded</a:t>
                </a:r>
              </a:p>
              <a:p>
                <a:r>
                  <a:rPr lang="en-US" sz="1600"/>
                  <a:t>the same extensions to </a:t>
                </a:r>
                <a:r>
                  <a:rPr lang="en-US" sz="1600" err="1"/>
                  <a:t>asy</a:t>
                </a:r>
                <a:r>
                  <a:rPr lang="en-US" sz="1600"/>
                  <a:t>. &amp; expo. stability as before apply</a:t>
                </a:r>
              </a:p>
              <a:p>
                <a:r>
                  <a:rPr lang="en-US" sz="1600"/>
                  <a:t>this result is called </a:t>
                </a:r>
                <a:r>
                  <a:rPr lang="en-US" sz="1600" err="1"/>
                  <a:t>Barbashin</a:t>
                </a:r>
                <a:r>
                  <a:rPr lang="en-US" sz="1600"/>
                  <a:t>-</a:t>
                </a:r>
                <a:r>
                  <a:rPr lang="en-US" sz="1600" err="1"/>
                  <a:t>Krasovski</a:t>
                </a:r>
                <a:r>
                  <a:rPr lang="en-US" sz="1600"/>
                  <a:t>-theorem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A86665E-7874-6ECC-D29B-8D57E8D6F2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62051"/>
                <a:ext cx="7886700" cy="2773691"/>
              </a:xfrm>
              <a:blipFill>
                <a:blip r:embed="rId3"/>
                <a:stretch>
                  <a:fillRect l="-322" t="-1364" r="-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0E748D-E308-BF71-F5DE-79AF4B019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3CDF03B-943E-5557-911B-A08ED721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0D8B6F5-7142-3F86-CB17-7D05DAACD4B5}"/>
              </a:ext>
            </a:extLst>
          </p:cNvPr>
          <p:cNvGrpSpPr/>
          <p:nvPr/>
        </p:nvGrpSpPr>
        <p:grpSpPr>
          <a:xfrm>
            <a:off x="628650" y="2695283"/>
            <a:ext cx="5530734" cy="453614"/>
            <a:chOff x="628650" y="2421439"/>
            <a:chExt cx="5530734" cy="453614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57E42386-4FD4-27B2-6755-3A45743B1F07}"/>
                </a:ext>
              </a:extLst>
            </p:cNvPr>
            <p:cNvGrpSpPr/>
            <p:nvPr/>
          </p:nvGrpSpPr>
          <p:grpSpPr>
            <a:xfrm>
              <a:off x="2714749" y="2603253"/>
              <a:ext cx="3444635" cy="271800"/>
              <a:chOff x="2676192" y="2707320"/>
              <a:chExt cx="3444635" cy="271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8" name="Freihand 7">
                    <a:extLst>
                      <a:ext uri="{FF2B5EF4-FFF2-40B4-BE49-F238E27FC236}">
                        <a16:creationId xmlns:a16="http://schemas.microsoft.com/office/drawing/2014/main" id="{B4884480-E27C-1388-9F2C-33A9380EC604}"/>
                      </a:ext>
                    </a:extLst>
                  </p14:cNvPr>
                  <p14:cNvContentPartPr/>
                  <p14:nvPr/>
                </p14:nvContentPartPr>
                <p14:xfrm>
                  <a:off x="2676192" y="2759370"/>
                  <a:ext cx="286200" cy="122400"/>
                </p14:xfrm>
              </p:contentPart>
            </mc:Choice>
            <mc:Fallback xmlns="">
              <p:pic>
                <p:nvPicPr>
                  <p:cNvPr id="8" name="Freihand 7">
                    <a:extLst>
                      <a:ext uri="{FF2B5EF4-FFF2-40B4-BE49-F238E27FC236}">
                        <a16:creationId xmlns:a16="http://schemas.microsoft.com/office/drawing/2014/main" id="{B4884480-E27C-1388-9F2C-33A9380EC604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2665392" y="2748570"/>
                    <a:ext cx="307440" cy="143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13" name="Freihand 12">
                    <a:extLst>
                      <a:ext uri="{FF2B5EF4-FFF2-40B4-BE49-F238E27FC236}">
                        <a16:creationId xmlns:a16="http://schemas.microsoft.com/office/drawing/2014/main" id="{B974F8B2-D74E-D935-3E96-FE0E0E8AE080}"/>
                      </a:ext>
                    </a:extLst>
                  </p14:cNvPr>
                  <p14:cNvContentPartPr/>
                  <p14:nvPr/>
                </p14:nvContentPartPr>
                <p14:xfrm>
                  <a:off x="3022872" y="2719770"/>
                  <a:ext cx="354240" cy="175680"/>
                </p14:xfrm>
              </p:contentPart>
            </mc:Choice>
            <mc:Fallback xmlns="">
              <p:pic>
                <p:nvPicPr>
                  <p:cNvPr id="13" name="Freihand 12">
                    <a:extLst>
                      <a:ext uri="{FF2B5EF4-FFF2-40B4-BE49-F238E27FC236}">
                        <a16:creationId xmlns:a16="http://schemas.microsoft.com/office/drawing/2014/main" id="{B974F8B2-D74E-D935-3E96-FE0E0E8AE080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012072" y="2708992"/>
                    <a:ext cx="375480" cy="19687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4" name="Freihand 13">
                    <a:extLst>
                      <a:ext uri="{FF2B5EF4-FFF2-40B4-BE49-F238E27FC236}">
                        <a16:creationId xmlns:a16="http://schemas.microsoft.com/office/drawing/2014/main" id="{31755A1C-C33E-10CF-1AA8-43BDFC444940}"/>
                      </a:ext>
                    </a:extLst>
                  </p14:cNvPr>
                  <p14:cNvContentPartPr/>
                  <p14:nvPr/>
                </p14:nvContentPartPr>
                <p14:xfrm>
                  <a:off x="3506352" y="2752170"/>
                  <a:ext cx="90000" cy="145080"/>
                </p14:xfrm>
              </p:contentPart>
            </mc:Choice>
            <mc:Fallback xmlns="">
              <p:pic>
                <p:nvPicPr>
                  <p:cNvPr id="14" name="Freihand 13">
                    <a:extLst>
                      <a:ext uri="{FF2B5EF4-FFF2-40B4-BE49-F238E27FC236}">
                        <a16:creationId xmlns:a16="http://schemas.microsoft.com/office/drawing/2014/main" id="{31755A1C-C33E-10CF-1AA8-43BDFC444940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495552" y="2741370"/>
                    <a:ext cx="111240" cy="166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29" name="Freihand 28">
                    <a:extLst>
                      <a:ext uri="{FF2B5EF4-FFF2-40B4-BE49-F238E27FC236}">
                        <a16:creationId xmlns:a16="http://schemas.microsoft.com/office/drawing/2014/main" id="{7316327C-7B54-E39B-5574-E63AD63AE2EB}"/>
                      </a:ext>
                    </a:extLst>
                  </p14:cNvPr>
                  <p14:cNvContentPartPr/>
                  <p14:nvPr/>
                </p14:nvContentPartPr>
                <p14:xfrm>
                  <a:off x="3655752" y="2732010"/>
                  <a:ext cx="772560" cy="174960"/>
                </p14:xfrm>
              </p:contentPart>
            </mc:Choice>
            <mc:Fallback xmlns="">
              <p:pic>
                <p:nvPicPr>
                  <p:cNvPr id="29" name="Freihand 28">
                    <a:extLst>
                      <a:ext uri="{FF2B5EF4-FFF2-40B4-BE49-F238E27FC236}">
                        <a16:creationId xmlns:a16="http://schemas.microsoft.com/office/drawing/2014/main" id="{7316327C-7B54-E39B-5574-E63AD63AE2EB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3644957" y="2721188"/>
                    <a:ext cx="793790" cy="1962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46" name="Freihand 45">
                    <a:extLst>
                      <a:ext uri="{FF2B5EF4-FFF2-40B4-BE49-F238E27FC236}">
                        <a16:creationId xmlns:a16="http://schemas.microsoft.com/office/drawing/2014/main" id="{B5BA725B-00AB-C611-4642-4FE441A83E6E}"/>
                      </a:ext>
                    </a:extLst>
                  </p14:cNvPr>
                  <p14:cNvContentPartPr/>
                  <p14:nvPr/>
                </p14:nvContentPartPr>
                <p14:xfrm>
                  <a:off x="4612787" y="2707320"/>
                  <a:ext cx="1508040" cy="271800"/>
                </p14:xfrm>
              </p:contentPart>
            </mc:Choice>
            <mc:Fallback xmlns="">
              <p:pic>
                <p:nvPicPr>
                  <p:cNvPr id="46" name="Freihand 45">
                    <a:extLst>
                      <a:ext uri="{FF2B5EF4-FFF2-40B4-BE49-F238E27FC236}">
                        <a16:creationId xmlns:a16="http://schemas.microsoft.com/office/drawing/2014/main" id="{B5BA725B-00AB-C611-4642-4FE441A83E6E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601987" y="2696534"/>
                    <a:ext cx="1529280" cy="293012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7" name="Rectangle: Rounded Corners 17">
              <a:extLst>
                <a:ext uri="{FF2B5EF4-FFF2-40B4-BE49-F238E27FC236}">
                  <a16:creationId xmlns:a16="http://schemas.microsoft.com/office/drawing/2014/main" id="{9337A215-FE11-A34F-9D29-0D73E5D5B4BE}"/>
                </a:ext>
              </a:extLst>
            </p:cNvPr>
            <p:cNvSpPr/>
            <p:nvPr/>
          </p:nvSpPr>
          <p:spPr>
            <a:xfrm>
              <a:off x="628650" y="2421439"/>
              <a:ext cx="1901624" cy="453614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289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B708F7-DE05-5D23-F83C-D5594E57A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0499"/>
            <a:ext cx="7886700" cy="994172"/>
          </a:xfrm>
        </p:spPr>
        <p:txBody>
          <a:bodyPr/>
          <a:lstStyle/>
          <a:p>
            <a:r>
              <a:rPr lang="en-US"/>
              <a:t>Control Lyapunov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D440061-F125-51C5-5A08-A4EB29E18E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87955"/>
                <a:ext cx="7886700" cy="1083035"/>
              </a:xfrm>
            </p:spPr>
            <p:txBody>
              <a:bodyPr>
                <a:normAutofit/>
              </a:bodyPr>
              <a:lstStyle/>
              <a:p>
                <a:r>
                  <a:rPr lang="en-US" sz="1600"/>
                  <a:t>standard Lyapunov functions check stability of dynamical systems (without control input)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sz="1600"/>
                  <a:t> extend it with control inputs </a:t>
                </a:r>
              </a:p>
              <a:p>
                <a:endParaRPr lang="en-US" sz="160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D440061-F125-51C5-5A08-A4EB29E18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87955"/>
                <a:ext cx="7886700" cy="1083035"/>
              </a:xfrm>
              <a:blipFill>
                <a:blip r:embed="rId3"/>
                <a:stretch>
                  <a:fillRect l="-322" t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6159AD-F95E-F024-3F5A-48738CE0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ADAE43-4482-4B0D-876F-201D91E3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7789B85D-AA58-CBAD-DB9E-E939E3988E63}"/>
              </a:ext>
            </a:extLst>
          </p:cNvPr>
          <p:cNvGrpSpPr/>
          <p:nvPr/>
        </p:nvGrpSpPr>
        <p:grpSpPr>
          <a:xfrm>
            <a:off x="628650" y="1661741"/>
            <a:ext cx="7886700" cy="1083035"/>
            <a:chOff x="628650" y="2122322"/>
            <a:chExt cx="7886700" cy="10830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Inhaltsplatzhalter 2">
                  <a:extLst>
                    <a:ext uri="{FF2B5EF4-FFF2-40B4-BE49-F238E27FC236}">
                      <a16:creationId xmlns:a16="http://schemas.microsoft.com/office/drawing/2014/main" id="{B259FC1F-EDBF-C4AF-23D3-A0A1FAD138C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8650" y="2122322"/>
                  <a:ext cx="7886700" cy="1083035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buClrTx/>
                  </a:pPr>
                  <a:r>
                    <a:rPr lang="en-US" sz="1600"/>
                    <a:t>Given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ẋ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sz="1600"/>
                    <a:t>, let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en-US" sz="1600"/>
                    <a:t> be positive definite and radially unbounded</a:t>
                  </a:r>
                </a:p>
                <a:p>
                  <a:pPr>
                    <a:buClrTx/>
                  </a:pPr>
                  <a:r>
                    <a:rPr lang="de-CH" sz="1600" err="1"/>
                    <a:t>if</a:t>
                  </a:r>
                  <a:r>
                    <a:rPr lang="de-CH" sz="1600"/>
                    <a:t> </a:t>
                  </a:r>
                  <a:r>
                    <a:rPr lang="de-CH" sz="1600" err="1"/>
                    <a:t>there</a:t>
                  </a:r>
                  <a:r>
                    <a:rPr lang="de-CH" sz="1600"/>
                    <a:t> </a:t>
                  </a:r>
                  <a:r>
                    <a:rPr lang="de-CH" sz="1600" err="1"/>
                    <a:t>exists</a:t>
                  </a:r>
                  <a:r>
                    <a:rPr lang="de-CH" sz="1600"/>
                    <a:t> a </a:t>
                  </a:r>
                  <a14:m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de-CH" sz="1600"/>
                    <a:t> s.t. </a:t>
                  </a:r>
                  <a:r>
                    <a:rPr lang="de-CH" sz="1600" err="1"/>
                    <a:t>for</a:t>
                  </a:r>
                  <a:r>
                    <a:rPr lang="de-CH" sz="1600"/>
                    <a:t> </a:t>
                  </a:r>
                  <a:r>
                    <a:rPr lang="de-CH" sz="1600" err="1"/>
                    <a:t>every</a:t>
                  </a:r>
                  <a:r>
                    <a:rPr lang="de-CH" sz="1600"/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a14:m>
                  <a:r>
                    <a:rPr lang="de-CH" sz="1600"/>
                    <a:t>:</a:t>
                  </a:r>
                </a:p>
                <a:p>
                  <a:pPr marL="0" indent="0">
                    <a:buClrTx/>
                    <a:buNone/>
                  </a:pPr>
                  <a:r>
                    <a:rPr lang="de-CH" sz="1600"/>
                    <a:t>  </a:t>
                  </a:r>
                  <a:r>
                    <a:rPr lang="de-CH" sz="1600" err="1"/>
                    <a:t>then</a:t>
                  </a:r>
                  <a:r>
                    <a:rPr lang="de-CH" sz="1600"/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de-CH" sz="1600"/>
                    <a:t> </a:t>
                  </a:r>
                  <a:r>
                    <a:rPr lang="de-CH" sz="1600" err="1"/>
                    <a:t>is</a:t>
                  </a:r>
                  <a:r>
                    <a:rPr lang="de-CH" sz="1600"/>
                    <a:t> </a:t>
                  </a:r>
                  <a:r>
                    <a:rPr lang="de-CH" sz="1600" err="1"/>
                    <a:t>said</a:t>
                  </a:r>
                  <a:r>
                    <a:rPr lang="de-CH" sz="1600"/>
                    <a:t> </a:t>
                  </a:r>
                  <a:r>
                    <a:rPr lang="de-CH" sz="1600" err="1"/>
                    <a:t>to</a:t>
                  </a:r>
                  <a:r>
                    <a:rPr lang="de-CH" sz="1600"/>
                    <a:t> </a:t>
                  </a:r>
                  <a:r>
                    <a:rPr lang="de-CH" sz="1600" err="1"/>
                    <a:t>be</a:t>
                  </a:r>
                  <a:r>
                    <a:rPr lang="de-CH" sz="1600"/>
                    <a:t> a CLF</a:t>
                  </a:r>
                </a:p>
                <a:p>
                  <a:pPr marL="0" indent="0">
                    <a:buClrTx/>
                    <a:buNone/>
                  </a:pPr>
                  <a:endParaRPr lang="de-CH" sz="1600"/>
                </a:p>
                <a:p>
                  <a:pPr>
                    <a:buClrTx/>
                  </a:pPr>
                  <a:endParaRPr lang="en-US" sz="1600"/>
                </a:p>
              </p:txBody>
            </p:sp>
          </mc:Choice>
          <mc:Fallback xmlns="">
            <p:sp>
              <p:nvSpPr>
                <p:cNvPr id="6" name="Inhaltsplatzhalter 2">
                  <a:extLst>
                    <a:ext uri="{FF2B5EF4-FFF2-40B4-BE49-F238E27FC236}">
                      <a16:creationId xmlns:a16="http://schemas.microsoft.com/office/drawing/2014/main" id="{B259FC1F-EDBF-C4AF-23D3-A0A1FAD13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2122322"/>
                  <a:ext cx="7886700" cy="1083035"/>
                </a:xfrm>
                <a:prstGeom prst="rect">
                  <a:avLst/>
                </a:prstGeom>
                <a:blipFill>
                  <a:blip r:embed="rId4"/>
                  <a:stretch>
                    <a:fillRect l="-322" t="-46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6FE0AF3A-8CF6-9162-A479-CB1B9087FCCC}"/>
                    </a:ext>
                  </a:extLst>
                </p:cNvPr>
                <p:cNvSpPr txBox="1"/>
                <p:nvPr/>
              </p:nvSpPr>
              <p:spPr>
                <a:xfrm>
                  <a:off x="4399512" y="2297716"/>
                  <a:ext cx="2681760" cy="5605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d>
                          <m:d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̃"/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num>
                          <m:den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̃"/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d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6FE0AF3A-8CF6-9162-A479-CB1B9087F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9512" y="2297716"/>
                  <a:ext cx="2681760" cy="560538"/>
                </a:xfrm>
                <a:prstGeom prst="rect">
                  <a:avLst/>
                </a:prstGeom>
                <a:blipFill>
                  <a:blip r:embed="rId5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41A2F65-31A7-EE68-65F8-1663507533DC}"/>
                  </a:ext>
                </a:extLst>
              </p:cNvPr>
              <p:cNvSpPr txBox="1"/>
              <p:nvPr/>
            </p:nvSpPr>
            <p:spPr>
              <a:xfrm>
                <a:off x="628650" y="2753463"/>
                <a:ext cx="8359487" cy="1116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this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is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essentially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same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as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before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except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that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we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now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have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some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control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over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acc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by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choosing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an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appropriate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accPr>
                      <m:e>
                        <m:r>
                          <a:rPr lang="de-CH" sz="16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𝑢</m:t>
                        </m:r>
                      </m:e>
                    </m:acc>
                  </m:oMath>
                </a14:m>
                <a:endParaRPr lang="de-CH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it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could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that</a:t>
                </a:r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acc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,0</m:t>
                        </m:r>
                      </m:e>
                    </m:d>
                    <m:r>
                      <a:rPr lang="de-CH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≥0</m:t>
                    </m:r>
                  </m:oMath>
                </a14:m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but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acc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acc>
                          <m:accPr>
                            <m:chr m:val="̃"/>
                            <m:ctrlPr>
                              <a:rPr lang="de-CH" sz="16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acc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𝑢</m:t>
                            </m:r>
                          </m:e>
                        </m:acc>
                        <m:d>
                          <m:dPr>
                            <m:ctrlPr>
                              <a:rPr lang="de-CH" sz="16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de-CH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&lt;0</m:t>
                    </m:r>
                  </m:oMath>
                </a14:m>
                <a:r>
                  <a:rPr lang="de-CH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</a:p>
              <a:p>
                <a:endParaRPr lang="en-US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41A2F65-31A7-EE68-65F8-166350753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753463"/>
                <a:ext cx="8359487" cy="1116716"/>
              </a:xfrm>
              <a:prstGeom prst="rect">
                <a:avLst/>
              </a:prstGeom>
              <a:blipFill>
                <a:blip r:embed="rId6"/>
                <a:stretch>
                  <a:fillRect l="-303" t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ACF6B1E6-08FB-2B9B-592A-5A946374D538}"/>
                  </a:ext>
                </a:extLst>
              </p14:cNvPr>
              <p14:cNvContentPartPr/>
              <p14:nvPr/>
            </p14:nvContentPartPr>
            <p14:xfrm>
              <a:off x="6472135" y="601045"/>
              <a:ext cx="256680" cy="41868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ACF6B1E6-08FB-2B9B-592A-5A946374D5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1335" y="590236"/>
                <a:ext cx="277920" cy="439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58B6D5FC-3F48-37F7-5568-3B034551A49E}"/>
                  </a:ext>
                </a:extLst>
              </p14:cNvPr>
              <p14:cNvContentPartPr/>
              <p14:nvPr/>
            </p14:nvContentPartPr>
            <p14:xfrm>
              <a:off x="6179095" y="407365"/>
              <a:ext cx="300600" cy="175680"/>
            </p14:xfrm>
          </p:contentPart>
        </mc:Choice>
        <mc:Fallback xmlns=""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58B6D5FC-3F48-37F7-5568-3B034551A49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68282" y="396587"/>
                <a:ext cx="321865" cy="196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79A45074-F46B-F7FC-372A-C81B1FA32790}"/>
                  </a:ext>
                </a:extLst>
              </p14:cNvPr>
              <p14:cNvContentPartPr/>
              <p14:nvPr/>
            </p14:nvContentPartPr>
            <p14:xfrm>
              <a:off x="6599215" y="374965"/>
              <a:ext cx="106560" cy="168840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79A45074-F46B-F7FC-372A-C81B1FA3279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88451" y="364188"/>
                <a:ext cx="127728" cy="190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Freihand 34">
                <a:extLst>
                  <a:ext uri="{FF2B5EF4-FFF2-40B4-BE49-F238E27FC236}">
                    <a16:creationId xmlns:a16="http://schemas.microsoft.com/office/drawing/2014/main" id="{8D76657F-552C-79E2-0AF0-5846D8B2E5FD}"/>
                  </a:ext>
                </a:extLst>
              </p14:cNvPr>
              <p14:cNvContentPartPr/>
              <p14:nvPr/>
            </p14:nvContentPartPr>
            <p14:xfrm>
              <a:off x="6790735" y="322045"/>
              <a:ext cx="432000" cy="215640"/>
            </p14:xfrm>
          </p:contentPart>
        </mc:Choice>
        <mc:Fallback xmlns="">
          <p:pic>
            <p:nvPicPr>
              <p:cNvPr id="35" name="Freihand 34">
                <a:extLst>
                  <a:ext uri="{FF2B5EF4-FFF2-40B4-BE49-F238E27FC236}">
                    <a16:creationId xmlns:a16="http://schemas.microsoft.com/office/drawing/2014/main" id="{8D76657F-552C-79E2-0AF0-5846D8B2E5F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79935" y="311245"/>
                <a:ext cx="4532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8" name="Freihand 37">
                <a:extLst>
                  <a:ext uri="{FF2B5EF4-FFF2-40B4-BE49-F238E27FC236}">
                    <a16:creationId xmlns:a16="http://schemas.microsoft.com/office/drawing/2014/main" id="{DE1D54AC-18FB-BFBD-82D1-00BC58330681}"/>
                  </a:ext>
                </a:extLst>
              </p14:cNvPr>
              <p14:cNvContentPartPr/>
              <p14:nvPr/>
            </p14:nvContentPartPr>
            <p14:xfrm>
              <a:off x="7309135" y="372445"/>
              <a:ext cx="214200" cy="99720"/>
            </p14:xfrm>
          </p:contentPart>
        </mc:Choice>
        <mc:Fallback xmlns="">
          <p:pic>
            <p:nvPicPr>
              <p:cNvPr id="38" name="Freihand 37">
                <a:extLst>
                  <a:ext uri="{FF2B5EF4-FFF2-40B4-BE49-F238E27FC236}">
                    <a16:creationId xmlns:a16="http://schemas.microsoft.com/office/drawing/2014/main" id="{DE1D54AC-18FB-BFBD-82D1-00BC5833068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98335" y="361645"/>
                <a:ext cx="23544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9" name="Freihand 38">
                <a:extLst>
                  <a:ext uri="{FF2B5EF4-FFF2-40B4-BE49-F238E27FC236}">
                    <a16:creationId xmlns:a16="http://schemas.microsoft.com/office/drawing/2014/main" id="{53A9A2B4-EF8B-30BB-A566-A6CDB34885AC}"/>
                  </a:ext>
                </a:extLst>
              </p14:cNvPr>
              <p14:cNvContentPartPr/>
              <p14:nvPr/>
            </p14:nvContentPartPr>
            <p14:xfrm>
              <a:off x="7640695" y="365605"/>
              <a:ext cx="65160" cy="114120"/>
            </p14:xfrm>
          </p:contentPart>
        </mc:Choice>
        <mc:Fallback xmlns="">
          <p:pic>
            <p:nvPicPr>
              <p:cNvPr id="39" name="Freihand 38">
                <a:extLst>
                  <a:ext uri="{FF2B5EF4-FFF2-40B4-BE49-F238E27FC236}">
                    <a16:creationId xmlns:a16="http://schemas.microsoft.com/office/drawing/2014/main" id="{53A9A2B4-EF8B-30BB-A566-A6CDB34885A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29895" y="354805"/>
                <a:ext cx="864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0" name="Freihand 39">
                <a:extLst>
                  <a:ext uri="{FF2B5EF4-FFF2-40B4-BE49-F238E27FC236}">
                    <a16:creationId xmlns:a16="http://schemas.microsoft.com/office/drawing/2014/main" id="{13612270-8984-9C91-5094-EB40B36F29CC}"/>
                  </a:ext>
                </a:extLst>
              </p14:cNvPr>
              <p14:cNvContentPartPr/>
              <p14:nvPr/>
            </p14:nvContentPartPr>
            <p14:xfrm>
              <a:off x="7610815" y="372445"/>
              <a:ext cx="106200" cy="106560"/>
            </p14:xfrm>
          </p:contentPart>
        </mc:Choice>
        <mc:Fallback xmlns="">
          <p:pic>
            <p:nvPicPr>
              <p:cNvPr id="40" name="Freihand 39">
                <a:extLst>
                  <a:ext uri="{FF2B5EF4-FFF2-40B4-BE49-F238E27FC236}">
                    <a16:creationId xmlns:a16="http://schemas.microsoft.com/office/drawing/2014/main" id="{13612270-8984-9C91-5094-EB40B36F29C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600015" y="361645"/>
                <a:ext cx="1274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1" name="Freihand 40">
                <a:extLst>
                  <a:ext uri="{FF2B5EF4-FFF2-40B4-BE49-F238E27FC236}">
                    <a16:creationId xmlns:a16="http://schemas.microsoft.com/office/drawing/2014/main" id="{693C94F1-2F0A-47BA-87D3-762E9FBACA91}"/>
                  </a:ext>
                </a:extLst>
              </p14:cNvPr>
              <p14:cNvContentPartPr/>
              <p14:nvPr/>
            </p14:nvContentPartPr>
            <p14:xfrm>
              <a:off x="7682095" y="328885"/>
              <a:ext cx="21240" cy="2520"/>
            </p14:xfrm>
          </p:contentPart>
        </mc:Choice>
        <mc:Fallback xmlns="">
          <p:pic>
            <p:nvPicPr>
              <p:cNvPr id="41" name="Freihand 40">
                <a:extLst>
                  <a:ext uri="{FF2B5EF4-FFF2-40B4-BE49-F238E27FC236}">
                    <a16:creationId xmlns:a16="http://schemas.microsoft.com/office/drawing/2014/main" id="{693C94F1-2F0A-47BA-87D3-762E9FBACA9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71109" y="318085"/>
                <a:ext cx="42846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2" name="Freihand 41">
                <a:extLst>
                  <a:ext uri="{FF2B5EF4-FFF2-40B4-BE49-F238E27FC236}">
                    <a16:creationId xmlns:a16="http://schemas.microsoft.com/office/drawing/2014/main" id="{37C858FA-6217-4818-B90F-58D5B2CF700B}"/>
                  </a:ext>
                </a:extLst>
              </p14:cNvPr>
              <p14:cNvContentPartPr/>
              <p14:nvPr/>
            </p14:nvContentPartPr>
            <p14:xfrm>
              <a:off x="7792975" y="395845"/>
              <a:ext cx="74160" cy="5040"/>
            </p14:xfrm>
          </p:contentPart>
        </mc:Choice>
        <mc:Fallback xmlns="">
          <p:pic>
            <p:nvPicPr>
              <p:cNvPr id="42" name="Freihand 41">
                <a:extLst>
                  <a:ext uri="{FF2B5EF4-FFF2-40B4-BE49-F238E27FC236}">
                    <a16:creationId xmlns:a16="http://schemas.microsoft.com/office/drawing/2014/main" id="{37C858FA-6217-4818-B90F-58D5B2CF700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782175" y="385045"/>
                <a:ext cx="954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3" name="Freihand 42">
                <a:extLst>
                  <a:ext uri="{FF2B5EF4-FFF2-40B4-BE49-F238E27FC236}">
                    <a16:creationId xmlns:a16="http://schemas.microsoft.com/office/drawing/2014/main" id="{1FB5D5C4-E1F9-5EBB-5157-C34C29ADC2EC}"/>
                  </a:ext>
                </a:extLst>
              </p14:cNvPr>
              <p14:cNvContentPartPr/>
              <p14:nvPr/>
            </p14:nvContentPartPr>
            <p14:xfrm>
              <a:off x="7788295" y="441925"/>
              <a:ext cx="60480" cy="2520"/>
            </p14:xfrm>
          </p:contentPart>
        </mc:Choice>
        <mc:Fallback xmlns="">
          <p:pic>
            <p:nvPicPr>
              <p:cNvPr id="43" name="Freihand 42">
                <a:extLst>
                  <a:ext uri="{FF2B5EF4-FFF2-40B4-BE49-F238E27FC236}">
                    <a16:creationId xmlns:a16="http://schemas.microsoft.com/office/drawing/2014/main" id="{1FB5D5C4-E1F9-5EBB-5157-C34C29ADC2E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777495" y="432475"/>
                <a:ext cx="81720" cy="21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4" name="Freihand 43">
                <a:extLst>
                  <a:ext uri="{FF2B5EF4-FFF2-40B4-BE49-F238E27FC236}">
                    <a16:creationId xmlns:a16="http://schemas.microsoft.com/office/drawing/2014/main" id="{CBADC9CD-B82E-8774-2094-755995D7F985}"/>
                  </a:ext>
                </a:extLst>
              </p14:cNvPr>
              <p14:cNvContentPartPr/>
              <p14:nvPr/>
            </p14:nvContentPartPr>
            <p14:xfrm>
              <a:off x="7952455" y="291805"/>
              <a:ext cx="51120" cy="199080"/>
            </p14:xfrm>
          </p:contentPart>
        </mc:Choice>
        <mc:Fallback xmlns="">
          <p:pic>
            <p:nvPicPr>
              <p:cNvPr id="44" name="Freihand 43">
                <a:extLst>
                  <a:ext uri="{FF2B5EF4-FFF2-40B4-BE49-F238E27FC236}">
                    <a16:creationId xmlns:a16="http://schemas.microsoft.com/office/drawing/2014/main" id="{CBADC9CD-B82E-8774-2094-755995D7F98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941655" y="281005"/>
                <a:ext cx="7236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5" name="Freihand 44">
                <a:extLst>
                  <a:ext uri="{FF2B5EF4-FFF2-40B4-BE49-F238E27FC236}">
                    <a16:creationId xmlns:a16="http://schemas.microsoft.com/office/drawing/2014/main" id="{221EBADE-9E78-B076-1159-996E2D316EB7}"/>
                  </a:ext>
                </a:extLst>
              </p14:cNvPr>
              <p14:cNvContentPartPr/>
              <p14:nvPr/>
            </p14:nvContentPartPr>
            <p14:xfrm>
              <a:off x="7894495" y="400165"/>
              <a:ext cx="83520" cy="11880"/>
            </p14:xfrm>
          </p:contentPart>
        </mc:Choice>
        <mc:Fallback xmlns="">
          <p:pic>
            <p:nvPicPr>
              <p:cNvPr id="45" name="Freihand 44">
                <a:extLst>
                  <a:ext uri="{FF2B5EF4-FFF2-40B4-BE49-F238E27FC236}">
                    <a16:creationId xmlns:a16="http://schemas.microsoft.com/office/drawing/2014/main" id="{221EBADE-9E78-B076-1159-996E2D316EB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883695" y="389365"/>
                <a:ext cx="1047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6" name="Freihand 45">
                <a:extLst>
                  <a:ext uri="{FF2B5EF4-FFF2-40B4-BE49-F238E27FC236}">
                    <a16:creationId xmlns:a16="http://schemas.microsoft.com/office/drawing/2014/main" id="{2E9BD07E-BF50-BC6C-EC4C-D2F0A076E3EA}"/>
                  </a:ext>
                </a:extLst>
              </p14:cNvPr>
              <p14:cNvContentPartPr/>
              <p14:nvPr/>
            </p14:nvContentPartPr>
            <p14:xfrm>
              <a:off x="8037775" y="296485"/>
              <a:ext cx="46440" cy="208080"/>
            </p14:xfrm>
          </p:contentPart>
        </mc:Choice>
        <mc:Fallback xmlns="">
          <p:pic>
            <p:nvPicPr>
              <p:cNvPr id="46" name="Freihand 45">
                <a:extLst>
                  <a:ext uri="{FF2B5EF4-FFF2-40B4-BE49-F238E27FC236}">
                    <a16:creationId xmlns:a16="http://schemas.microsoft.com/office/drawing/2014/main" id="{2E9BD07E-BF50-BC6C-EC4C-D2F0A076E3E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027058" y="285685"/>
                <a:ext cx="67517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7" name="Freihand 46">
                <a:extLst>
                  <a:ext uri="{FF2B5EF4-FFF2-40B4-BE49-F238E27FC236}">
                    <a16:creationId xmlns:a16="http://schemas.microsoft.com/office/drawing/2014/main" id="{D130BD1E-D36C-D7EC-7EFA-C96E51BC91AA}"/>
                  </a:ext>
                </a:extLst>
              </p14:cNvPr>
              <p14:cNvContentPartPr/>
              <p14:nvPr/>
            </p14:nvContentPartPr>
            <p14:xfrm>
              <a:off x="8104735" y="377125"/>
              <a:ext cx="81360" cy="85680"/>
            </p14:xfrm>
          </p:contentPart>
        </mc:Choice>
        <mc:Fallback xmlns="">
          <p:pic>
            <p:nvPicPr>
              <p:cNvPr id="47" name="Freihand 46">
                <a:extLst>
                  <a:ext uri="{FF2B5EF4-FFF2-40B4-BE49-F238E27FC236}">
                    <a16:creationId xmlns:a16="http://schemas.microsoft.com/office/drawing/2014/main" id="{D130BD1E-D36C-D7EC-7EFA-C96E51BC91A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093983" y="366325"/>
                <a:ext cx="102506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8" name="Freihand 47">
                <a:extLst>
                  <a:ext uri="{FF2B5EF4-FFF2-40B4-BE49-F238E27FC236}">
                    <a16:creationId xmlns:a16="http://schemas.microsoft.com/office/drawing/2014/main" id="{D2A27D34-C203-AFE1-4624-48C1D59E1E69}"/>
                  </a:ext>
                </a:extLst>
              </p14:cNvPr>
              <p14:cNvContentPartPr/>
              <p14:nvPr/>
            </p14:nvContentPartPr>
            <p14:xfrm>
              <a:off x="8083855" y="358765"/>
              <a:ext cx="115920" cy="95040"/>
            </p14:xfrm>
          </p:contentPart>
        </mc:Choice>
        <mc:Fallback xmlns="">
          <p:pic>
            <p:nvPicPr>
              <p:cNvPr id="48" name="Freihand 47">
                <a:extLst>
                  <a:ext uri="{FF2B5EF4-FFF2-40B4-BE49-F238E27FC236}">
                    <a16:creationId xmlns:a16="http://schemas.microsoft.com/office/drawing/2014/main" id="{D2A27D34-C203-AFE1-4624-48C1D59E1E6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073021" y="347965"/>
                <a:ext cx="137226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6" name="Freihand 55">
                <a:extLst>
                  <a:ext uri="{FF2B5EF4-FFF2-40B4-BE49-F238E27FC236}">
                    <a16:creationId xmlns:a16="http://schemas.microsoft.com/office/drawing/2014/main" id="{517F69A9-5787-C4B5-FCA1-9D7253189587}"/>
                  </a:ext>
                </a:extLst>
              </p14:cNvPr>
              <p14:cNvContentPartPr/>
              <p14:nvPr/>
            </p14:nvContentPartPr>
            <p14:xfrm>
              <a:off x="8213095" y="287125"/>
              <a:ext cx="295920" cy="249840"/>
            </p14:xfrm>
          </p:contentPart>
        </mc:Choice>
        <mc:Fallback xmlns="">
          <p:pic>
            <p:nvPicPr>
              <p:cNvPr id="56" name="Freihand 55">
                <a:extLst>
                  <a:ext uri="{FF2B5EF4-FFF2-40B4-BE49-F238E27FC236}">
                    <a16:creationId xmlns:a16="http://schemas.microsoft.com/office/drawing/2014/main" id="{517F69A9-5787-C4B5-FCA1-9D725318958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202282" y="276309"/>
                <a:ext cx="317186" cy="271111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D202828-9454-2429-9D2A-D941C3B1542F}"/>
              </a:ext>
            </a:extLst>
          </p:cNvPr>
          <p:cNvGrpSpPr/>
          <p:nvPr/>
        </p:nvGrpSpPr>
        <p:grpSpPr>
          <a:xfrm>
            <a:off x="628650" y="3645925"/>
            <a:ext cx="7843023" cy="1230530"/>
            <a:chOff x="628650" y="3717766"/>
            <a:chExt cx="7843023" cy="1230530"/>
          </a:xfrm>
        </p:grpSpPr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0D8CCC65-0EA1-79BA-A291-CD8074AFB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628650" y="3717766"/>
              <a:ext cx="6493765" cy="1049497"/>
            </a:xfrm>
            <a:prstGeom prst="rect">
              <a:avLst/>
            </a:prstGeom>
          </p:spPr>
        </p:pic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764C8269-1546-1F12-6DF5-1A7D058A8AE3}"/>
                </a:ext>
              </a:extLst>
            </p:cNvPr>
            <p:cNvGrpSpPr/>
            <p:nvPr/>
          </p:nvGrpSpPr>
          <p:grpSpPr>
            <a:xfrm>
              <a:off x="6162392" y="4526376"/>
              <a:ext cx="2309281" cy="421920"/>
              <a:chOff x="6162392" y="4526376"/>
              <a:chExt cx="2309281" cy="421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27" name="Freihand 26">
                    <a:extLst>
                      <a:ext uri="{FF2B5EF4-FFF2-40B4-BE49-F238E27FC236}">
                        <a16:creationId xmlns:a16="http://schemas.microsoft.com/office/drawing/2014/main" id="{B48F4C14-5101-4444-7BEF-6A4F25D4221A}"/>
                      </a:ext>
                    </a:extLst>
                  </p14:cNvPr>
                  <p14:cNvContentPartPr/>
                  <p14:nvPr/>
                </p14:nvContentPartPr>
                <p14:xfrm>
                  <a:off x="6162392" y="4552656"/>
                  <a:ext cx="536400" cy="222120"/>
                </p14:xfrm>
              </p:contentPart>
            </mc:Choice>
            <mc:Fallback xmlns="">
              <p:pic>
                <p:nvPicPr>
                  <p:cNvPr id="27" name="Freihand 26">
                    <a:extLst>
                      <a:ext uri="{FF2B5EF4-FFF2-40B4-BE49-F238E27FC236}">
                        <a16:creationId xmlns:a16="http://schemas.microsoft.com/office/drawing/2014/main" id="{B48F4C14-5101-4444-7BEF-6A4F25D4221A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6151599" y="4541873"/>
                    <a:ext cx="557626" cy="2433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31" name="Freihand 30">
                    <a:extLst>
                      <a:ext uri="{FF2B5EF4-FFF2-40B4-BE49-F238E27FC236}">
                        <a16:creationId xmlns:a16="http://schemas.microsoft.com/office/drawing/2014/main" id="{21069B2D-5415-ECCF-A59D-64036A4B500F}"/>
                      </a:ext>
                    </a:extLst>
                  </p14:cNvPr>
                  <p14:cNvContentPartPr/>
                  <p14:nvPr/>
                </p14:nvContentPartPr>
                <p14:xfrm>
                  <a:off x="6888152" y="4625736"/>
                  <a:ext cx="321480" cy="132840"/>
                </p14:xfrm>
              </p:contentPart>
            </mc:Choice>
            <mc:Fallback xmlns="">
              <p:pic>
                <p:nvPicPr>
                  <p:cNvPr id="31" name="Freihand 30">
                    <a:extLst>
                      <a:ext uri="{FF2B5EF4-FFF2-40B4-BE49-F238E27FC236}">
                        <a16:creationId xmlns:a16="http://schemas.microsoft.com/office/drawing/2014/main" id="{21069B2D-5415-ECCF-A59D-64036A4B500F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6877364" y="4614907"/>
                    <a:ext cx="342696" cy="15413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69" name="Freihand 68">
                    <a:extLst>
                      <a:ext uri="{FF2B5EF4-FFF2-40B4-BE49-F238E27FC236}">
                        <a16:creationId xmlns:a16="http://schemas.microsoft.com/office/drawing/2014/main" id="{D3014ACF-7C36-94A1-C667-19EE7BC4E34E}"/>
                      </a:ext>
                    </a:extLst>
                  </p14:cNvPr>
                  <p14:cNvContentPartPr/>
                  <p14:nvPr/>
                </p14:nvContentPartPr>
                <p14:xfrm>
                  <a:off x="7283673" y="4544016"/>
                  <a:ext cx="555120" cy="356400"/>
                </p14:xfrm>
              </p:contentPart>
            </mc:Choice>
            <mc:Fallback xmlns="">
              <p:pic>
                <p:nvPicPr>
                  <p:cNvPr id="69" name="Freihand 68">
                    <a:extLst>
                      <a:ext uri="{FF2B5EF4-FFF2-40B4-BE49-F238E27FC236}">
                        <a16:creationId xmlns:a16="http://schemas.microsoft.com/office/drawing/2014/main" id="{D3014ACF-7C36-94A1-C667-19EE7BC4E34E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7272866" y="4533205"/>
                    <a:ext cx="576374" cy="37766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70" name="Freihand 69">
                    <a:extLst>
                      <a:ext uri="{FF2B5EF4-FFF2-40B4-BE49-F238E27FC236}">
                        <a16:creationId xmlns:a16="http://schemas.microsoft.com/office/drawing/2014/main" id="{E2D62A60-135A-D63B-5B50-286E683E22F3}"/>
                      </a:ext>
                    </a:extLst>
                  </p14:cNvPr>
                  <p14:cNvContentPartPr/>
                  <p14:nvPr/>
                </p14:nvContentPartPr>
                <p14:xfrm>
                  <a:off x="7998993" y="4526376"/>
                  <a:ext cx="472680" cy="177840"/>
                </p14:xfrm>
              </p:contentPart>
            </mc:Choice>
            <mc:Fallback xmlns="">
              <p:pic>
                <p:nvPicPr>
                  <p:cNvPr id="70" name="Freihand 69">
                    <a:extLst>
                      <a:ext uri="{FF2B5EF4-FFF2-40B4-BE49-F238E27FC236}">
                        <a16:creationId xmlns:a16="http://schemas.microsoft.com/office/drawing/2014/main" id="{E2D62A60-135A-D63B-5B50-286E683E22F3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7988193" y="4515554"/>
                    <a:ext cx="493920" cy="1991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76" name="Freihand 75">
                    <a:extLst>
                      <a:ext uri="{FF2B5EF4-FFF2-40B4-BE49-F238E27FC236}">
                        <a16:creationId xmlns:a16="http://schemas.microsoft.com/office/drawing/2014/main" id="{E03D4A45-DE89-DBF3-88B8-CAE4CD443C32}"/>
                      </a:ext>
                    </a:extLst>
                  </p14:cNvPr>
                  <p14:cNvContentPartPr/>
                  <p14:nvPr/>
                </p14:nvContentPartPr>
                <p14:xfrm>
                  <a:off x="7854633" y="4720416"/>
                  <a:ext cx="309960" cy="227880"/>
                </p14:xfrm>
              </p:contentPart>
            </mc:Choice>
            <mc:Fallback xmlns="">
              <p:pic>
                <p:nvPicPr>
                  <p:cNvPr id="76" name="Freihand 75">
                    <a:extLst>
                      <a:ext uri="{FF2B5EF4-FFF2-40B4-BE49-F238E27FC236}">
                        <a16:creationId xmlns:a16="http://schemas.microsoft.com/office/drawing/2014/main" id="{E03D4A45-DE89-DBF3-88B8-CAE4CD443C32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7843833" y="4709616"/>
                    <a:ext cx="331200" cy="2491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88959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A85DDF-2786-05FF-4015-1765ACCF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 Question 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47F6D39-6AA4-B096-7E22-A9BD53834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58491"/>
            <a:ext cx="7886700" cy="2031985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B71E95-C760-61C7-59ED-A6477EB6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BA8E68-788D-D706-549A-B43757BDD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6D2502A-FD1B-0FCA-4FAD-F1C0E8A10ACF}"/>
              </a:ext>
            </a:extLst>
          </p:cNvPr>
          <p:cNvSpPr txBox="1"/>
          <p:nvPr/>
        </p:nvSpPr>
        <p:spPr>
          <a:xfrm>
            <a:off x="7849456" y="4263775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35170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C27593-8B5E-8E0F-B8B7-5009F17E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8" y="-68610"/>
            <a:ext cx="7886700" cy="994172"/>
          </a:xfrm>
        </p:spPr>
        <p:txBody>
          <a:bodyPr/>
          <a:lstStyle/>
          <a:p>
            <a:r>
              <a:rPr lang="en-US"/>
              <a:t>Exam Question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53044C-0B34-68A1-F52A-203CE1E5F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FE3D72-B75D-A24F-6225-2E6FD864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5B46FAF-6E46-75CF-8091-9D5B8E5CB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819745"/>
            <a:ext cx="6690917" cy="35040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FA759F9-8B70-CEAD-BD96-F2508552FEB9}"/>
                  </a:ext>
                </a:extLst>
              </p:cNvPr>
              <p:cNvSpPr txBox="1"/>
              <p:nvPr/>
            </p:nvSpPr>
            <p:spPr>
              <a:xfrm>
                <a:off x="4039390" y="102393"/>
                <a:ext cx="4988673" cy="652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The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eq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.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point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is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stable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if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there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exists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a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function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𝑉</m:t>
                    </m:r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, s.t. :</a:t>
                </a:r>
              </a:p>
              <a:p>
                <a:pPr marL="342900" lvl="8" indent="-342900">
                  <a:buFont typeface="+mj-lt"/>
                  <a:buAutoNum type="arabicPeriod"/>
                </a:pPr>
                <a:r>
                  <a:rPr lang="de-CH" sz="1200" i="1">
                    <a:latin typeface="Segoe UI" panose="020B0502040204020203" pitchFamily="34" charset="0"/>
                    <a:cs typeface="Segoe UI" panose="020B0502040204020203" pitchFamily="34" charset="0"/>
                  </a:rPr>
                  <a:t>positive </a:t>
                </a:r>
                <a:r>
                  <a:rPr lang="de-CH" sz="1200" i="1" err="1">
                    <a:latin typeface="Segoe UI" panose="020B0502040204020203" pitchFamily="34" charset="0"/>
                    <a:cs typeface="Segoe UI" panose="020B0502040204020203" pitchFamily="34" charset="0"/>
                  </a:rPr>
                  <a:t>definiteness</a:t>
                </a:r>
                <a:r>
                  <a:rPr lang="de-CH" sz="1200" i="1">
                    <a:latin typeface="Segoe UI" panose="020B0502040204020203" pitchFamily="34" charset="0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𝑉</m:t>
                    </m:r>
                    <m:d>
                      <m:dPr>
                        <m:ctrlP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d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≥0 </m:t>
                    </m:r>
                  </m:oMath>
                </a14:m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𝑉</m:t>
                    </m:r>
                    <m:d>
                      <m:dPr>
                        <m:ctrlP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CH" sz="12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de-CH" sz="12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CH" sz="12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endParaRPr lang="de-CH"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342900" lvl="8" indent="-342900">
                  <a:buFont typeface="+mj-lt"/>
                  <a:buAutoNum type="arabicPeriod"/>
                </a:pPr>
                <a:r>
                  <a:rPr lang="de-CH" sz="1200" i="1">
                    <a:latin typeface="Segoe UI" panose="020B0502040204020203" pitchFamily="34" charset="0"/>
                    <a:cs typeface="Segoe UI" panose="020B0502040204020203" pitchFamily="34" charset="0"/>
                  </a:rPr>
                  <a:t>non-</a:t>
                </a:r>
                <a:r>
                  <a:rPr lang="de-CH" sz="1200" i="1" err="1">
                    <a:latin typeface="Segoe UI" panose="020B0502040204020203" pitchFamily="34" charset="0"/>
                    <a:cs typeface="Segoe UI" panose="020B0502040204020203" pitchFamily="34" charset="0"/>
                  </a:rPr>
                  <a:t>increasing</a:t>
                </a:r>
                <a:r>
                  <a:rPr lang="de-CH" sz="1200" i="1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i="1" err="1">
                    <a:latin typeface="Segoe UI" panose="020B0502040204020203" pitchFamily="34" charset="0"/>
                    <a:cs typeface="Segoe UI" panose="020B0502040204020203" pitchFamily="34" charset="0"/>
                  </a:rPr>
                  <a:t>along</a:t>
                </a:r>
                <a:r>
                  <a:rPr lang="de-CH" sz="1200" i="1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i="1" err="1">
                    <a:latin typeface="Segoe UI" panose="020B0502040204020203" pitchFamily="34" charset="0"/>
                    <a:cs typeface="Segoe UI" panose="020B0502040204020203" pitchFamily="34" charset="0"/>
                  </a:rPr>
                  <a:t>trajectories</a:t>
                </a:r>
                <a:r>
                  <a:rPr lang="de-CH" sz="1200" i="1">
                    <a:latin typeface="Segoe UI" panose="020B0502040204020203" pitchFamily="34" charset="0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de-CH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de-CH" sz="1200" i="1" dirty="0" err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𝑑𝑉</m:t>
                    </m:r>
                    <m:d>
                      <m:dPr>
                        <m:ctrlP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d>
                    <m:r>
                      <m:rPr>
                        <m:lit/>
                      </m:rP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/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𝑑𝑥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·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𝑑𝑥</m:t>
                    </m:r>
                    <m:d>
                      <m:dPr>
                        <m:ctrlP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e>
                    </m:d>
                    <m:r>
                      <m:rPr>
                        <m:lit/>
                      </m:rP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/</m:t>
                    </m:r>
                    <m:r>
                      <a:rPr lang="de-CH" sz="1200" i="1" dirty="0" err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𝑑𝑡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≤0</m:t>
                    </m:r>
                  </m:oMath>
                </a14:m>
                <a:endParaRPr lang="en-US"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FA759F9-8B70-CEAD-BD96-F2508552F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90" y="102393"/>
                <a:ext cx="4988673" cy="652166"/>
              </a:xfrm>
              <a:prstGeom prst="rect">
                <a:avLst/>
              </a:prstGeom>
              <a:blipFill>
                <a:blip r:embed="rId3"/>
                <a:stretch>
                  <a:fillRect l="-509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F45830C7-2774-57C2-B95A-57B98E9597C6}"/>
                  </a:ext>
                </a:extLst>
              </p14:cNvPr>
              <p14:cNvContentPartPr/>
              <p14:nvPr/>
            </p14:nvContentPartPr>
            <p14:xfrm>
              <a:off x="3888465" y="406225"/>
              <a:ext cx="176760" cy="7308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F45830C7-2774-57C2-B95A-57B98E9597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77643" y="395425"/>
                <a:ext cx="198043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2F4545DB-87E2-497B-E3A4-70F92E92F97F}"/>
                  </a:ext>
                </a:extLst>
              </p14:cNvPr>
              <p14:cNvContentPartPr/>
              <p14:nvPr/>
            </p14:nvContentPartPr>
            <p14:xfrm>
              <a:off x="3188625" y="383185"/>
              <a:ext cx="307440" cy="13896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2F4545DB-87E2-497B-E3A4-70F92E92F97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77825" y="372385"/>
                <a:ext cx="3286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04FD7736-81CA-F783-A28D-5CEFB0F2276A}"/>
                  </a:ext>
                </a:extLst>
              </p14:cNvPr>
              <p14:cNvContentPartPr/>
              <p14:nvPr/>
            </p14:nvContentPartPr>
            <p14:xfrm>
              <a:off x="3615945" y="383905"/>
              <a:ext cx="180360" cy="11520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04FD7736-81CA-F783-A28D-5CEFB0F227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05167" y="373105"/>
                <a:ext cx="201558" cy="13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674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4BD16-92D2-B1EA-DD49-2192B784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1F38EE0-148D-D303-2E37-E8A9EA7DB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F250A55-C5E3-7C03-9BAE-96228CA4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4C90BE7-4A5C-4911-F696-43940920A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14" b="-10"/>
          <a:stretch>
            <a:fillRect/>
          </a:stretch>
        </p:blipFill>
        <p:spPr>
          <a:xfrm>
            <a:off x="0" y="0"/>
            <a:ext cx="4921857" cy="25722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E5106DF9-EE37-52CB-0E4B-2AF6AC94EAEA}"/>
                  </a:ext>
                </a:extLst>
              </p:cNvPr>
              <p:cNvSpPr txBox="1"/>
              <p:nvPr/>
            </p:nvSpPr>
            <p:spPr>
              <a:xfrm>
                <a:off x="4039390" y="102393"/>
                <a:ext cx="4988673" cy="652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The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eq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.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point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is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stable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if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there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exists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a </a:t>
                </a:r>
                <a:r>
                  <a:rPr lang="de-CH" sz="12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function</a:t>
                </a:r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𝑉</m:t>
                    </m:r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, s.t. :</a:t>
                </a:r>
              </a:p>
              <a:p>
                <a:pPr marL="342900" lvl="8" indent="-342900">
                  <a:buFont typeface="+mj-lt"/>
                  <a:buAutoNum type="arabicPeriod"/>
                </a:pPr>
                <a:r>
                  <a:rPr lang="de-CH" sz="1200" i="1">
                    <a:latin typeface="Segoe UI" panose="020B0502040204020203" pitchFamily="34" charset="0"/>
                    <a:cs typeface="Segoe UI" panose="020B0502040204020203" pitchFamily="34" charset="0"/>
                  </a:rPr>
                  <a:t>positive </a:t>
                </a:r>
                <a:r>
                  <a:rPr lang="de-CH" sz="1200" i="1" err="1">
                    <a:latin typeface="Segoe UI" panose="020B0502040204020203" pitchFamily="34" charset="0"/>
                    <a:cs typeface="Segoe UI" panose="020B0502040204020203" pitchFamily="34" charset="0"/>
                  </a:rPr>
                  <a:t>definiteness</a:t>
                </a:r>
                <a:r>
                  <a:rPr lang="de-CH" sz="1200" i="1">
                    <a:latin typeface="Segoe UI" panose="020B0502040204020203" pitchFamily="34" charset="0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𝑉</m:t>
                    </m:r>
                    <m:d>
                      <m:dPr>
                        <m:ctrlP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d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≥0 </m:t>
                    </m:r>
                  </m:oMath>
                </a14:m>
                <a:r>
                  <a:rPr lang="de-CH" sz="1200">
                    <a:latin typeface="Segoe UI" panose="020B0502040204020203" pitchFamily="34" charset="0"/>
                    <a:cs typeface="Segoe UI" panose="020B0502040204020203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𝑉</m:t>
                    </m:r>
                    <m:d>
                      <m:dPr>
                        <m:ctrlP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CH" sz="12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de-CH" sz="12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CH" sz="12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endParaRPr lang="de-CH"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342900" lvl="8" indent="-342900">
                  <a:buFont typeface="+mj-lt"/>
                  <a:buAutoNum type="arabicPeriod"/>
                </a:pPr>
                <a:r>
                  <a:rPr lang="de-CH" sz="1200" i="1">
                    <a:latin typeface="Segoe UI" panose="020B0502040204020203" pitchFamily="34" charset="0"/>
                    <a:cs typeface="Segoe UI" panose="020B0502040204020203" pitchFamily="34" charset="0"/>
                  </a:rPr>
                  <a:t>non-</a:t>
                </a:r>
                <a:r>
                  <a:rPr lang="de-CH" sz="1200" i="1" err="1">
                    <a:latin typeface="Segoe UI" panose="020B0502040204020203" pitchFamily="34" charset="0"/>
                    <a:cs typeface="Segoe UI" panose="020B0502040204020203" pitchFamily="34" charset="0"/>
                  </a:rPr>
                  <a:t>increasing</a:t>
                </a:r>
                <a:r>
                  <a:rPr lang="de-CH" sz="1200" i="1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i="1" err="1">
                    <a:latin typeface="Segoe UI" panose="020B0502040204020203" pitchFamily="34" charset="0"/>
                    <a:cs typeface="Segoe UI" panose="020B0502040204020203" pitchFamily="34" charset="0"/>
                  </a:rPr>
                  <a:t>along</a:t>
                </a:r>
                <a:r>
                  <a:rPr lang="de-CH" sz="1200" i="1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i="1" err="1">
                    <a:latin typeface="Segoe UI" panose="020B0502040204020203" pitchFamily="34" charset="0"/>
                    <a:cs typeface="Segoe UI" panose="020B0502040204020203" pitchFamily="34" charset="0"/>
                  </a:rPr>
                  <a:t>trajectories</a:t>
                </a:r>
                <a:r>
                  <a:rPr lang="de-CH" sz="1200" i="1">
                    <a:latin typeface="Segoe UI" panose="020B0502040204020203" pitchFamily="34" charset="0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de-CH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de-CH" sz="1200" i="1" dirty="0" err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𝑑𝑉</m:t>
                    </m:r>
                    <m:d>
                      <m:dPr>
                        <m:ctrlP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d>
                    <m:r>
                      <m:rPr>
                        <m:lit/>
                      </m:rP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/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𝑑𝑥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·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𝑑𝑥</m:t>
                    </m:r>
                    <m:d>
                      <m:dPr>
                        <m:ctrlP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e>
                    </m:d>
                    <m:r>
                      <m:rPr>
                        <m:lit/>
                      </m:rP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/</m:t>
                    </m:r>
                    <m:r>
                      <a:rPr lang="de-CH" sz="1200" i="1" dirty="0" err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𝑑𝑡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≤0</m:t>
                    </m:r>
                  </m:oMath>
                </a14:m>
                <a:endParaRPr lang="en-US"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E5106DF9-EE37-52CB-0E4B-2AF6AC94E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90" y="102393"/>
                <a:ext cx="4988673" cy="652166"/>
              </a:xfrm>
              <a:prstGeom prst="rect">
                <a:avLst/>
              </a:prstGeom>
              <a:blipFill>
                <a:blip r:embed="rId3"/>
                <a:stretch>
                  <a:fillRect l="-509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88928614-E4F6-7486-4052-FCB3D1F6C47E}"/>
                  </a:ext>
                </a:extLst>
              </p14:cNvPr>
              <p14:cNvContentPartPr/>
              <p14:nvPr/>
            </p14:nvContentPartPr>
            <p14:xfrm>
              <a:off x="3888465" y="406225"/>
              <a:ext cx="176760" cy="7308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88928614-E4F6-7486-4052-FCB3D1F6C4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77643" y="395425"/>
                <a:ext cx="198043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BA3084DD-DCCA-A8F2-C0BF-E6EAE624ACD4}"/>
                  </a:ext>
                </a:extLst>
              </p14:cNvPr>
              <p14:cNvContentPartPr/>
              <p14:nvPr/>
            </p14:nvContentPartPr>
            <p14:xfrm>
              <a:off x="3188625" y="383185"/>
              <a:ext cx="307440" cy="138960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BA3084DD-DCCA-A8F2-C0BF-E6EAE624AC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77825" y="372385"/>
                <a:ext cx="3286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Freihand 29">
                <a:extLst>
                  <a:ext uri="{FF2B5EF4-FFF2-40B4-BE49-F238E27FC236}">
                    <a16:creationId xmlns:a16="http://schemas.microsoft.com/office/drawing/2014/main" id="{3A89F24D-318E-E0B9-5BC7-0D8A702E2A2C}"/>
                  </a:ext>
                </a:extLst>
              </p14:cNvPr>
              <p14:cNvContentPartPr/>
              <p14:nvPr/>
            </p14:nvContentPartPr>
            <p14:xfrm>
              <a:off x="3615945" y="383905"/>
              <a:ext cx="180360" cy="115200"/>
            </p14:xfrm>
          </p:contentPart>
        </mc:Choice>
        <mc:Fallback xmlns="">
          <p:pic>
            <p:nvPicPr>
              <p:cNvPr id="30" name="Freihand 29">
                <a:extLst>
                  <a:ext uri="{FF2B5EF4-FFF2-40B4-BE49-F238E27FC236}">
                    <a16:creationId xmlns:a16="http://schemas.microsoft.com/office/drawing/2014/main" id="{3A89F24D-318E-E0B9-5BC7-0D8A702E2A2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05167" y="373105"/>
                <a:ext cx="201558" cy="13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6465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AECA9-58A3-99BE-637B-F016B132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 Question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3A417E8-8621-946B-A0BE-AE79F798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81C4B2-A127-2E21-A5C0-BFC9ACDE5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A328824-6F32-05EE-5188-67A469B1A82F}"/>
              </a:ext>
            </a:extLst>
          </p:cNvPr>
          <p:cNvGrpSpPr/>
          <p:nvPr/>
        </p:nvGrpSpPr>
        <p:grpSpPr>
          <a:xfrm>
            <a:off x="757842" y="1713289"/>
            <a:ext cx="6880893" cy="1185121"/>
            <a:chOff x="808018" y="1268016"/>
            <a:chExt cx="6880893" cy="1185121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0E4252E6-045B-6B2E-8A2C-8BC18B256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8018" y="1268016"/>
              <a:ext cx="424693" cy="433187"/>
            </a:xfrm>
            <a:prstGeom prst="rect">
              <a:avLst/>
            </a:prstGeom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2C8F71BA-69EA-F10A-886F-F2461CC76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924" t="61915" r="1644"/>
            <a:stretch>
              <a:fillRect/>
            </a:stretch>
          </p:blipFill>
          <p:spPr>
            <a:xfrm>
              <a:off x="1121132" y="1339577"/>
              <a:ext cx="6567779" cy="111356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9D5E0348-031A-08E1-7199-704E07A689A3}"/>
                </a:ext>
              </a:extLst>
            </p:cNvPr>
            <p:cNvSpPr txBox="1"/>
            <p:nvPr/>
          </p:nvSpPr>
          <p:spPr>
            <a:xfrm>
              <a:off x="838263" y="1772764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B)</a:t>
              </a:r>
            </a:p>
          </p:txBody>
        </p:sp>
      </p:grpSp>
      <p:pic>
        <p:nvPicPr>
          <p:cNvPr id="13" name="Grafik 12">
            <a:extLst>
              <a:ext uri="{FF2B5EF4-FFF2-40B4-BE49-F238E27FC236}">
                <a16:creationId xmlns:a16="http://schemas.microsoft.com/office/drawing/2014/main" id="{C7553301-5A8C-EE07-207D-1C345BA45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87" y="1197506"/>
            <a:ext cx="4779214" cy="587344"/>
          </a:xfrm>
          <a:prstGeom prst="rect">
            <a:avLst/>
          </a:prstGeom>
        </p:spPr>
      </p:pic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3E2C314E-80B2-8228-F685-CCF3328EBBC7}"/>
              </a:ext>
            </a:extLst>
          </p:cNvPr>
          <p:cNvGrpSpPr/>
          <p:nvPr/>
        </p:nvGrpSpPr>
        <p:grpSpPr>
          <a:xfrm>
            <a:off x="2862469" y="1929882"/>
            <a:ext cx="3107506" cy="1902954"/>
            <a:chOff x="2862469" y="1929882"/>
            <a:chExt cx="3107506" cy="1902954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DAD6A5FF-B1DA-1168-AFD1-81EC079A5BDF}"/>
                </a:ext>
              </a:extLst>
            </p:cNvPr>
            <p:cNvGrpSpPr/>
            <p:nvPr/>
          </p:nvGrpSpPr>
          <p:grpSpPr>
            <a:xfrm>
              <a:off x="2862469" y="2803610"/>
              <a:ext cx="2057400" cy="1029226"/>
              <a:chOff x="6411188" y="1091698"/>
              <a:chExt cx="2057400" cy="1029226"/>
            </a:xfrm>
          </p:grpSpPr>
          <p:sp>
            <p:nvSpPr>
              <p:cNvPr id="16" name="Rectangle: Rounded Corners 17">
                <a:extLst>
                  <a:ext uri="{FF2B5EF4-FFF2-40B4-BE49-F238E27FC236}">
                    <a16:creationId xmlns:a16="http://schemas.microsoft.com/office/drawing/2014/main" id="{106A9109-289E-A8D9-EBA8-A19277AA42F4}"/>
                  </a:ext>
                </a:extLst>
              </p:cNvPr>
              <p:cNvSpPr/>
              <p:nvPr/>
            </p:nvSpPr>
            <p:spPr>
              <a:xfrm>
                <a:off x="6411188" y="1091698"/>
                <a:ext cx="2057400" cy="1029226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chemeClr val="tx1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feld 16">
                    <a:extLst>
                      <a:ext uri="{FF2B5EF4-FFF2-40B4-BE49-F238E27FC236}">
                        <a16:creationId xmlns:a16="http://schemas.microsoft.com/office/drawing/2014/main" id="{49BB0513-86A0-5EAE-B3AD-034CDA8C5D42}"/>
                      </a:ext>
                    </a:extLst>
                  </p:cNvPr>
                  <p:cNvSpPr txBox="1"/>
                  <p:nvPr/>
                </p:nvSpPr>
                <p:spPr>
                  <a:xfrm>
                    <a:off x="6513460" y="1091698"/>
                    <a:ext cx="1849930" cy="9319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800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8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 dirty="0" err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 dirty="0" err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𝑄𝑥</m:t>
                          </m:r>
                        </m:oMath>
                      </m:oMathPara>
                    </a14:m>
                    <a:endParaRPr lang="en-US" sz="18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de-CH" sz="18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800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 err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 dirty="0" err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𝑃𝑥</m:t>
                          </m:r>
                        </m:oMath>
                      </m:oMathPara>
                    </a14:m>
                    <a:endParaRPr lang="de-CH" sz="18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7" name="Textfeld 16">
                    <a:extLst>
                      <a:ext uri="{FF2B5EF4-FFF2-40B4-BE49-F238E27FC236}">
                        <a16:creationId xmlns:a16="http://schemas.microsoft.com/office/drawing/2014/main" id="{49BB0513-86A0-5EAE-B3AD-034CDA8C5D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13460" y="1091698"/>
                    <a:ext cx="1849930" cy="93198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8D62CBAC-DBF0-2ED4-3525-520B329E32A7}"/>
                    </a:ext>
                  </a:extLst>
                </p:cNvPr>
                <p:cNvSpPr txBox="1"/>
                <p:nvPr/>
              </p:nvSpPr>
              <p:spPr>
                <a:xfrm>
                  <a:off x="5164626" y="1929882"/>
                  <a:ext cx="805349" cy="3463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16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r>
                          <a:rPr lang="en-US" sz="16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=0!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8D62CBAC-DBF0-2ED4-3525-520B329E32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4626" y="1929882"/>
                  <a:ext cx="805349" cy="3463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3530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93AD4-6F0D-5104-6980-560199AE5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19F51-4694-B13B-835B-F90F7FABAF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3. Feedback </a:t>
            </a:r>
            <a:r>
              <a:rPr lang="de-DE" err="1"/>
              <a:t>Linearization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F0FD685-344A-8DD1-06B6-2A4D9F11AA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481FB19-565D-2C30-9DDB-49856DE3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9906719-E9C3-4FC2-42C0-75920FBE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737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04D03D-E7EA-7ABB-899F-62971744F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393"/>
            <a:ext cx="7886700" cy="994172"/>
          </a:xfrm>
        </p:spPr>
        <p:txBody>
          <a:bodyPr/>
          <a:lstStyle/>
          <a:p>
            <a:r>
              <a:rPr lang="en-US"/>
              <a:t>Intuition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66CCEF-3752-1A53-DC12-CA39BE9B7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31991"/>
            <a:ext cx="7886700" cy="1393576"/>
          </a:xfrm>
        </p:spPr>
        <p:txBody>
          <a:bodyPr>
            <a:normAutofit/>
          </a:bodyPr>
          <a:lstStyle/>
          <a:p>
            <a:r>
              <a:rPr lang="en-US" sz="1600"/>
              <a:t>Previously we learned how to analyze stability of nonlinear systems</a:t>
            </a:r>
          </a:p>
          <a:p>
            <a:r>
              <a:rPr lang="en-US" sz="1600"/>
              <a:t>Now we're looking at how we can implement a feedback loop for a nonlinear system in a clever way</a:t>
            </a:r>
          </a:p>
          <a:p>
            <a:r>
              <a:rPr lang="en-US" sz="1600"/>
              <a:t>this involves transforming the nonlinear system into one that behaves linear with a </a:t>
            </a:r>
            <a:r>
              <a:rPr lang="en-US" sz="1600" b="1"/>
              <a:t>coordinate transformation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9A52E6-12C8-A04B-1EC5-32EED7869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6107A5-DC76-959D-1D87-542D58F4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7736956-C5F6-179F-7ACD-DD8E2377C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43" y="2755707"/>
            <a:ext cx="2813543" cy="131953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D6F3AE9-35B2-6DE2-DE08-A089FDF2B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865" y="2468947"/>
            <a:ext cx="1882503" cy="61955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CEC8BFF-2B8D-4341-B716-E52E4AD71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831" y="2740768"/>
            <a:ext cx="2813544" cy="13494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Inhaltsplatzhalter 2">
                <a:extLst>
                  <a:ext uri="{FF2B5EF4-FFF2-40B4-BE49-F238E27FC236}">
                    <a16:creationId xmlns:a16="http://schemas.microsoft.com/office/drawing/2014/main" id="{3A6546F9-468B-45DE-14FD-2C93FBBB9D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4303327"/>
                <a:ext cx="7886700" cy="4740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600"/>
                  <a:t> The technique we apply to get this effect is called: </a:t>
                </a:r>
                <a:r>
                  <a:rPr lang="en-US" sz="1600" u="sng"/>
                  <a:t>Feedback Linearization</a:t>
                </a:r>
              </a:p>
            </p:txBody>
          </p:sp>
        </mc:Choice>
        <mc:Fallback xmlns="">
          <p:sp>
            <p:nvSpPr>
              <p:cNvPr id="12" name="Inhaltsplatzhalter 2">
                <a:extLst>
                  <a:ext uri="{FF2B5EF4-FFF2-40B4-BE49-F238E27FC236}">
                    <a16:creationId xmlns:a16="http://schemas.microsoft.com/office/drawing/2014/main" id="{3A6546F9-468B-45DE-14FD-2C93FBBB9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303327"/>
                <a:ext cx="7886700" cy="474039"/>
              </a:xfrm>
              <a:prstGeom prst="rect">
                <a:avLst/>
              </a:prstGeom>
              <a:blipFill>
                <a:blip r:embed="rId5"/>
                <a:stretch>
                  <a:fillRect t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81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B1F51DBB-456B-3E1D-52CF-99E32B7035A6}"/>
              </a:ext>
            </a:extLst>
          </p:cNvPr>
          <p:cNvGrpSpPr/>
          <p:nvPr/>
        </p:nvGrpSpPr>
        <p:grpSpPr>
          <a:xfrm>
            <a:off x="278015" y="3949063"/>
            <a:ext cx="4463081" cy="955122"/>
            <a:chOff x="278015" y="3832601"/>
            <a:chExt cx="4463081" cy="9551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8E2FD2F2-D419-BF6C-14FF-74BED140677B}"/>
                    </a:ext>
                  </a:extLst>
                </p:cNvPr>
                <p:cNvSpPr txBox="1"/>
                <p:nvPr/>
              </p:nvSpPr>
              <p:spPr>
                <a:xfrm>
                  <a:off x="278015" y="3832601"/>
                  <a:ext cx="446308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actual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physical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input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remains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b="1" i="1" dirty="0" smtClean="0">
                          <a:solidFill>
                            <a:srgbClr val="00765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𝒖</m:t>
                      </m:r>
                    </m:oMath>
                  </a14:m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we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write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it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as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endParaRPr lang="en-US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8E2FD2F2-D419-BF6C-14FF-74BED1406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015" y="3832601"/>
                  <a:ext cx="4463081" cy="523220"/>
                </a:xfrm>
                <a:prstGeom prst="rect">
                  <a:avLst/>
                </a:prstGeom>
                <a:blipFill>
                  <a:blip r:embed="rId2"/>
                  <a:stretch>
                    <a:fillRect l="-568" t="-23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BA3775BB-2905-36E5-673C-3E1AF430C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8235" y="4094211"/>
              <a:ext cx="3945169" cy="693512"/>
            </a:xfrm>
            <a:prstGeom prst="rect">
              <a:avLst/>
            </a:prstGeom>
          </p:spPr>
        </p:pic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65A36891-D1A8-EADB-89D0-2EC9C241A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15" y="733218"/>
            <a:ext cx="3159579" cy="192447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F74C6C3-DA32-B39E-0ADC-2872EA57C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5" y="0"/>
            <a:ext cx="7886700" cy="994172"/>
          </a:xfrm>
        </p:spPr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C75FD6-D311-145C-12F6-B3D56D37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79BC3E-B779-E4E3-4F79-1E7B449A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74EDE79-1080-2F14-B33A-0E58C5A3AE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580" r="24328"/>
          <a:stretch>
            <a:fillRect/>
          </a:stretch>
        </p:blipFill>
        <p:spPr>
          <a:xfrm>
            <a:off x="3671350" y="1167044"/>
            <a:ext cx="1218912" cy="112884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6CFF3D9-D9BE-2E4F-D250-8FFA5F1C60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651" y="1135854"/>
            <a:ext cx="3588848" cy="1160031"/>
          </a:xfrm>
          <a:prstGeom prst="rect">
            <a:avLst/>
          </a:prstGeom>
        </p:spPr>
      </p:pic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FA577E6C-6E7A-08A9-B02F-A088F226D7F1}"/>
              </a:ext>
            </a:extLst>
          </p:cNvPr>
          <p:cNvGrpSpPr/>
          <p:nvPr/>
        </p:nvGrpSpPr>
        <p:grpSpPr>
          <a:xfrm>
            <a:off x="281882" y="2793176"/>
            <a:ext cx="6883808" cy="1110587"/>
            <a:chOff x="281882" y="2793176"/>
            <a:chExt cx="6883808" cy="1110587"/>
          </a:xfrm>
        </p:grpSpPr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08EF4AD1-B50F-1308-1172-D60778A6D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8235" y="2878050"/>
              <a:ext cx="2488468" cy="102571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05EEE7AE-9648-66B5-C450-4D0641113558}"/>
                    </a:ext>
                  </a:extLst>
                </p:cNvPr>
                <p:cNvSpPr txBox="1"/>
                <p:nvPr/>
              </p:nvSpPr>
              <p:spPr>
                <a:xfrm>
                  <a:off x="281882" y="2793176"/>
                  <a:ext cx="6883808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trick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now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how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we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choose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input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b="1" i="1" dirty="0" smtClean="0">
                          <a:solidFill>
                            <a:srgbClr val="00765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𝒖</m:t>
                      </m:r>
                      <m:r>
                        <a:rPr lang="de-CH" b="1" i="0" dirty="0" smtClean="0">
                          <a:solidFill>
                            <a:srgbClr val="00765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introduce a virtual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control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input</a:t>
                  </a:r>
                  <a:r>
                    <a:rPr lang="de-CH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</m:oMath>
                  </a14:m>
                  <a:endParaRPr lang="de-CH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de-CH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en-US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05EEE7AE-9648-66B5-C450-4D06411135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882" y="2793176"/>
                  <a:ext cx="6883808" cy="738664"/>
                </a:xfrm>
                <a:prstGeom prst="rect">
                  <a:avLst/>
                </a:prstGeom>
                <a:blipFill>
                  <a:blip r:embed="rId8"/>
                  <a:stretch>
                    <a:fillRect l="-185" t="-16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B802DB1-B626-97B9-4519-18DAA1C76095}"/>
              </a:ext>
            </a:extLst>
          </p:cNvPr>
          <p:cNvGrpSpPr/>
          <p:nvPr/>
        </p:nvGrpSpPr>
        <p:grpSpPr>
          <a:xfrm>
            <a:off x="3195734" y="3012022"/>
            <a:ext cx="4367413" cy="1218833"/>
            <a:chOff x="3195734" y="3012022"/>
            <a:chExt cx="4367413" cy="1218833"/>
          </a:xfrm>
        </p:grpSpPr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D80083C0-8800-EC11-2571-962065972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5348"/>
            <a:stretch>
              <a:fillRect/>
            </a:stretch>
          </p:blipFill>
          <p:spPr>
            <a:xfrm>
              <a:off x="4719757" y="3012022"/>
              <a:ext cx="2843390" cy="1218833"/>
            </a:xfrm>
            <a:prstGeom prst="rect">
              <a:avLst/>
            </a:prstGeom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BAF90A4E-C07A-7FD8-020F-9AC12A049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r="75026" b="54378"/>
            <a:stretch>
              <a:fillRect/>
            </a:stretch>
          </p:blipFill>
          <p:spPr>
            <a:xfrm>
              <a:off x="3195734" y="3154980"/>
              <a:ext cx="951231" cy="5560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469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5A22BA07-E314-55E7-C56B-4CE161E4B4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707"/>
          <a:stretch>
            <a:fillRect/>
          </a:stretch>
        </p:blipFill>
        <p:spPr>
          <a:xfrm>
            <a:off x="3568651" y="947773"/>
            <a:ext cx="4215215" cy="57064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AFAB0EF-47A6-E92C-F404-B26C3C4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CC6F48-68E8-FA8F-501D-8D4853FAF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30476"/>
            <a:ext cx="7886700" cy="328583"/>
          </a:xfrm>
        </p:spPr>
        <p:txBody>
          <a:bodyPr>
            <a:normAutofit/>
          </a:bodyPr>
          <a:lstStyle/>
          <a:p>
            <a:r>
              <a:rPr lang="en-US" sz="1400"/>
              <a:t>Design a stabilizing feedback law: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353FEC-A9F6-2E0D-6C87-CB2196B0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A3EA6B-4FF9-724A-490F-B87B7766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355E64-2EF7-7B65-4807-4E2AFE0D33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48" t="12323" r="52347" b="2735"/>
          <a:stretch>
            <a:fillRect/>
          </a:stretch>
        </p:blipFill>
        <p:spPr>
          <a:xfrm>
            <a:off x="4441372" y="18336"/>
            <a:ext cx="873149" cy="106401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2D6149B-81B6-3860-7417-78B32AEEA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022" y="245180"/>
            <a:ext cx="3471970" cy="61032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2A25D7E-8F88-298D-B79E-37898657EA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657" b="7316"/>
          <a:stretch>
            <a:fillRect/>
          </a:stretch>
        </p:blipFill>
        <p:spPr>
          <a:xfrm>
            <a:off x="728770" y="1515827"/>
            <a:ext cx="4434496" cy="11251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694EA8A-0E7E-1B7E-D171-9B7DA1CF38AD}"/>
                  </a:ext>
                </a:extLst>
              </p:cNvPr>
              <p:cNvSpPr txBox="1"/>
              <p:nvPr/>
            </p:nvSpPr>
            <p:spPr>
              <a:xfrm>
                <a:off x="728770" y="2779121"/>
                <a:ext cx="3926075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⇒</m:t>
                    </m:r>
                  </m:oMath>
                </a14:m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Eigenvalues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can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chosen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freely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Can’t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we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just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use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this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for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any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nonlinear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system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?</a:t>
                </a:r>
              </a:p>
              <a:p>
                <a:endParaRPr lang="en-US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694EA8A-0E7E-1B7E-D171-9B7DA1CF3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70" y="2779121"/>
                <a:ext cx="3926075" cy="738664"/>
              </a:xfrm>
              <a:prstGeom prst="rect">
                <a:avLst/>
              </a:prstGeom>
              <a:blipFill>
                <a:blip r:embed="rId5"/>
                <a:stretch>
                  <a:fillRect l="-645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52F7FBC-3D6A-7E26-C4DC-D52D9EC59156}"/>
              </a:ext>
            </a:extLst>
          </p:cNvPr>
          <p:cNvGrpSpPr/>
          <p:nvPr/>
        </p:nvGrpSpPr>
        <p:grpSpPr>
          <a:xfrm>
            <a:off x="728770" y="3377093"/>
            <a:ext cx="7839897" cy="1126411"/>
            <a:chOff x="728770" y="3377093"/>
            <a:chExt cx="7839897" cy="1126411"/>
          </a:xfrm>
        </p:grpSpPr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9C7FDD55-7FB8-EE0A-D192-24DEEC37E213}"/>
                </a:ext>
              </a:extLst>
            </p:cNvPr>
            <p:cNvSpPr txBox="1"/>
            <p:nvPr/>
          </p:nvSpPr>
          <p:spPr>
            <a:xfrm>
              <a:off x="728770" y="3377093"/>
              <a:ext cx="531748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Designing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a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control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law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like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this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requires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some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assumptions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We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know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the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system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well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enough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to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allow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for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state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feedback</a:t>
              </a:r>
              <a:endParaRPr lang="de-CH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The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system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must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have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a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certain</a:t>
              </a:r>
              <a:r>
                <a:rPr lang="de-CH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latin typeface="Segoe UI" panose="020B0502040204020203" pitchFamily="34" charset="0"/>
                  <a:cs typeface="Segoe UI" panose="020B0502040204020203" pitchFamily="34" charset="0"/>
                </a:rPr>
                <a:t>structure</a:t>
              </a:r>
              <a:endParaRPr lang="de-CH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ADCC1E36-4965-1BB1-C3DD-609468CF4473}"/>
                </a:ext>
              </a:extLst>
            </p:cNvPr>
            <p:cNvSpPr txBox="1"/>
            <p:nvPr/>
          </p:nvSpPr>
          <p:spPr>
            <a:xfrm>
              <a:off x="1351627" y="4195727"/>
              <a:ext cx="72170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Systems </a:t>
              </a:r>
              <a:r>
                <a:rPr lang="de-CH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</a:t>
              </a:r>
              <a:r>
                <a:rPr lang="de-CH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which</a:t>
              </a:r>
              <a:r>
                <a:rPr lang="de-CH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we</a:t>
              </a:r>
              <a:r>
                <a:rPr lang="de-CH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can</a:t>
              </a:r>
              <a:r>
                <a:rPr lang="de-CH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apply</a:t>
              </a:r>
              <a:r>
                <a:rPr lang="de-CH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feedback</a:t>
              </a:r>
              <a:r>
                <a:rPr lang="de-CH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linearization</a:t>
              </a:r>
              <a:r>
                <a:rPr lang="de-CH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have</a:t>
              </a:r>
              <a:r>
                <a:rPr lang="de-CH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a </a:t>
              </a:r>
              <a:r>
                <a:rPr lang="de-CH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geometric</a:t>
              </a:r>
              <a:r>
                <a:rPr lang="de-CH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property</a:t>
              </a:r>
              <a:r>
                <a:rPr lang="de-CH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called</a:t>
              </a:r>
              <a:r>
                <a:rPr lang="de-CH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  <p:cxnSp>
          <p:nvCxnSpPr>
            <p:cNvPr id="17" name="Gewinkelte Verbindung 16">
              <a:extLst>
                <a:ext uri="{FF2B5EF4-FFF2-40B4-BE49-F238E27FC236}">
                  <a16:creationId xmlns:a16="http://schemas.microsoft.com/office/drawing/2014/main" id="{7ED29F34-79F2-8C39-C3E1-438D06E03C8A}"/>
                </a:ext>
              </a:extLst>
            </p:cNvPr>
            <p:cNvCxnSpPr>
              <a:cxnSpLocks/>
            </p:cNvCxnSpPr>
            <p:nvPr/>
          </p:nvCxnSpPr>
          <p:spPr>
            <a:xfrm>
              <a:off x="845648" y="4115757"/>
              <a:ext cx="505979" cy="215443"/>
            </a:xfrm>
            <a:prstGeom prst="bentConnector3">
              <a:avLst>
                <a:gd name="adj1" fmla="val 1084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316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CA6A9C-8169-A56C-48F9-3CD129A64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2596"/>
            <a:ext cx="7886700" cy="994172"/>
          </a:xfrm>
        </p:spPr>
        <p:txBody>
          <a:bodyPr/>
          <a:lstStyle/>
          <a:p>
            <a:r>
              <a:rPr lang="en-US"/>
              <a:t>Differential Flatness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0DF3A86-FE97-0AF3-1355-C1BB15D1C8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92292"/>
                <a:ext cx="7886700" cy="32895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600"/>
                  <a:t> </a:t>
                </a:r>
                <a:r>
                  <a:rPr lang="en-US" sz="1600" err="1"/>
                  <a:t>iff</a:t>
                </a:r>
                <a:r>
                  <a:rPr lang="en-US" sz="1600"/>
                  <a:t> a system is differential flat, we can apply feedback linearization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0DF3A86-FE97-0AF3-1355-C1BB15D1C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92292"/>
                <a:ext cx="7886700" cy="328952"/>
              </a:xfrm>
              <a:blipFill>
                <a:blip r:embed="rId2"/>
                <a:stretch>
                  <a:fillRect t="-14815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F93F6F-4EE9-9798-7151-356F63F7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500783-DF51-72FE-C378-37BA89177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4F6C27E2-3AFB-6504-63F7-5814212CA661}"/>
              </a:ext>
            </a:extLst>
          </p:cNvPr>
          <p:cNvGrpSpPr/>
          <p:nvPr/>
        </p:nvGrpSpPr>
        <p:grpSpPr>
          <a:xfrm>
            <a:off x="628650" y="1366245"/>
            <a:ext cx="8301073" cy="937065"/>
            <a:chOff x="628650" y="1366245"/>
            <a:chExt cx="8301073" cy="9370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Inhaltsplatzhalter 2">
                  <a:extLst>
                    <a:ext uri="{FF2B5EF4-FFF2-40B4-BE49-F238E27FC236}">
                      <a16:creationId xmlns:a16="http://schemas.microsoft.com/office/drawing/2014/main" id="{529D905C-55C1-4EB2-3B9C-3EEFC184E01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8650" y="1974358"/>
                  <a:ext cx="8301073" cy="32895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ClrTx/>
                    <a:buFont typeface="Arial" panose="020B0604020202020204" pitchFamily="34" charset="0"/>
                    <a:buNone/>
                  </a:pPr>
                  <a:r>
                    <a:rPr lang="en-US" sz="1600"/>
                    <a:t>is differentially flat, if one can compute all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1600"/>
                    <a:t> and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a14:m>
                  <a:r>
                    <a:rPr lang="en-US" sz="1600"/>
                    <a:t> as a function of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1600"/>
                    <a:t> and derivatives of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7" name="Inhaltsplatzhalter 2">
                  <a:extLst>
                    <a:ext uri="{FF2B5EF4-FFF2-40B4-BE49-F238E27FC236}">
                      <a16:creationId xmlns:a16="http://schemas.microsoft.com/office/drawing/2014/main" id="{529D905C-55C1-4EB2-3B9C-3EEFC184E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1974358"/>
                  <a:ext cx="8301073" cy="328952"/>
                </a:xfrm>
                <a:prstGeom prst="rect">
                  <a:avLst/>
                </a:prstGeom>
                <a:blipFill>
                  <a:blip r:embed="rId3"/>
                  <a:stretch>
                    <a:fillRect l="-305" t="-11111" b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F63E0577-383F-1274-9970-FE8E1718AC2F}"/>
                </a:ext>
              </a:extLst>
            </p:cNvPr>
            <p:cNvGrpSpPr/>
            <p:nvPr/>
          </p:nvGrpSpPr>
          <p:grpSpPr>
            <a:xfrm>
              <a:off x="628650" y="1366245"/>
              <a:ext cx="5595617" cy="593927"/>
              <a:chOff x="635524" y="1473495"/>
              <a:chExt cx="5595617" cy="593927"/>
            </a:xfrm>
          </p:grpSpPr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9C95BDE9-E692-EDD6-22A2-331146F6C6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5524" y="1538406"/>
                <a:ext cx="1372030" cy="2692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Arial" panose="020B0604020202020204" pitchFamily="34" charset="0"/>
                  <a:buNone/>
                </a:pPr>
                <a:r>
                  <a:rPr lang="en-US" sz="1600"/>
                  <a:t>Def.: A system</a:t>
                </a:r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feld 7">
                    <a:extLst>
                      <a:ext uri="{FF2B5EF4-FFF2-40B4-BE49-F238E27FC236}">
                        <a16:creationId xmlns:a16="http://schemas.microsoft.com/office/drawing/2014/main" id="{EA0E301E-D7CF-48D5-7D55-9FEBC8E703DF}"/>
                      </a:ext>
                    </a:extLst>
                  </p:cNvPr>
                  <p:cNvSpPr txBox="1"/>
                  <p:nvPr/>
                </p:nvSpPr>
                <p:spPr>
                  <a:xfrm>
                    <a:off x="2007554" y="1473495"/>
                    <a:ext cx="1372031" cy="5939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oMath>
                      </m:oMathPara>
                    </a14:m>
                    <a:endParaRPr lang="de-CH" sz="1600" i="1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oMath>
                      </m:oMathPara>
                    </a14:m>
                    <a:endParaRPr lang="de-CH" sz="1600" i="1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" name="Textfeld 7">
                    <a:extLst>
                      <a:ext uri="{FF2B5EF4-FFF2-40B4-BE49-F238E27FC236}">
                        <a16:creationId xmlns:a16="http://schemas.microsoft.com/office/drawing/2014/main" id="{EA0E301E-D7CF-48D5-7D55-9FEBC8E703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07554" y="1473495"/>
                    <a:ext cx="1372031" cy="59392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Inhaltsplatzhalter 2">
                    <a:extLst>
                      <a:ext uri="{FF2B5EF4-FFF2-40B4-BE49-F238E27FC236}">
                        <a16:creationId xmlns:a16="http://schemas.microsoft.com/office/drawing/2014/main" id="{1B40A68B-DF74-8EF9-0E07-AF68F03FB91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272089" y="1729010"/>
                    <a:ext cx="2959052" cy="328952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rmAutofit/>
                  </a:bodyPr>
                  <a:lstStyle>
                    <a:lvl1pPr marL="1714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1pPr>
                    <a:lvl2pPr marL="5143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50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2pPr>
                    <a:lvl3pPr marL="8572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20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3pPr>
                    <a:lvl4pPr marL="12001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05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4pPr>
                    <a:lvl5pPr marL="15430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90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>
                      <a:buClrTx/>
                      <a:buFont typeface="Arial" panose="020B0604020202020204" pitchFamily="34" charset="0"/>
                      <a:buNone/>
                    </a:pPr>
                    <a14:m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a14:m>
                    <a:r>
                      <a:rPr lang="en-US" sz="1600"/>
                      <a:t> </a:t>
                    </a:r>
                    <a:r>
                      <a:rPr lang="en-US" sz="1600">
                        <a:solidFill>
                          <a:srgbClr val="007650"/>
                        </a:solidFill>
                      </a:rPr>
                      <a:t>"flat output"</a:t>
                    </a:r>
                  </a:p>
                </p:txBody>
              </p:sp>
            </mc:Choice>
            <mc:Fallback xmlns="">
              <p:sp>
                <p:nvSpPr>
                  <p:cNvPr id="9" name="Inhaltsplatzhalter 2">
                    <a:extLst>
                      <a:ext uri="{FF2B5EF4-FFF2-40B4-BE49-F238E27FC236}">
                        <a16:creationId xmlns:a16="http://schemas.microsoft.com/office/drawing/2014/main" id="{1B40A68B-DF74-8EF9-0E07-AF68F03FB9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72089" y="1729010"/>
                    <a:ext cx="2959052" cy="32895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1111" b="-185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Inhaltsplatzhalter 2">
                <a:extLst>
                  <a:ext uri="{FF2B5EF4-FFF2-40B4-BE49-F238E27FC236}">
                    <a16:creationId xmlns:a16="http://schemas.microsoft.com/office/drawing/2014/main" id="{68AFCD74-1800-1701-AA29-10E80DDAE9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1" y="2396136"/>
                <a:ext cx="5682772" cy="7527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600"/>
                  <a:t> there is a mapping, </a:t>
                </a:r>
                <a:r>
                  <a:rPr lang="en-US" sz="1600" err="1"/>
                  <a:t>s.t.</a:t>
                </a:r>
                <a:r>
                  <a:rPr lang="en-US" sz="160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de-CH" sz="1600" b="0" i="1" dirty="0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,…</m:t>
                        </m:r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de-CH" sz="16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CH" sz="1600" i="1" dirty="0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̂"/>
                        <m:ctrlPr>
                          <a:rPr lang="de-CH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acc>
                    <m:r>
                      <a:rPr lang="de-CH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CH" sz="1600" i="0" dirty="0">
                        <a:latin typeface="Cambria Math" panose="02040503050406030204" pitchFamily="18" charset="0"/>
                      </a:rPr>
                      <m:t>finit</m:t>
                    </m:r>
                    <m:r>
                      <m:rPr>
                        <m:nor/>
                      </m:rPr>
                      <a:rPr lang="de-CH" sz="1600" b="0" i="0" dirty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endParaRPr lang="en-US" sz="160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r>
                  <a:rPr lang="en-US" sz="1600">
                    <a:solidFill>
                      <a:srgbClr val="FF0000"/>
                    </a:solidFill>
                  </a:rPr>
                  <a:t>Note:</a:t>
                </a:r>
                <a:r>
                  <a:rPr lang="en-US" sz="1600"/>
                  <a:t> the flat output y is not necessarily the system output </a:t>
                </a:r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/>
              </a:p>
            </p:txBody>
          </p:sp>
        </mc:Choice>
        <mc:Fallback xmlns="">
          <p:sp>
            <p:nvSpPr>
              <p:cNvPr id="11" name="Inhaltsplatzhalter 2">
                <a:extLst>
                  <a:ext uri="{FF2B5EF4-FFF2-40B4-BE49-F238E27FC236}">
                    <a16:creationId xmlns:a16="http://schemas.microsoft.com/office/drawing/2014/main" id="{68AFCD74-1800-1701-AA29-10E80DDAE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2396136"/>
                <a:ext cx="5682772" cy="752700"/>
              </a:xfrm>
              <a:prstGeom prst="rect">
                <a:avLst/>
              </a:prstGeom>
              <a:blipFill>
                <a:blip r:embed="rId6"/>
                <a:stretch>
                  <a:fillRect l="-446" t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2D9F2F0-79E9-74A5-0E92-B7E2B147D414}"/>
              </a:ext>
            </a:extLst>
          </p:cNvPr>
          <p:cNvGrpSpPr/>
          <p:nvPr/>
        </p:nvGrpSpPr>
        <p:grpSpPr>
          <a:xfrm>
            <a:off x="628650" y="3283518"/>
            <a:ext cx="4479685" cy="1475475"/>
            <a:chOff x="628650" y="3283518"/>
            <a:chExt cx="4479685" cy="1475475"/>
          </a:xfrm>
        </p:grpSpPr>
        <p:sp>
          <p:nvSpPr>
            <p:cNvPr id="13" name="Inhaltsplatzhalter 2">
              <a:extLst>
                <a:ext uri="{FF2B5EF4-FFF2-40B4-BE49-F238E27FC236}">
                  <a16:creationId xmlns:a16="http://schemas.microsoft.com/office/drawing/2014/main" id="{AD84DC5B-03B4-3C7F-2138-1E8B57DCFF69}"/>
                </a:ext>
              </a:extLst>
            </p:cNvPr>
            <p:cNvSpPr txBox="1">
              <a:spLocks/>
            </p:cNvSpPr>
            <p:nvPr/>
          </p:nvSpPr>
          <p:spPr>
            <a:xfrm>
              <a:off x="628650" y="3283518"/>
              <a:ext cx="4479685" cy="32895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None/>
              </a:pPr>
              <a:r>
                <a:rPr lang="en-US" sz="1600" i="1" u="sng"/>
                <a:t>Example:</a:t>
              </a:r>
              <a:r>
                <a:rPr lang="en-US" sz="1600"/>
                <a:t> is the pendulum differentially flat?</a:t>
              </a:r>
            </a:p>
            <a:p>
              <a:pPr marL="0" indent="0">
                <a:buClrTx/>
                <a:buNone/>
              </a:pPr>
              <a:r>
                <a:rPr lang="en-US" sz="1600"/>
                <a:t> </a:t>
              </a:r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AEFBB4EF-26C1-0051-5518-682F6053A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42996"/>
            <a:stretch>
              <a:fillRect/>
            </a:stretch>
          </p:blipFill>
          <p:spPr>
            <a:xfrm>
              <a:off x="628650" y="3598962"/>
              <a:ext cx="2045798" cy="1160031"/>
            </a:xfrm>
            <a:prstGeom prst="rect">
              <a:avLst/>
            </a:prstGeom>
          </p:spPr>
        </p:pic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C9BE6DEE-623E-F04B-A147-42C207E24D3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6758"/>
          <a:stretch>
            <a:fillRect/>
          </a:stretch>
        </p:blipFill>
        <p:spPr>
          <a:xfrm>
            <a:off x="3028949" y="3654503"/>
            <a:ext cx="1803027" cy="1026877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066A3B0-37D7-245D-D51A-82BBCF50FFC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8146"/>
          <a:stretch>
            <a:fillRect/>
          </a:stretch>
        </p:blipFill>
        <p:spPr>
          <a:xfrm>
            <a:off x="5186477" y="3665538"/>
            <a:ext cx="3355010" cy="102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5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8DD0CBA2-2080-5B1F-CC80-AD7B973C0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6084" y="65286"/>
            <a:ext cx="1851092" cy="1164973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D8ED82B7-A9D6-9904-0F3F-E098BDF2F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89" y="3055738"/>
            <a:ext cx="5399895" cy="178176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379FCA8-28FF-8AE4-CCCB-214FAF283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911211"/>
            <a:ext cx="2569182" cy="134004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437B8ED-1188-ABDA-7222-29340D250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41"/>
            <a:ext cx="7886700" cy="994172"/>
          </a:xfrm>
        </p:spPr>
        <p:txBody>
          <a:bodyPr/>
          <a:lstStyle/>
          <a:p>
            <a:r>
              <a:rPr lang="en-US"/>
              <a:t>Last Example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36C205-1814-9B5F-98BC-164B0E519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496DBE-F058-B093-A004-177C9E8C5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62EF7A7-A4A9-A59F-74A5-38CC93285445}"/>
                  </a:ext>
                </a:extLst>
              </p:cNvPr>
              <p:cNvSpPr txBox="1"/>
              <p:nvPr/>
            </p:nvSpPr>
            <p:spPr>
              <a:xfrm>
                <a:off x="4221630" y="1319486"/>
                <a:ext cx="455439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Check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whether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all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states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inputs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can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expressed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through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a flat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output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its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derivatives</a:t>
                </a:r>
              </a:p>
              <a:p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  If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yes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system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is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latin typeface="Segoe UI" panose="020B0502040204020203" pitchFamily="34" charset="0"/>
                    <a:cs typeface="Segoe UI" panose="020B0502040204020203" pitchFamily="34" charset="0"/>
                  </a:rPr>
                  <a:t>differentially</a:t>
                </a:r>
                <a:r>
                  <a:rPr lang="de-CH">
                    <a:latin typeface="Segoe UI" panose="020B0502040204020203" pitchFamily="34" charset="0"/>
                    <a:cs typeface="Segoe UI" panose="020B0502040204020203" pitchFamily="34" charset="0"/>
                  </a:rPr>
                  <a:t> flat</a:t>
                </a:r>
              </a:p>
              <a:p>
                <a:endParaRPr lang="en-US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62EF7A7-A4A9-A59F-74A5-38CC93285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630" y="1319486"/>
                <a:ext cx="4554399" cy="954107"/>
              </a:xfrm>
              <a:prstGeom prst="rect">
                <a:avLst/>
              </a:prstGeom>
              <a:blipFill>
                <a:blip r:embed="rId5"/>
                <a:stretch>
                  <a:fillRect l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3B21854F-1042-DDD2-E96B-029302C4C818}"/>
                  </a:ext>
                </a:extLst>
              </p14:cNvPr>
              <p14:cNvContentPartPr/>
              <p14:nvPr/>
            </p14:nvContentPartPr>
            <p14:xfrm>
              <a:off x="628650" y="2335969"/>
              <a:ext cx="676800" cy="21060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3B21854F-1042-DDD2-E96B-029302C4C8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7850" y="2325169"/>
                <a:ext cx="69804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16ECC8C2-E213-209B-9C8E-3AD23856717F}"/>
                  </a:ext>
                </a:extLst>
              </p14:cNvPr>
              <p14:cNvContentPartPr/>
              <p14:nvPr/>
            </p14:nvContentPartPr>
            <p14:xfrm>
              <a:off x="1489770" y="2379889"/>
              <a:ext cx="515160" cy="214560"/>
            </p14:xfrm>
          </p:contentPart>
        </mc:Choice>
        <mc:Fallback xmlns=""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16ECC8C2-E213-209B-9C8E-3AD2385671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82210" y="2372329"/>
                <a:ext cx="53028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Freihand 29">
                <a:extLst>
                  <a:ext uri="{FF2B5EF4-FFF2-40B4-BE49-F238E27FC236}">
                    <a16:creationId xmlns:a16="http://schemas.microsoft.com/office/drawing/2014/main" id="{447F5E13-C559-1118-EB4F-F91FBED6B586}"/>
                  </a:ext>
                </a:extLst>
              </p14:cNvPr>
              <p14:cNvContentPartPr/>
              <p14:nvPr/>
            </p14:nvContentPartPr>
            <p14:xfrm>
              <a:off x="2073690" y="2393569"/>
              <a:ext cx="120240" cy="152640"/>
            </p14:xfrm>
          </p:contentPart>
        </mc:Choice>
        <mc:Fallback xmlns="">
          <p:pic>
            <p:nvPicPr>
              <p:cNvPr id="30" name="Freihand 29">
                <a:extLst>
                  <a:ext uri="{FF2B5EF4-FFF2-40B4-BE49-F238E27FC236}">
                    <a16:creationId xmlns:a16="http://schemas.microsoft.com/office/drawing/2014/main" id="{447F5E13-C559-1118-EB4F-F91FBED6B58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66130" y="2385991"/>
                <a:ext cx="135360" cy="1677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3" name="Freihand 32">
                <a:extLst>
                  <a:ext uri="{FF2B5EF4-FFF2-40B4-BE49-F238E27FC236}">
                    <a16:creationId xmlns:a16="http://schemas.microsoft.com/office/drawing/2014/main" id="{2C50946A-9CD8-60D4-2BB6-0211AF18115E}"/>
                  </a:ext>
                </a:extLst>
              </p14:cNvPr>
              <p14:cNvContentPartPr/>
              <p14:nvPr/>
            </p14:nvContentPartPr>
            <p14:xfrm>
              <a:off x="2076210" y="2469838"/>
              <a:ext cx="102240" cy="30240"/>
            </p14:xfrm>
          </p:contentPart>
        </mc:Choice>
        <mc:Fallback xmlns="">
          <p:pic>
            <p:nvPicPr>
              <p:cNvPr id="33" name="Freihand 32">
                <a:extLst>
                  <a:ext uri="{FF2B5EF4-FFF2-40B4-BE49-F238E27FC236}">
                    <a16:creationId xmlns:a16="http://schemas.microsoft.com/office/drawing/2014/main" id="{2C50946A-9CD8-60D4-2BB6-0211AF18115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68650" y="2462278"/>
                <a:ext cx="1173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4" name="Freihand 43">
                <a:extLst>
                  <a:ext uri="{FF2B5EF4-FFF2-40B4-BE49-F238E27FC236}">
                    <a16:creationId xmlns:a16="http://schemas.microsoft.com/office/drawing/2014/main" id="{09E3D770-C5D7-7925-5F64-DCAF90CD7D76}"/>
                  </a:ext>
                </a:extLst>
              </p14:cNvPr>
              <p14:cNvContentPartPr/>
              <p14:nvPr/>
            </p14:nvContentPartPr>
            <p14:xfrm>
              <a:off x="2658182" y="2337872"/>
              <a:ext cx="690840" cy="301320"/>
            </p14:xfrm>
          </p:contentPart>
        </mc:Choice>
        <mc:Fallback xmlns="">
          <p:pic>
            <p:nvPicPr>
              <p:cNvPr id="44" name="Freihand 43">
                <a:extLst>
                  <a:ext uri="{FF2B5EF4-FFF2-40B4-BE49-F238E27FC236}">
                    <a16:creationId xmlns:a16="http://schemas.microsoft.com/office/drawing/2014/main" id="{09E3D770-C5D7-7925-5F64-DCAF90CD7D7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47388" y="2327059"/>
                <a:ext cx="712069" cy="322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8" name="Freihand 47">
                <a:extLst>
                  <a:ext uri="{FF2B5EF4-FFF2-40B4-BE49-F238E27FC236}">
                    <a16:creationId xmlns:a16="http://schemas.microsoft.com/office/drawing/2014/main" id="{1B3FA9A5-2CE8-D8B6-E65D-D976876C1C50}"/>
                  </a:ext>
                </a:extLst>
              </p14:cNvPr>
              <p14:cNvContentPartPr/>
              <p14:nvPr/>
            </p14:nvContentPartPr>
            <p14:xfrm>
              <a:off x="3509942" y="2343272"/>
              <a:ext cx="253800" cy="235440"/>
            </p14:xfrm>
          </p:contentPart>
        </mc:Choice>
        <mc:Fallback xmlns="">
          <p:pic>
            <p:nvPicPr>
              <p:cNvPr id="48" name="Freihand 47">
                <a:extLst>
                  <a:ext uri="{FF2B5EF4-FFF2-40B4-BE49-F238E27FC236}">
                    <a16:creationId xmlns:a16="http://schemas.microsoft.com/office/drawing/2014/main" id="{1B3FA9A5-2CE8-D8B6-E65D-D976876C1C5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02382" y="2335724"/>
                <a:ext cx="268920" cy="2505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0" name="Freihand 49">
                <a:extLst>
                  <a:ext uri="{FF2B5EF4-FFF2-40B4-BE49-F238E27FC236}">
                    <a16:creationId xmlns:a16="http://schemas.microsoft.com/office/drawing/2014/main" id="{7BCBE8A5-436E-4189-F764-6FDAB9425212}"/>
                  </a:ext>
                </a:extLst>
              </p14:cNvPr>
              <p14:cNvContentPartPr/>
              <p14:nvPr/>
            </p14:nvContentPartPr>
            <p14:xfrm>
              <a:off x="3849705" y="2362821"/>
              <a:ext cx="164520" cy="141120"/>
            </p14:xfrm>
          </p:contentPart>
        </mc:Choice>
        <mc:Fallback xmlns="">
          <p:pic>
            <p:nvPicPr>
              <p:cNvPr id="50" name="Freihand 49">
                <a:extLst>
                  <a:ext uri="{FF2B5EF4-FFF2-40B4-BE49-F238E27FC236}">
                    <a16:creationId xmlns:a16="http://schemas.microsoft.com/office/drawing/2014/main" id="{7BCBE8A5-436E-4189-F764-6FDAB942521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42145" y="2355261"/>
                <a:ext cx="17964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330B5EF8-46D8-4FBA-5A71-98C9DE653394}"/>
                  </a:ext>
                </a:extLst>
              </p:cNvPr>
              <p:cNvSpPr txBox="1"/>
              <p:nvPr/>
            </p:nvSpPr>
            <p:spPr>
              <a:xfrm>
                <a:off x="341865" y="2729987"/>
                <a:ext cx="77595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⇒</m:t>
                    </m:r>
                  </m:oMath>
                </a14:m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 it turns out the system is flat with the flat output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330B5EF8-46D8-4FBA-5A71-98C9DE653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65" y="2729987"/>
                <a:ext cx="7759531" cy="307777"/>
              </a:xfrm>
              <a:prstGeom prst="rect">
                <a:avLst/>
              </a:prstGeom>
              <a:blipFill>
                <a:blip r:embed="rId2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3B00AAEC-653B-6D13-3F57-81032B0F2E98}"/>
                  </a:ext>
                </a:extLst>
              </p:cNvPr>
              <p:cNvSpPr txBox="1"/>
              <p:nvPr/>
            </p:nvSpPr>
            <p:spPr>
              <a:xfrm>
                <a:off x="5943600" y="4022681"/>
                <a:ext cx="30861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CH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By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knowing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only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car’s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position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over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time,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we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can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reconstruct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all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states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inputs</a:t>
                </a:r>
                <a:r>
                  <a:rPr lang="de-CH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at all </a:t>
                </a:r>
                <a:r>
                  <a:rPr lang="de-CH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times</a:t>
                </a:r>
                <a:endParaRPr lang="de-CH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3B00AAEC-653B-6D13-3F57-81032B0F2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4022681"/>
                <a:ext cx="3086100" cy="954107"/>
              </a:xfrm>
              <a:prstGeom prst="rect">
                <a:avLst/>
              </a:prstGeom>
              <a:blipFill>
                <a:blip r:embed="rId21"/>
                <a:stretch>
                  <a:fillRect l="-823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E3669348-5B93-F910-173C-6D52F00F3120}"/>
                  </a:ext>
                </a:extLst>
              </p14:cNvPr>
              <p14:cNvContentPartPr/>
              <p14:nvPr/>
            </p14:nvContentPartPr>
            <p14:xfrm>
              <a:off x="3541800" y="2117360"/>
              <a:ext cx="60480" cy="17136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E3669348-5B93-F910-173C-6D52F00F312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31000" y="2106560"/>
                <a:ext cx="8172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6BA288B9-9746-0A2D-D51D-7800BD1345FB}"/>
                  </a:ext>
                </a:extLst>
              </p14:cNvPr>
              <p14:cNvContentPartPr/>
              <p14:nvPr/>
            </p14:nvContentPartPr>
            <p14:xfrm>
              <a:off x="3417600" y="1780040"/>
              <a:ext cx="547560" cy="21960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6BA288B9-9746-0A2D-D51D-7800BD1345F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06800" y="1769222"/>
                <a:ext cx="568800" cy="24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Freihand 36">
                <a:extLst>
                  <a:ext uri="{FF2B5EF4-FFF2-40B4-BE49-F238E27FC236}">
                    <a16:creationId xmlns:a16="http://schemas.microsoft.com/office/drawing/2014/main" id="{441345CD-03F8-CFE7-E8C7-1356C5524342}"/>
                  </a:ext>
                </a:extLst>
              </p14:cNvPr>
              <p14:cNvContentPartPr/>
              <p14:nvPr/>
            </p14:nvContentPartPr>
            <p14:xfrm>
              <a:off x="3971280" y="2524520"/>
              <a:ext cx="162000" cy="103680"/>
            </p14:xfrm>
          </p:contentPart>
        </mc:Choice>
        <mc:Fallback xmlns="">
          <p:pic>
            <p:nvPicPr>
              <p:cNvPr id="37" name="Freihand 36">
                <a:extLst>
                  <a:ext uri="{FF2B5EF4-FFF2-40B4-BE49-F238E27FC236}">
                    <a16:creationId xmlns:a16="http://schemas.microsoft.com/office/drawing/2014/main" id="{441345CD-03F8-CFE7-E8C7-1356C552434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60480" y="2513682"/>
                <a:ext cx="183240" cy="1249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8" name="Freihand 37">
                <a:extLst>
                  <a:ext uri="{FF2B5EF4-FFF2-40B4-BE49-F238E27FC236}">
                    <a16:creationId xmlns:a16="http://schemas.microsoft.com/office/drawing/2014/main" id="{53800C78-D096-DF2B-1D76-1991819894F3}"/>
                  </a:ext>
                </a:extLst>
              </p14:cNvPr>
              <p14:cNvContentPartPr/>
              <p14:nvPr/>
            </p14:nvContentPartPr>
            <p14:xfrm>
              <a:off x="3435600" y="1971920"/>
              <a:ext cx="557280" cy="124560"/>
            </p14:xfrm>
          </p:contentPart>
        </mc:Choice>
        <mc:Fallback xmlns="">
          <p:pic>
            <p:nvPicPr>
              <p:cNvPr id="38" name="Freihand 37">
                <a:extLst>
                  <a:ext uri="{FF2B5EF4-FFF2-40B4-BE49-F238E27FC236}">
                    <a16:creationId xmlns:a16="http://schemas.microsoft.com/office/drawing/2014/main" id="{53800C78-D096-DF2B-1D76-1991819894F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24793" y="1961151"/>
                <a:ext cx="578534" cy="145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013969D7-3BD9-C01E-2686-010482802E70}"/>
                  </a:ext>
                </a:extLst>
              </p14:cNvPr>
              <p14:cNvContentPartPr/>
              <p14:nvPr/>
            </p14:nvContentPartPr>
            <p14:xfrm>
              <a:off x="4187280" y="2514440"/>
              <a:ext cx="562680" cy="247320"/>
            </p14:xfrm>
          </p:contentPart>
        </mc:Choice>
        <mc:Fallback xmlns=""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013969D7-3BD9-C01E-2686-010482802E7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176487" y="2503656"/>
                <a:ext cx="583906" cy="2685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0" name="Freihand 59">
                <a:extLst>
                  <a:ext uri="{FF2B5EF4-FFF2-40B4-BE49-F238E27FC236}">
                    <a16:creationId xmlns:a16="http://schemas.microsoft.com/office/drawing/2014/main" id="{CBCB0D18-7091-826D-6EC1-E93EEB071555}"/>
                  </a:ext>
                </a:extLst>
              </p14:cNvPr>
              <p14:cNvContentPartPr/>
              <p14:nvPr/>
            </p14:nvContentPartPr>
            <p14:xfrm>
              <a:off x="4915942" y="2505345"/>
              <a:ext cx="372240" cy="194400"/>
            </p14:xfrm>
          </p:contentPart>
        </mc:Choice>
        <mc:Fallback xmlns="">
          <p:pic>
            <p:nvPicPr>
              <p:cNvPr id="60" name="Freihand 59">
                <a:extLst>
                  <a:ext uri="{FF2B5EF4-FFF2-40B4-BE49-F238E27FC236}">
                    <a16:creationId xmlns:a16="http://schemas.microsoft.com/office/drawing/2014/main" id="{CBCB0D18-7091-826D-6EC1-E93EEB07155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905142" y="2494545"/>
                <a:ext cx="3934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5" name="Freihand 74">
                <a:extLst>
                  <a:ext uri="{FF2B5EF4-FFF2-40B4-BE49-F238E27FC236}">
                    <a16:creationId xmlns:a16="http://schemas.microsoft.com/office/drawing/2014/main" id="{0EACE943-2141-723F-4EC2-CCAB113FD11F}"/>
                  </a:ext>
                </a:extLst>
              </p14:cNvPr>
              <p14:cNvContentPartPr/>
              <p14:nvPr/>
            </p14:nvContentPartPr>
            <p14:xfrm>
              <a:off x="1281404" y="2613625"/>
              <a:ext cx="783000" cy="196560"/>
            </p14:xfrm>
          </p:contentPart>
        </mc:Choice>
        <mc:Fallback xmlns="">
          <p:pic>
            <p:nvPicPr>
              <p:cNvPr id="75" name="Freihand 74">
                <a:extLst>
                  <a:ext uri="{FF2B5EF4-FFF2-40B4-BE49-F238E27FC236}">
                    <a16:creationId xmlns:a16="http://schemas.microsoft.com/office/drawing/2014/main" id="{0EACE943-2141-723F-4EC2-CCAB113FD11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70609" y="2602805"/>
                <a:ext cx="804230" cy="2178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8" name="Freihand 77">
                <a:extLst>
                  <a:ext uri="{FF2B5EF4-FFF2-40B4-BE49-F238E27FC236}">
                    <a16:creationId xmlns:a16="http://schemas.microsoft.com/office/drawing/2014/main" id="{12506C09-A83F-3CDB-890F-D1C258A3952F}"/>
                  </a:ext>
                </a:extLst>
              </p14:cNvPr>
              <p14:cNvContentPartPr/>
              <p14:nvPr/>
            </p14:nvContentPartPr>
            <p14:xfrm>
              <a:off x="2103258" y="2274229"/>
              <a:ext cx="41040" cy="93960"/>
            </p14:xfrm>
          </p:contentPart>
        </mc:Choice>
        <mc:Fallback xmlns="">
          <p:pic>
            <p:nvPicPr>
              <p:cNvPr id="78" name="Freihand 77">
                <a:extLst>
                  <a:ext uri="{FF2B5EF4-FFF2-40B4-BE49-F238E27FC236}">
                    <a16:creationId xmlns:a16="http://schemas.microsoft.com/office/drawing/2014/main" id="{12506C09-A83F-3CDB-890F-D1C258A3952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92458" y="2263429"/>
                <a:ext cx="6228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4" name="Freihand 93">
                <a:extLst>
                  <a:ext uri="{FF2B5EF4-FFF2-40B4-BE49-F238E27FC236}">
                    <a16:creationId xmlns:a16="http://schemas.microsoft.com/office/drawing/2014/main" id="{DC5E0427-9936-8A0B-5118-99FA8E051FEF}"/>
                  </a:ext>
                </a:extLst>
              </p14:cNvPr>
              <p14:cNvContentPartPr/>
              <p14:nvPr/>
            </p14:nvContentPartPr>
            <p14:xfrm>
              <a:off x="1586298" y="2158669"/>
              <a:ext cx="711360" cy="115920"/>
            </p14:xfrm>
          </p:contentPart>
        </mc:Choice>
        <mc:Fallback xmlns="">
          <p:pic>
            <p:nvPicPr>
              <p:cNvPr id="94" name="Freihand 93">
                <a:extLst>
                  <a:ext uri="{FF2B5EF4-FFF2-40B4-BE49-F238E27FC236}">
                    <a16:creationId xmlns:a16="http://schemas.microsoft.com/office/drawing/2014/main" id="{DC5E0427-9936-8A0B-5118-99FA8E051FE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75503" y="2147869"/>
                <a:ext cx="732589" cy="13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322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2236-C78D-1583-548D-CDC22CC0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99514"/>
            <a:ext cx="6858000" cy="1790700"/>
          </a:xfrm>
        </p:spPr>
        <p:txBody>
          <a:bodyPr/>
          <a:lstStyle/>
          <a:p>
            <a:r>
              <a:rPr lang="de-DE"/>
              <a:t>Feedback?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38DF9A-4CB3-2931-74A1-D2FC05310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589" y="2494113"/>
            <a:ext cx="8342822" cy="1241822"/>
          </a:xfrm>
        </p:spPr>
        <p:txBody>
          <a:bodyPr>
            <a:normAutofit/>
          </a:bodyPr>
          <a:lstStyle/>
          <a:p>
            <a:r>
              <a:rPr lang="de-DE" err="1"/>
              <a:t>Too</a:t>
            </a:r>
            <a:r>
              <a:rPr lang="de-DE"/>
              <a:t> fast? </a:t>
            </a:r>
            <a:r>
              <a:rPr lang="de-DE" err="1"/>
              <a:t>Too</a:t>
            </a:r>
            <a:r>
              <a:rPr lang="de-DE"/>
              <a:t> slow? </a:t>
            </a:r>
            <a:r>
              <a:rPr lang="de-DE" err="1"/>
              <a:t>Less</a:t>
            </a:r>
            <a:r>
              <a:rPr lang="de-DE"/>
              <a:t> </a:t>
            </a:r>
            <a:r>
              <a:rPr lang="de-DE" err="1"/>
              <a:t>theory</a:t>
            </a:r>
            <a:r>
              <a:rPr lang="de-DE"/>
              <a:t>,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exercises</a:t>
            </a:r>
            <a:r>
              <a:rPr lang="de-DE"/>
              <a:t>?</a:t>
            </a:r>
          </a:p>
          <a:p>
            <a:r>
              <a:rPr lang="de-DE"/>
              <a:t>I </a:t>
            </a:r>
            <a:r>
              <a:rPr lang="de-DE" err="1"/>
              <a:t>would</a:t>
            </a:r>
            <a:r>
              <a:rPr lang="de-DE"/>
              <a:t> </a:t>
            </a:r>
            <a:r>
              <a:rPr lang="de-DE" err="1"/>
              <a:t>appreciate</a:t>
            </a:r>
            <a:r>
              <a:rPr lang="de-DE"/>
              <a:t> 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feedback</a:t>
            </a:r>
            <a:r>
              <a:rPr lang="de-DE"/>
              <a:t>. </a:t>
            </a:r>
            <a:r>
              <a:rPr lang="de-DE" err="1"/>
              <a:t>Please</a:t>
            </a:r>
            <a:r>
              <a:rPr lang="de-DE"/>
              <a:t> </a:t>
            </a:r>
            <a:r>
              <a:rPr lang="de-DE" err="1"/>
              <a:t>let</a:t>
            </a:r>
            <a:r>
              <a:rPr lang="de-DE"/>
              <a:t> </a:t>
            </a:r>
            <a:r>
              <a:rPr lang="de-DE" err="1"/>
              <a:t>me</a:t>
            </a:r>
            <a:r>
              <a:rPr lang="de-DE"/>
              <a:t> </a:t>
            </a:r>
            <a:r>
              <a:rPr lang="de-DE" err="1"/>
              <a:t>know</a:t>
            </a:r>
            <a:r>
              <a:rPr lang="de-DE"/>
              <a:t>.</a:t>
            </a: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382365-2B79-A2DC-45B8-AA3C069F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4564F6-4B5F-BBD9-45BC-F1FCCD4F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59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10162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EA"/>
      </a:accent2>
      <a:accent3>
        <a:srgbClr val="47DE13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1983</Words>
  <Application>Microsoft Macintosh PowerPoint</Application>
  <PresentationFormat>Bildschirmpräsentation (16:9)</PresentationFormat>
  <Paragraphs>246</Paragraphs>
  <Slides>30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8" baseType="lpstr">
      <vt:lpstr>Quattrocento Sans</vt:lpstr>
      <vt:lpstr>Arial</vt:lpstr>
      <vt:lpstr>Calibri</vt:lpstr>
      <vt:lpstr>Cambria Math</vt:lpstr>
      <vt:lpstr>Segoe UI Light</vt:lpstr>
      <vt:lpstr>Segoe UI</vt:lpstr>
      <vt:lpstr>Segoe UI Semibold</vt:lpstr>
      <vt:lpstr>Office Theme</vt:lpstr>
      <vt:lpstr>CS2 Week 7 Empty</vt:lpstr>
      <vt:lpstr>Exercise Classes</vt:lpstr>
      <vt:lpstr>Course Schedule</vt:lpstr>
      <vt:lpstr>Today</vt:lpstr>
      <vt:lpstr>1. Nonlinear Systems</vt:lpstr>
      <vt:lpstr>Nonlinear Systems</vt:lpstr>
      <vt:lpstr>Nonlinear Systems</vt:lpstr>
      <vt:lpstr>Nonlinear Systems</vt:lpstr>
      <vt:lpstr>Notions of Stability</vt:lpstr>
      <vt:lpstr>2. Lyapunov Stability</vt:lpstr>
      <vt:lpstr>Lyapunov's Indirect Method</vt:lpstr>
      <vt:lpstr>Lyapunov's Direct Method</vt:lpstr>
      <vt:lpstr>Lyapunov Equation</vt:lpstr>
      <vt:lpstr>Exam Question</vt:lpstr>
      <vt:lpstr>PowerPoint-Präsentation</vt:lpstr>
      <vt:lpstr>LaSalles Invariance Principle</vt:lpstr>
      <vt:lpstr>Example</vt:lpstr>
      <vt:lpstr>Global Stability</vt:lpstr>
      <vt:lpstr>Control Lyapunov Functions</vt:lpstr>
      <vt:lpstr>Exam Question </vt:lpstr>
      <vt:lpstr>Exam Question</vt:lpstr>
      <vt:lpstr>PowerPoint-Präsentation</vt:lpstr>
      <vt:lpstr>Exam Question</vt:lpstr>
      <vt:lpstr>3. Feedback Linearization</vt:lpstr>
      <vt:lpstr>Intuition</vt:lpstr>
      <vt:lpstr>Example</vt:lpstr>
      <vt:lpstr>Example</vt:lpstr>
      <vt:lpstr>Differential Flatness</vt:lpstr>
      <vt:lpstr>Last Example</vt:lpstr>
      <vt:lpstr>Feedback?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12</dc:title>
  <dc:creator>Julian 2</dc:creator>
  <cp:lastModifiedBy>Varatharajan  Kissan</cp:lastModifiedBy>
  <cp:revision>3</cp:revision>
  <dcterms:modified xsi:type="dcterms:W3CDTF">2026-04-03T06:33:26Z</dcterms:modified>
</cp:coreProperties>
</file>