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notesSlides/notesSlide7.xml" ContentType="application/vnd.openxmlformats-officedocument.presentationml.notesSlide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notesSlides/notesSlide8.xml" ContentType="application/vnd.openxmlformats-officedocument.presentationml.notesSlide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notesSlides/notesSlide9.xml" ContentType="application/vnd.openxmlformats-officedocument.presentationml.notesSlide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notesMasterIdLst>
    <p:notesMasterId r:id="rId32"/>
  </p:notesMasterIdLst>
  <p:handoutMasterIdLst>
    <p:handoutMasterId r:id="rId33"/>
  </p:handoutMasterIdLst>
  <p:sldIdLst>
    <p:sldId id="256" r:id="rId2"/>
    <p:sldId id="1199" r:id="rId3"/>
    <p:sldId id="1201" r:id="rId4"/>
    <p:sldId id="257" r:id="rId5"/>
    <p:sldId id="1210" r:id="rId6"/>
    <p:sldId id="1211" r:id="rId7"/>
    <p:sldId id="1212" r:id="rId8"/>
    <p:sldId id="1213" r:id="rId9"/>
    <p:sldId id="1214" r:id="rId10"/>
    <p:sldId id="1196" r:id="rId11"/>
    <p:sldId id="1215" r:id="rId12"/>
    <p:sldId id="1216" r:id="rId13"/>
    <p:sldId id="1226" r:id="rId14"/>
    <p:sldId id="1217" r:id="rId15"/>
    <p:sldId id="1230" r:id="rId16"/>
    <p:sldId id="1218" r:id="rId17"/>
    <p:sldId id="1231" r:id="rId18"/>
    <p:sldId id="1219" r:id="rId19"/>
    <p:sldId id="1220" r:id="rId20"/>
    <p:sldId id="1223" r:id="rId21"/>
    <p:sldId id="1224" r:id="rId22"/>
    <p:sldId id="1229" r:id="rId23"/>
    <p:sldId id="1225" r:id="rId24"/>
    <p:sldId id="1227" r:id="rId25"/>
    <p:sldId id="1228" r:id="rId26"/>
    <p:sldId id="1235" r:id="rId27"/>
    <p:sldId id="1236" r:id="rId28"/>
    <p:sldId id="1232" r:id="rId29"/>
    <p:sldId id="1237" r:id="rId30"/>
    <p:sldId id="1067" r:id="rId31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34"/>
    </p:embeddedFont>
    <p:embeddedFont>
      <p:font typeface="Quattrocento Sans" panose="020B0502050000020003" pitchFamily="34" charset="0"/>
      <p:regular r:id="rId35"/>
      <p:bold r:id="rId36"/>
      <p:italic r:id="rId37"/>
      <p:boldItalic r:id="rId38"/>
    </p:embeddedFont>
    <p:embeddedFont>
      <p:font typeface="Segoe UI" panose="020B0502040204020203" pitchFamily="34" charset="0"/>
      <p:regular r:id="rId39"/>
      <p:bold r:id="rId40"/>
      <p:italic r:id="rId41"/>
      <p:boldItalic r:id="rId42"/>
    </p:embeddedFont>
    <p:embeddedFont>
      <p:font typeface="Segoe UI Light" panose="020B0502040204020203" pitchFamily="34" charset="0"/>
      <p:regular r:id="rId43"/>
      <p:italic r:id="rId44"/>
    </p:embeddedFont>
    <p:embeddedFont>
      <p:font typeface="Segoe UI Semibold" panose="020B0702040204020203" pitchFamily="34" charset="0"/>
      <p:regular r:id="rId45"/>
      <p:bold r:id="rId46"/>
      <p:italic r:id="rId47"/>
      <p:bold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650"/>
    <a:srgbClr val="CCCCCC"/>
    <a:srgbClr val="E7E7E8"/>
    <a:srgbClr val="E99460"/>
    <a:srgbClr val="FE7606"/>
    <a:srgbClr val="37C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04"/>
    <p:restoredTop sz="94710"/>
  </p:normalViewPr>
  <p:slideViewPr>
    <p:cSldViewPr snapToGrid="0">
      <p:cViewPr varScale="1">
        <p:scale>
          <a:sx n="196" d="100"/>
          <a:sy n="196" d="100"/>
        </p:scale>
        <p:origin x="184" y="2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6AB46D-7F9A-1F62-1FF7-AC60624C6E3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DD83487-D0BB-A389-B60D-19960FD2D2A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D98D86-3ADD-8640-A1CB-F3A8CF3A4024}" type="datetimeFigureOut">
              <a:rPr lang="en-US" smtClean="0"/>
              <a:t>4/2/26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F38B08-6768-38E3-58F8-47B150F727A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Rabe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27F451-074A-21A5-21F5-9B26F232EA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8363B5-5A7D-854B-843E-EB2CC41E3B6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55371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06.4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26 187 7959,'-6'-3'-245,"1"1"245,1-2 1608,3 3-522,-2-5-489,3 5 0,5 1-85,1 5 0,5 1-84,0 3 1,1-2-182,3 4 1,0 2 2,2 2 1,0 2-269,2-2 1,0 2 95,1-2 1,-2 3-593,-1-1 0,1 1-161,-3-1 0,0-2-438,-2-2 0,-3-1 282,-2-1 1,-1 1 830,-3-1 0,-4-8 0,-4 0 0</inkml:trace>
  <inkml:trace contextRef="#ctx0" brushRef="#br0" timeOffset="283">0 443 7964,'0'-10'340,"0"2"1,0-2 524,0 2 0,6-4-281,3 2 1,3-5-183,3-2 1,-1-2-568,3 0 1,2 2 207,3 0 0,-1 0-1030,-2-3 1,0 4 986,-2 1 0,4-7 0,-1-2 0</inkml:trace>
  <inkml:trace contextRef="#ctx0" brushRef="#br0" timeOffset="566">186 1 7964,'-6'0'971,"0"0"-760,2 0-903,4 0 692,6 0 0,21 5 0,8 2 0</inkml:trace>
  <inkml:trace contextRef="#ctx0" brushRef="#br0" timeOffset="825">533 167 7964,'-4'4'1438,"-2"-1"-912,6-3 1,0 0-61,4 0 1,5 1-353,4 1 0,1-2-363,3 3 1,1-3-266,3 0 1,0 2 513,2 1 0,15 2 0,5-2 0</inkml:trace>
  <inkml:trace contextRef="#ctx0" brushRef="#br0" timeOffset="1083">552 309 7960,'-4'0'517,"1"0"804,1 0-359,1 0-434,-2 0 0,4 0-316,1 0 0,4-1 11,5-1 0,2 1-789,2-1 1,-1-1 285,3 1 280,3 0 0,17 5 0,7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10.68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0 494 9486,'3'-6'640,"1"-1"-466,5-2 0,1-4-420,5-4 0,2-4 252,5-3 0,1-3-504,2-1 1,-2 1 293,-1 1 0,-3 1 19,1 1 1,-5 1-2,-2 4 1,-3 1-103,-3 5 1,-4 5-29,-1 2 382,-1 4 0,-3 0 250,0 4 0,-3 1-170,0 4 1,0 1 236,-2 1 0,3 2-141,0 0 0,2 0 54,-3 1 1,4 0-148,-1 3 1,-1 1-16,1 1 1,0 0-129,2 3 1,0-3-237,0 5 0,0-2-1259,0-1 1489,0 3 0,11 12 0,3 6 0</inkml:trace>
  <inkml:trace contextRef="#ctx0" brushRef="#br0" timeOffset="208">372 327 7926,'4'0'1324,"1"0"-842,0 0 0,3 0-312,3 0 0,4 0-151,2 0 1,2-2-237,3 0 0,0-2-172,4 2 1,-1-3 388,-2 0 0,11 0 0,-1-2 0</inkml:trace>
  <inkml:trace contextRef="#ctx0" brushRef="#br0" timeOffset="467">520 238 7926,'-4'3'599,"0"3"-293,2-2 1,2 2 155,-3 0 1,3 4-191,0 0 0,0 3-43,3 2 1,-1 1-657,3 4 0,3 1 258,-2 0 1,3 1 168,-1-3 0,16 17 0,7 5 0</inkml:trace>
  <inkml:trace contextRef="#ctx0" brushRef="#br0" timeOffset="665">763 250 7920,'0'7'0,"0"-1"700,0 1 0,0 1-186,0 1 1,3 2 50,1 0 1,5-1-317,2 1 1,1 0-331,1 4 0,2-2-220,0 2 0,2-1-437,-2-1 1,0-1-1171,-3-1 1908,1 1 0,-3-2 0,0 3 0</inkml:trace>
  <inkml:trace contextRef="#ctx0" brushRef="#br0" timeOffset="891">725 481 7878,'-2'-6'1327,"0"0"0,-1-1-983,3 1 0,3-1-116,2-2 0,5-2-222,3-4 1,5 0 12,1-2 0,3-2 0,4 2 0,-3-1-308,1 1 1,-3 1 288,3 4 0,2-7 0,3-1 0</inkml:trace>
  <inkml:trace contextRef="#ctx0" brushRef="#br0" timeOffset="1582">1103 20 7878,'-5'-1'1666,"0"-1"-1143,2 1 0,4-4-267,1 3 0,3 0-35,3 2 1,0-2-278,3-1 0,-1 1 92,3 2 0,-2 0-299,0 0 1,-1 0 171,3 0 0,-3 0-17,-1 0 0,0 0 56,-1 0 1,0 3 18,-3 1 1,-3 0 77,-2 0 1,0 1 189,0 1 0,-2 3 9,-3 2 0,-3-1-114,-3 1 0,1-1 292,-1 3 1,-1 2-114,-1 0 0,0-1 201,4-3 1,1 0-190,1-2 1,2 2-257,0-3 0,3 1-109,2-3 0,0 0-342,2-2 0,4 1-904,3-3 0,3 0 676,1-2 1,0 0 613,4 0 0,20-5 0,7-2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17.3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52 462 7933,'-7'0'1168,"1"0"59,-1 0 255,1 0-676,0 0-586,2 0 0,2 2-3,4 0 1,2 1 15,5-3 1,1 0-490,3 0 1,-1 0 250,1 0 1,3 0-1003,1 0 1,-1 0 18,2 0 988,-4 0 0,13 2 0,0 2 0</inkml:trace>
  <inkml:trace contextRef="#ctx0" brushRef="#br0" timeOffset="242">13 546 7913,'-3'0'399,"-3"0"-205,5 0 1356,-2 0-1008,9 0 1,1 0-416,6 0 1,3 0-342,1 0 0,1 0-483,1 0 0,3 0 697,-1 2 0,23-1 0,4 2 0</inkml:trace>
  <inkml:trace contextRef="#ctx0" brushRef="#br0" timeOffset="780">699 206 7913,'-12'-4'-444,"-1"-1"-20,0 3 0,0-1 919,0 1 1,-2 2-55,0 0 0,0 3 81,3 3 1,-1 3-79,0-1 0,-1 6 194,1-1 1,1 3-269,6-1 1,0 2-125,2-2 0,2 2-266,4-2 1,2-3-41,5-3 1,2-3 35,3-1 1,2 0 127,1-3 1,2-3-487,-2-3 0,1-3 113,2-1 0,-1-2-186,0-3 0,-2-1 121,0-1 0,-2 1-26,0-3 0,0-2 129,0-3 1,-1 0-58,-3 1 0,1 1 144,-4-1 0,0-1-24,-4 0 0,1 1 352,-3 4 1,1 2-143,-3 2 0,0 1 153,0 1 297,2 2 349,-1 5-378,2 1 1,-3 4-168,0 1 0,0 2 65,0 2 0,-1 3-42,-1 2 1,1 2-212,-4 2 0,1 1 70,-2 4 0,-1 0-167,1 1 0,2-1-87,-1 1 1,4 2-109,-1 1 0,1-2-1008,1-1 1,3-1 1231,1-1 0,16 3 0,4 1 0</inkml:trace>
  <inkml:trace contextRef="#ctx0" brushRef="#br0" timeOffset="991">1007 129 7913,'-6'3'218,"2"0"136,-1-3 1,4 3 328,-1 1 0,1 0-219,1 0 0,3 2-238,1 3 0,4 2-8,1-3 0,2 4-400,0-2 0,1 2 207,3 1 0,-3-1-891,1-1 1,-2 1 106,2-1 0,-1 1-268,-1 1 0,0-1 1027,-2-1 0,-1 1 0,-1-2 0</inkml:trace>
  <inkml:trace contextRef="#ctx0" brushRef="#br0" timeOffset="1184">956 308 7880,'-6'0'199,"2"-3"154,2-1 0,2-2 255,2-3 0,3 2-170,6-2 1,0 0-513,6-2 0,3-1 92,4-1 0,1 0-809,0 0 1,3-2 224,0 0 566,0 0 0,-6 5 0,1 1 0</inkml:trace>
  <inkml:trace contextRef="#ctx0" brushRef="#br0" timeOffset="1628">520 507 7880,'3'4'158,"1"-1"532,4-3 1,1 0-222,4 0 1,2 0 107,6 0 0,3 0-182,4 0 0,1 0-56,6 0 1,1 0-134,5 0 0,-2-1-169,1-1 0,-3 1-520,-3-1 0,-1 1 391,-1 1 0,-3 1-2357,-1 1 2449,-5 2 0,11 2 0,-1 0 0</inkml:trace>
  <inkml:trace contextRef="#ctx0" brushRef="#br0" timeOffset="2174">719 764 7880,'-13'0'0,"0"0"0,1 0 42,1 0 0,-1 0 476,1 0 1,1 3-93,-3 1 1,4 2-84,-4 3 0,4-1-115,-2 2 0,3 2 221,-1 3 0,3-2-55,2 2 0,1-1-106,3-1 1,0-1-151,0-2 1,3 0-114,4-4 1,2-2-89,4-2 1,0-2 101,2-2 0,0-2-404,2-2 1,0-4 226,2-3 1,0 0-547,1-2 0,-3-1 228,0 1 1,-1-2 26,1-1 0,1-2 58,-3-2 0,0-1-18,-2 1 0,-3-2 237,-2 1 0,-1-1-63,-3 3 0,-1 2 382,-3 6 1,0 4-233,0 0 541,0 5 0,-1 1-91,-1 3 0,1 1 131,-4 4 1,1 0-178,-2 5 1,-1 2-12,1 3 1,-1 1 114,-2 3 1,2 3-109,-1-1 1,0 0-363,2-1 0,2 1 116,-1 0 1,4 3-1157,-1-3 0,2 1 169,2-3 898,2 0 0,22-5 0,5-2 0</inkml:trace>
  <inkml:trace contextRef="#ctx0" brushRef="#br0" timeOffset="2426">1046 610 7880,'-7'3'451,"1"1"-76,0-2 0,2-1 562,2 4 0,-1 0 32,1 3 1,-1 2-432,1 3 0,1 3-105,-1 1 1,-1 4-159,1 3 0,0 1-203,2 0 0,0-2-192,0-1 0,0 0-328,0-1 0,2-2-150,0-5 0,3 0-821,-1-1 0,0-3-1214,0-2 2633,1 0 0,1-16 0,0-4 0</inkml:trace>
  <inkml:trace contextRef="#ctx0" brushRef="#br0" timeOffset="2592">937 764 7872,'-7'0'2676,"1"0"-1830,2 0-98,1 0-431,12 0 0,0 0-104,8 0 1,1 0-1447,3 0 0,2 0 1233,2 0 0,27 0 0,5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14.6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287 108 7890,'-1'-10'0,"-1"-1"0,1 3 795,-4 0 0,4 0-276,-1 2 0,-2 0 165,0 2 1,0 1-329,0 3 0,0 1-291,-3 1 1,1 2-9,-1 5 1,1 1 24,0 3 0,0 0 20,2 2 0,-2-1 91,2 4 0,0-1-1,0 2 0,2 0-124,0 0 0,1 3 53,-1-1 1,1 3 87,-1 0 1,2 3 15,2 1 1,-1-3-253,4-1 1,-1-1 135,2 0 1,3 2-397,0-4 1,-1 0 161,-2-1 1,0-1-160,-2 0 0,1 0 97,-2 1 1,1-3 117,-2 0 0,0-1 73,-2 1 1,-3 3 111,-1-3 1,-2 3 157,-3-6 0,1 2-106,-2-1 0,-1-1 47,-2 1 0,-2-3-14,0-1 0,-2-2-65,2-2 1,-3-1-6,1 1 0,1-4-358,1-1 0,2-1-33,0-1 0,1-1-40,1-1 1,3-3-1152,3-4 1,0-3 1450,3-1 0,9-37 0,3-12 0</inkml:trace>
  <inkml:trace contextRef="#ctx0" brushRef="#br0" timeOffset="781">1037 211 7934,'-6'3'727,"-1"-2"1103,4 4-1067,0-4 0,4 4-324,1-3 1,2 0-198,5-5 0,1 2 5,3-3 1,1-1-381,1-4 1,3 1 32,-1-2 0,2-2-56,0-3 1,3 1-49,-1-3 0,0 0-409,-1-2 1,-4 1 15,-1 1 0,-2 3 236,-3-1 0,-3 4 71,-5 3 60,-1 1 0,-4 3 210,-1 2 0,-2 2 108,-1 2 1,2 2 231,0 2 0,0 3 4,0-1 1,2 3 224,-1-2 0,2 2-12,0 0 1,1 1-204,1 1 1,0-1-332,0 1 0,0 2 165,0 0 0,1 3-1134,1-1 0,0 1 203,2-1 763,0 2 0,14 3 0,3 4 0</inkml:trace>
  <inkml:trace contextRef="#ctx0" brushRef="#br0" timeOffset="1849">646 442 8939,'1'-4'728,"1"2"0,-1 2-373,4 0 0,-1 0-136,2 0 0,3 0 9,-1 0 0,4 0 4,-2 2 1,3-1-125,2 1 1,1 1-38,1-1 1,4 1-129,-2-1 0,4-1 73,-2 1 1,3-1-72,0-1 0,1 0-49,0 0 1,-2 0 30,-1 0 0,0 0 195,-1 0 1,1 0-117,-3 0 0,-3 0 199,-1 0 0,-1 0-144,-2 0 1,1 0-49,0 0 0,-1 0-25,-1 0 1,1 0-166,-1 0 1,1 0 41,1 0 1,-1 0 146,-2 0 1,2 0-90,-4 3 0,4-3 24,-1 2 1,-2-1 123,-1-1 0,2 2-60,-2 0 1,1 1 29,-3-3 1,3 2 28,-1 0 1,1 0 14,-3-2 1,1 0-99,-1 0 1,1 0 39,2 0 1,-2 0-83,1 0 1,0 0 76,1 0 1,-2 0-113,1 0 0,2 0 80,-2 0 1,3 0-4,-2 0 0,2-2-49,0 0 0,-1-3-6,0 3 1,-1-1 48,2 1 1,-3 2-4,3-3 0,-3 1-74,0-1 47,2 1 32,0 2 0,0 0 51,-1 0 0,-2 0 10,-1 0 1,-2 1-29,1 1 5,-1-1 1,2 2-7,1 0 1,-3-3-10,0 2 1,1-1-36,1-1 0,1 0 36,-1 0 1,0 0-44,1 0 0,-1 0 32,1 0 1,-1-1-7,0-1 0,1 2-42,-1-3 0,1 3-85,2 0 1,-2-2 157,2-1-50,-2 1 1,-1 2 193,1 0 1,-1 0-116,0 0 0,1 0 146,-1 0 0,1 0 16,-1 0 0,0-2 1,1 0 0,-1 0-24,1 2-49,-1 0 1,1 0-35,-1 0 139,-3 0-323,3 0 1,-4 0 99,2 0-411,-3 0-336,2 0-336,-3 3-363,0-3 1424,0 3 0,-8-3 0,-3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21.51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19 726 7856,'-3'3'750,"-3"2"-374,2-3 1159,1 1-1088,0-3 0,8-1-218,1-1 0,6-5-44,1-3 0,2-3-135,2-2 1,1-2-621,-1-2 0,4-1 360,0-1 1,3-3-441,-3-2 1,1-1 318,0 3 1,-4 2-97,1-2 0,-7 8-82,-1 1 457,-6 9 68,-2 0 0,-6 10 406,-2 2 0,0 4-107,-2 5 0,1-1-126,-1 4 1,1-1 362,0 2 0,1 1-141,1 1 1,1 0-215,-2 2 1,0-2-207,3 0 1,0 2-362,2-2 0,0 1-1654,0-1 2024,3-3 0,12 3 0,5-5 0</inkml:trace>
  <inkml:trace contextRef="#ctx0" brushRef="#br0" timeOffset="182">417 591 7856,'6'4'176,"-1"1"43,-1-3 0,-2 1 543,2-1 0,1-2-271,4 3 1,-1-3-542,2 0 1,2 0 69,3 0 0,-1 0-811,3 0 1,-2 0 119,2-3 671,0 3 0,5-9 0,1 2 0</inkml:trace>
  <inkml:trace contextRef="#ctx0" brushRef="#br0" timeOffset="392">500 520 7861,'-2'4'0,"0"2"545,-2-2 1,2 2-62,0 0 1,2 1 46,0 2 1,0 3-419,0 3 0,0 3-259,0-1 0,2 1-266,3 2 0,0-1 158,2 0 254,2 0 0,7 1 0,4-1 0</inkml:trace>
  <inkml:trace contextRef="#ctx0" brushRef="#br0" timeOffset="590">738 540 7861,'0'3'1035,"0"3"-644,0-2 1,0 4 449,0 1 0,0 0-346,0-1 1,2 2-227,0 3 1,4 2-31,0 0 1,1 3-314,4-1 0,-3-1-306,3-1 1,0 0-351,2 0 0,-1 0 730,-2-5 0,3-3 0,-3-4 0</inkml:trace>
  <inkml:trace contextRef="#ctx0" brushRef="#br0" timeOffset="774">667 713 7861,'-3'0'1112,"-3"-6"0,5 2-890,-1-5 1,4 2 3,2-2 0,6-1-244,3-3 1,3 0 84,5-2 0,2 0-1563,3-2 1496,2 0 0,7-2 0,4 0 0</inkml:trace>
  <inkml:trace contextRef="#ctx0" brushRef="#br0" timeOffset="1101">937 424 7053,'4'-2'1916,"0"0"1,1-2-1507,4 2 1,-2-3-407,4 3 1,0-2-95,2 2 1,-3 0-192,1 2 0,-3 0 163,0 0 138,0 0 0,-4 2 30,0 3 1,-3 1 26,-1 3 0,-3 0 148,-3 2 1,-3 2 265,0-1 0,1 1 301,2 2 0,-1-1-291,1-2 1,1-1-428,1 0 1,3-1 71,-1 1 1,2-3-858,2-4 1,2 1 479,5-3 1,1 1 230,2-3 0,24-26 0,5-6 0</inkml:trace>
  <inkml:trace contextRef="#ctx0" brushRef="#br0" timeOffset="1799">1488 309 7816,'4'-2'558,"1"0"1,-4-1-342,1 1 1,1 0 107,-1-2 1,0 0 107,-2-3 0,0 1-367,0-1 0,0 0 59,0-1 1,0 0-303,0-3 1,-2 3 195,-3 0 0,-1 1-275,-3 0 0,-1 4 170,-3 1 0,-1 2-54,-1 2 0,-3 6 106,3 5 0,-2 4 225,2 0 0,0 4 229,3 0 0,2 1-146,1 0 1,5-4-213,2 1 0,2-6 115,5-1 1,3-6-287,6-2 1,1-3 95,2-3 1,2-5-180,2-6 1,4-3-63,-2-3 0,-1-3-164,0-1 1,-2-2 79,-1-1 0,-2 0 91,0-2 0,-3 1-144,1 0 1,-4 0 57,-2 2 0,-3 2 52,-2 1 0,-1 5 96,-3 2 1,0 5 301,0 1 80,-3 5 1,0 1 274,-4 3 1,3 0 87,0 0 1,2 1-255,-3 1 1,3 2 10,-2 5 1,2 1-16,0 2 0,1 5 48,-1 2 0,1 1-93,-1 4 1,1-1-129,1 3 1,0 0-111,0 2 1,1-2-316,1 2 1,2-1-870,2 1 1,3-4 213,-1 2 951,4-5 0,6-10 0,6-6 0</inkml:trace>
  <inkml:trace contextRef="#ctx0" brushRef="#br0" timeOffset="2008">1777 213 7876,'0'7'713,"0"1"0,0 0-216,0 3 1,3-3 143,1 3 0,2 0-214,0 2 1,1 1-474,2-1 0,-1 1-288,2-3 1,1 1-265,2 1 1,2-3 290,0 1 1,-2-3 306,-3 0 0,1-3 0,2-3 0</inkml:trace>
  <inkml:trace contextRef="#ctx0" brushRef="#br0" timeOffset="2200">1758 367 7876,'-1'-7'625,"-1"1"1,1-1-284,-1-2 1,2 1 196,2-2 1,2-1-525,5-2 1,2 0 13,3 0 0,3 1-173,2-1 1,3 0 94,2 0 1,0 1 48,-1 1 0,14-1 0,0 2 0</inkml:trace>
  <inkml:trace contextRef="#ctx0" brushRef="#br0" timeOffset="2417">2187 200 7859,'7'0'0,"-1"0"422,1 0 1,0-1 633,1-1 1,2 1-881,3-1 0,0-1-11,0 1 1,2 0-1360,0 2 1,0 0 1193,-3 0 0,7 6 0,1 1 0</inkml:trace>
  <inkml:trace contextRef="#ctx0" brushRef="#br0" timeOffset="2617">2200 290 8412,'7'0'761,"-1"0"0,4-3-1254,3 1 1,2 0 492,5 2 0,19 3 0,5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25.1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321 32 7869,'-3'-4'457,"0"-2"150,-3 2 1,1 0-133,1 0 0,0 2 44,-3-2 1,1 2-363,-1 0 0,0 2 31,-1 2 1,0 2-85,-3 2 1,1 4 108,-3 0 1,1 5 74,1-1 0,1 5-3,1 0 1,2 1 103,-1 4 1,3 0-187,0 4 1,4 1-1,-1 3 0,1-2-315,1 0 1,3-3 149,1 1 0,3-2-91,1 0 1,-1-4 52,2-3 0,0-2-628,0-5 0,1 1 146,-1 0 0,-1 0-37,-4 0 0,-1-1 248,-3-1 1,0 1 87,0 1 1,-4-2 287,-2 2 1,-3-2-107,-4 2 0,-2-1 104,0-1 1,-3-3-29,1-3 0,-2 0-113,0-3 1,1 0-83,1-2 1,1-3-188,3-1 1,1-2-26,1 0 0,3-3-289,3 0 1,3-2-1068,2 0 1688,0-1 0,17-3 0,4-2 0</inkml:trace>
  <inkml:trace contextRef="#ctx0" brushRef="#br0" timeOffset="425">482 372 7869,'-15'-3'879,"0"1"1,0 0-317,2 2 1,1 0 59,1 0 0,1 3-223,2 1 0,0 5-165,0 1 0,2 0-87,1 1 1,2-1-130,3 1 0,0 0-30,0-2 0,1 1-75,1-4 0,4 1 20,3-5 0,1 1 38,-1-3 1,4-1-224,0-1 1,2-3 70,0-3 0,1-5-142,4-4 0,-1-2 68,0 0 1,0-2-32,-2-1 0,1-3 15,-1 0 0,1-4-107,-1-3 0,-2 0-73,-4 0 1,-2 3 81,-2 1 0,-4 2 207,-1 3 0,-1 7-53,-1 5 1,-3 4 357,-1 2 95,-2 3 1,0 7 192,-1 1 1,1 7-5,0 0 0,0 4 462,2 3 0,-1 0-109,3 3 0,-1 1-287,1 1 1,1 1-413,-1 0 0,1-1 83,1 1 0,0 0-436,0-1 1,1 0-456,4-1 0,-1-3 726,5-4 0,9-4 0,3-4 0</inkml:trace>
  <inkml:trace contextRef="#ctx0" brushRef="#br0" timeOffset="656">834 70 8138,'-2'16'608,"1"-1"-83,-1 4 1,1-1-114,1 6 1,0 0 172,0 1 1,0 2-180,0 0 0,0 2-578,0 1 0,0 1 188,0-1 0,2-1-1157,0-2 0,3-4 268,0-4 0,-2-3-852,1-5 1725,-2-5 0,1-17 0,-3-7 0</inkml:trace>
  <inkml:trace contextRef="#ctx0" brushRef="#br0" timeOffset="806">757 288 7868,'7'3'0,"-4"-2"0,4 2 946,-1-1 1,4-1-511,2 1 0,2 1-347,1-1 0,1 0-89,4-2 0,10 6 0,4 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0:49.11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173 173 7983,'4'-6'0,"1"2"70,-3-1 0,1 4 640,-1-1 321,-1-2-186,2 4-283,-3-3-438,0 0 1,-1 1 128,-1-2 0,0 2-222,-2-2 1,2 0 128,-2 0 1,2-2-153,-3 2 0,1 0-132,-2 0 1,-2 3-62,0-2 0,0 3-65,-3 0 0,1 0 31,-3 3 0,0 2 99,0 4 0,0 4 72,1 0 1,1 4 150,0 0 1,3 1-107,0-1 1,3 2 166,3-2 1,0-1-120,-1-1 0,2-3-34,3-1 1,2-4-57,2-5 0,3-2-141,-1 0 0,4-2-75,-2-3 1,2-5 82,1-3 0,0-4-72,0 0 0,-2 0 81,-1 0 0,-1 0-15,1-2 0,-2 0 121,1 2 0,-3 2 155,-1 4 1,0 2 225,-3 3-92,0 2 0,-2 3 322,0 5 1,0 1-270,0 6 0,0 0 201,0 4 1,0-1-119,0 3 1,0-2-309,0 3 1,0-4-133,0 4 1,3-4-90,1 1 1,0-2-1053,3 0 1,-2 0 1218,3 0 0,11-9 0,1-2 0</inkml:trace>
  <inkml:trace contextRef="#ctx0" brushRef="#br0" timeOffset="451">398 109 7978,'0'-6'0,"-3"0"430,-1 2 1,0-2-65,0 2 1,2-1 436,-2 1-503,2-2 0,-3 2-429,3-2 0,-3 2-36,1 2 1,-2 1-31,0 1 0,-2 3 92,0 2 0,1 2 163,-2 2 0,2 2 118,1-3 0,-1 4-133,1-2 1,2 0 212,-1-2 1,4 1-116,-1 0 0,1 0-108,1 0 1,1-4 23,1 1 0,4-1-106,5 2 1,1-3-263,1 0 1,0-2 141,2 0 1,-1 1-246,1-1 1,1 0 148,-1-2 0,0 2 23,-3 0 0,1 2 56,-3-2 0,-1 3 234,-2 0 0,-1 0 100,-2 2 1,-1 1 109,-3 1 0,-1 2-26,-1 0 1,-2 0-63,-2 0 1,-3 1-327,1-4 1,-4 3 142,2-3 0,-2 0-304,-1-4 0,1 1 90,1-2 0,-1-1-3,1-2 0,2-2-144,0-2 0,2-1-471,1-6 843,2 4 0,13-40 0,5-6 0</inkml:trace>
  <inkml:trace contextRef="#ctx0" brushRef="#br0" timeOffset="850">629 58 7978,'-10'3'-178,"0"2"178,1-2 0,2 1 725,-1-2 1,-2 2-237,2-2 0,-3 3-345,3-3 1,-3 2 63,2-2 0,0 3-139,1-1 1,3 1 108,-2 0 1,3 0 64,0 0 0,-1 0-140,2 2 1,1-1 81,2 1 0,1 1-104,1 1 1,2 1 30,2-1 0,1 0-239,2-3 0,1 0 122,3 1 0,-1-1-496,1-2 1,1 1 90,1-3 0,-2 2-70,2-2 1,-1 1 285,-1-1 0,-3 0 37,-2 2 0,-1 0 197,-3 3 0,-1 1-89,-3 1 1,-1 2 476,-1 0 0,-4 0-197,-2 0 0,-4 3 47,2-4 0,-5 3-173,0-4 1,0-1-300,3-1 1,-1-4-435,3-1 1,-2-1 328,4-1 1,0-3-549,4-1 0,-1-3 325,3-1 1,-1 0 521,3-3 0,17-14 0,5-5 0</inkml:trace>
  <inkml:trace contextRef="#ctx0" brushRef="#br0" timeOffset="1193">738 128 7950,'-4'13'0,"-1"-1"842,0 0 1,2-2-284,1 3 1,2-3 145,0 1 0,0 1-269,0-1 1,2-2-370,0 0 1,3-1-172,-1-1 0,2 0-456,0-2 253,1-2 0,-1-1 238,1-2 1,0 0-406,1-2 0,-2-3 163,2-3 0,-3-4-131,3-3 0,-4-3 73,2 1 1,-1 0 166,2 0 0,-2 3 117,0-1 1,0 1 250,0 2 0,-2 2 724,1 1-712,-2 2 0,1 3 119,0 2 1,-3 7-112,2 1 0,-1 5 185,-1 2 0,2 1-72,0 3 1,3 0-344,0 2 0,-2-2-209,2 0 1,-1-2-331,2 2 0,1-3-1482,2-1 2065,-2-3 0,11-12 0,-1-3 0</inkml:trace>
  <inkml:trace contextRef="#ctx0" brushRef="#br0" timeOffset="1684">1026 186 7909,'-6'13'651,"2"0"177,0 0 0,1-3-289,-1 1 0,3-1-46,-1 1 0,1-2-986,1-3 440,0 1-573,0-4 1,2-1 425,0-4 1,1-2-192,-1-4 1,-1-2 202,1-3 0,1 0-30,-1 0 0,0 0-50,-2 0 1,2-2 277,0 0 1,1 3 190,-1 1 0,-1 1-126,1-1 1,1 0 225,-1 2 0,1 1-72,-1 1 0,0 2 440,2 0-431,0 3 0,3 3 219,-1 3 0,-2 2-72,1 7 0,-3-2-28,2 4 1,0 1-135,0-1 0,1 2 23,-3-2 1,2 0-510,-2-2 1,3-1 226,0-2 0,-2-1-661,1-5 1,1-1 361,1-3 0,1-1-483,-1-1 0,0-4 267,1-5 1,-1-1 171,1-1 0,-2 0 300,0 1 0,0-1-120,0 3 1,-2-2 406,1 4-232,-2 2 1,1 3 603,0 3 1,-3 1-291,2 1 0,-1 4 267,-1 2 1,0 4-291,0-2 0,1 2-179,1-1 1,-1 0-431,4-3 0,-3 2 231,2-2 1,0-1-134,0 2 1,2-3 114,-2-1 1,2-2 128,0-3 0,12-20 0,2-5 0</inkml:trace>
  <inkml:trace contextRef="#ctx0" brushRef="#br0" timeOffset="2018">1373 122 7886,'-3'9'0,"2"-4"1358,-4 2 0,4-2-591,-1 1 1,2-2-621,2 1 0,-1-4-123,4 1 1,-1-1-120,2-1 0,1 0-183,-1 0 0,1-3-450,-1-1 1,0-2-44,1 0 1,-3 1 389,0 1 1,-2 0 221,0-3 0,-1 1-178,-1 0 0,0 1 499,0 1 1,-3 0-53,-2 0 1,0 1 121,-2 3 0,-1 0-51,-1 0 0,-1 1 111,1 1 1,0 2 426,3 5 1,0-1-264,-1 3 1,2-1 262,0 3 1,2 0-248,3 0 0,0 0-137,0 2 1,3-1-121,2 1 1,1-2-653,2-3 0,2 0-37,3-4 0,3 0-376,1-2 1,2-1-790,0-3 1639,3-6 0,9-15 0,6-10 0</inkml:trace>
  <inkml:trace contextRef="#ctx0" brushRef="#br0" timeOffset="2467">1867 51 7865,'0'17'741,"0"-1"-556,3-4 1,0 1 966,4 0 0,2 2-535,2 0 0,1 3-356,3-1 0,1 1-229,1-1 1,2-2-227,-2-5 0,-1 1-2389,1-4 2583,0 0 0,0-9 0,-2 2 0</inkml:trace>
  <inkml:trace contextRef="#ctx0" brushRef="#br0" timeOffset="2717">1835 270 8897,'0'-8'867,"3"0"0,1-1-715,4-4 0,2 1-177,3-5 1,4-3-529,2-3 0,3 1 407,4 0 0,-3 2 146,1 1 0,8 0 0,4 0 0</inkml:trace>
  <inkml:trace contextRef="#ctx0" brushRef="#br0" timeOffset="3084">2200 128 7865,'-10'3'0,"1"1"765,3 2 0,-1 0-278,1-2 1,-1 4 94,1-2 1,2 3-175,-1 0 0,2-2-363,-1 4 0,0 0 48,2 2 0,1 0-68,-1 2 1,1-2 63,1 0 1,1-1 31,1-4 1,0 3-72,2-2 0,-1-1 11,2-1 0,0-4-130,0-1 0,0 0 47,2 0 1,-1-1-221,1 1 0,0-4-21,1 0 1,-1-5-141,2 1 1,-1-3 63,0 1 0,0 0-89,0-3 1,-1 0 103,0-4 1,-2 2 101,0 0 0,0 0 240,-3 3 0,0 0-116,-2 2 0,-3-1 305,-1 3 0,-2-1-146,0 4 1,-4-1 3,0 2 0,-2 0-163,-1 2 1,2 0-155,0 0 0,3 2-951,0 0 650,4 3 553,1-1 0,26-4 0,5 0 0</inkml:trace>
  <inkml:trace contextRef="#ctx0" brushRef="#br0" timeOffset="3317">2412 90 7865,'-6'3'2650,"-1"-3"-1499,4 6-722,0-5 0,6 2-208,4-3 1,1 0-144,3 0 1,3-1-142,-1-1 0,2 1-915,0-1 1,-2 1 336,2 1 641,2 0 0,13 3 0,8 1 0</inkml:trace>
  <inkml:trace contextRef="#ctx0" brushRef="#br0" timeOffset="3524">2438 148 7865,'-3'6'1045,"1"0"0,-3-1-434,1-1 1,1-2-253,1 2 0,2-2-178,2 0 1,2-1-105,2-1 1,3 0-290,2 0 0,4 0-560,2 0 0,2 0-763,0 0 1535,3-3 0,24-6 0,8-5 0</inkml:trace>
  <inkml:trace contextRef="#ctx0" brushRef="#br0" timeOffset="3901">2816 32 7848,'-13'4'1272,"3"-1"0,-1-1-546,2 0 0,0 1 196,0-1 1,4-1-391,-1 4 1,4-3-364,0 2 0,0 2-81,0 3 0,2 2-119,-3 0 1,5 1-151,0 1 1,3 1 226,-1 1 1,2-3-255,0 1 1,3 0 82,-1-2 1,3-2-303,-2 0 0,2-3 173,0-2 1,-1-1-255,0-3 1,1-1 106,2-1 0,0-2-37,0-5 1,-3-1-58,1-2 1,-2-3 125,1 0 0,-3-2 479,0 2 0,-2-1-142,-2 1 1,-1 1 26,-2-1 1,-4 2-54,-2 0 0,-1 1 70,-4 1 1,0 3-11,-2 3 1,-2 0-119,0 3 1,-2 1-12,0 3 0,-2 2-143,0 2 1,2 3 269,0-1 0,8 3 0,0-1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9:57.5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116 103 7929,'0'-6'474,"0"0"0,-2 1-64,0 1 1,0 3 140,2 1 0,0 7-119,0 5 1,0 6-31,0 5 0,0 2-118,0 7 0,0 0-29,0 7 0,1 1-349,1 4 0,-2 1 125,3-3 1,-2-3-436,1-5 1,-1-2 247,1-2 1,1-6-963,-1-5 0,1-5-116,-1-1 1234,-1 0 0,-4-29 0,-4-3 0</inkml:trace>
  <inkml:trace contextRef="#ctx0" brushRef="#br0" timeOffset="182">7 341 7929,'-3'-5'1276,"1"1"-235,1 3 0,2-4-435,4 3 1,2-1-307,8 1 1,2 1-874,2-1 1,3 1 401,2 1 0,1-2-1219,3 0 1390,4 0 0,15 2 0,6 0 0</inkml:trace>
  <inkml:trace contextRef="#ctx0" brushRef="#br0" timeOffset="399">443 347 7929,'-6'4'1102,"0"-2"1,2-1-454,2 1 0,3-1-129,3 1 1,4-1-300,7-1 1,2 0-360,4 0 0,0 0-1062,2 0 1,-1 0 280,1 0 919,1 0 0,7 0 0,2 0 0</inkml:trace>
  <inkml:trace contextRef="#ctx0" brushRef="#br0" timeOffset="616">443 475 7929,'0'4'0,"0"-1"871,0-3 1,3 0-318,2 0 1,1 0-204,2 0 1,3 0-687,4 0 1,4-1 334,2-1 0,32-4 0,5-4 0</inkml:trace>
  <inkml:trace contextRef="#ctx0" brushRef="#br0" timeOffset="1391">1149 347 7925,'0'-13'-51,"-1"0"-77,-1 1 1,-1 1 333,-1 0 0,-2 1 332,2 0 1,-4 0-142,0 4 0,-4 2-108,2 2 1,-3 1-73,1 1 1,-1 6 13,0 3 1,-1 3-37,-1 3 0,4 1-5,-2 3 1,4 1 17,-2-1 1,3 1-62,0 1 1,4-3-174,1 1 1,3-1-318,0 1 1,0-2 231,3-2 1,3-5-505,5-1 0,1-5 322,3-2 0,0-2-25,2-5 1,0-2-20,2-8 0,-2-2-8,0-2 0,-2-1 91,2-1 0,-3 0 13,-1-3 1,-2 4 297,-4-2 0,0 5-75,-2-1 1,-2 7 574,-1 0-437,-2 6 0,-2 3 344,0 4 0,-2 5-173,2 3 1,0 5 0,2 0 0,0 3-62,0-1 1,0-2-51,0 0 1,0 1-414,2-1 0,2 2 171,2-2 0,1 0-740,-1-2 1,3-1 147,-1-1 654,4 1 0,1-11 0,3 1 0</inkml:trace>
  <inkml:trace contextRef="#ctx0" brushRef="#br0" timeOffset="1651">1361 424 7928,'-3'4'263,"2"1"0,-4-3 103,3 2 0,-2-2-89,2 2 0,-3-1 565,3 1-241,0-3 134,-1 2-554,2-3 0,-1-1-63,2-1 0,0-4 8,0-5 1,0-1-175,0-1 0,0-2-61,0 0 0,2-3 80,0 1 0,3-1-39,-1-1 1,4 1 2,0 1 0,4 1-577,-1-1 1,1 3-99,1 4 1,0 2 739,2-1 0,30 14 0,10 2 0</inkml:trace>
  <inkml:trace contextRef="#ctx0" brushRef="#br0" timeOffset="1909">1694 289 7928,'-13'-6'0,"1"-3"734,-1 1 1,3 1-212,1 3 0,2 1-89,1-2 1,-3 2-267,1 3 1,-1 1-171,3 1 1,-1 4 324,1 3 0,0 3-104,2 0 1,-1 1 140,3 2 1,-1 2-67,3 0 0,0-1-284,0 1 1,3-2-223,2 0 0,1-2-266,3 0 0,1-3 226,2-2 1,3-3-199,0-3 0,5-1-757,-1-1 1,2-5 1206,-2-2 0,29-41 0,7-8 0</inkml:trace>
  <inkml:trace contextRef="#ctx0" brushRef="#br0" timeOffset="2368">1919 1 8290,'0'4'789,"0"0"0,0 1-355,0 4 1,0 1-15,0 5 0,0 5-58,0 6 1,-2 3-121,-1 5 0,1-1-144,2 1 0,0 1-170,0-3 1,0 1-593,0-6 1,3 0 451,1-3 0,0-5-1091,0-4 0,0-1 1303,0-1 0,-1-15 0,-3-3 0</inkml:trace>
  <inkml:trace contextRef="#ctx0" brushRef="#br0" timeOffset="2549">1784 238 7930,'0'-6'1408,"0"-1"0,0 3-914,0 0 0,5 2-215,1-3 0,6 4-633,1-1 0,3 1-148,5 1 0,4-2-1327,3 0 1829,3 0 0,24 4 0,9 2 0</inkml:trace>
  <inkml:trace contextRef="#ctx0" brushRef="#br0" timeOffset="2901">2194 270 7930,'-12'-3'0,"2"0"1132,1-4 1,0 1-490,0-1 0,1 2-194,1 0 0,1 0-268,-1 0 1,1 1-356,0-1 0,-3 2 24,1 3 0,-1 2-185,3 2 0,-3 1 249,0 6 1,1-1 124,2 3 1,1 1 263,1 1 0,3-1-241,-2 3 1,3-2-41,0 2 0,0-3-52,0 1 1,3-1-82,4-1 0,2-4-127,4-3 1,0-2-391,-1-4 0,4-1-259,1-4 0,-1 0 361,-1-5 1,1-3 121,-2-2 0,1-2 184,-2 2 1,-3 0 304,-1 2 1,-2 0 70,-1 0 1,0 3 424,-2 2-123,-1 1-282,-3 3 0,0 5 70,0 5 1,0 1-36,0 4 0,1 0-520,1 2 1,-1-1 80,4 1 228,-4 0 0,13 11 0,1 3 0</inkml:trace>
  <inkml:trace contextRef="#ctx0" brushRef="#br0" timeOffset="3193">2380 347 7930,'-2'6'0,"-2"-1"482,-2-1 1,1 0-59,1 3 1,2-3 265,-2 0-176,2-2-714,-1 1 0,4-3 34,1 0 0,2-3-162,2-2 0,1-2 337,-1-2 0,1-2 125,2 0 0,-2 1 227,1-1 0,0 3-169,-2-3 1,1 2 98,2-1 1,-2 2-29,1-1 0,0 2-88,1 1 0,1 2 82,3-1 1,-3 4 69,1-1 1,-3 5-147,0 3 1,2 4-158,-2 5 0,0 1-361,-4 4 1,0 1 206,-2 0 1,-1 4-1258,1-2 0,1 0 1387,-1 0 0,0 1 0,-2 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0:58.0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84 58 8725,'-7'0'1017,"1"0"1,0 2-573,-1 0 1,3 4-51,0 1 0,0 3-144,0 7 1,-2 5 67,2 8 0,-2 3-245,0 8 0,1 2-158,1 4 1,1 0-144,-2 0 0,2-6-377,3-7 1,1-5-962,1-3 1,4-2 1564,3-7 0,8-14 0,0-11 0</inkml:trace>
  <inkml:trace contextRef="#ctx0" brushRef="#br0" timeOffset="206">193 283 7967,'-4'6'554,"2"1"1,2 0 529,0 1 0,0 2-461,2 3 1,3 0-129,3 0 0,2 2-108,3 0 1,0 2-522,0 1 0,2-2-212,0 1 0,2-3-415,1 1 0,-2-1-76,1-1 1,-3-3 244,1-2 592,-4 2 0,-5-6 0,-3 2 0</inkml:trace>
  <inkml:trace contextRef="#ctx0" brushRef="#br0" timeOffset="406">129 501 10390,'3'-7'967,"4"0"-621,6-1 0,5-2-617,6-3 0,1-3 198,3-1 1,-1 1-1559,3 1 1631,-3 2 0,16-14 0,0-4 0</inkml:trace>
  <inkml:trace contextRef="#ctx0" brushRef="#br0" timeOffset="724">430 0 7967,'5'3'1292,"-1"-1"0,0 3-555,2-1 0,2 2-347,0 0 0,5 4 253,4 3 1,2 1 507,3 5 1,0 2-549,1 5 1,-1 0-200,-5 2 0,-4 3-368,-2 5 1,-6 0 119,-1 5 1,-5 0-523,-3 0 0,-4 2 301,-1 0 1,-1-2-1468,1 0 0,0-5 101,0-1 1431,2-3 0,-28 6 0,-3 1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2:51.48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13 450 7865,'-4'0'2012,"0"0"-1087,2 0-580,-1 0 1,9 0 124,3 0 1,3-3-701,3-1 1,2 0 171,4 0 0,2 0-1807,3 0 1865,-1 1 0,38 15 0,9 2 0</inkml:trace>
  <inkml:trace contextRef="#ctx0" brushRef="#br0" timeOffset="335">276 238 7865,'-3'4'1018,"3"1"-873,-6-1 1,5 2-106,-1 1 1,2-1 121,2 1 0,2-1-48,5 1 0,1 0-296,3 1 1,0-1 73,-1 2 1,1 0-250,-3 0 0,2 1 67,-1-1 1,-2 2 172,0 0 0,-3 1 99,-1 1 1,-3 2 87,-2 0 1,0 0 354,-2-2 1,-4-3-221,-3 1 1,-2-1 75,0 1 0,0-3-63,0-3 1,-1 0-181,1-3 0,-1 2-268,-1-2 1,3 0 229,-1-2 0,-8-14 0,-5-4 0</inkml:trace>
  <inkml:trace contextRef="#ctx0" brushRef="#br0" timeOffset="818">764 213 7865,'0'6'702,"0"0"0,0 1-205,2-1 1,2 3-264,2 2 1,3 4 19,-1 2 1,6 2 96,-1 0 0,5 3-426,1 2 1,-2-2-430,2-1 1,-3-1-679,1-1 0,-3-2 201,1-2 981,-1-2 0,-4-3 0,-1-1 0</inkml:trace>
  <inkml:trace contextRef="#ctx0" brushRef="#br0" timeOffset="1026">744 501 7865,'-6'0'1196,"-1"0"0,2 0-490,1-3 0,1-2-342,3-4 1,6-5-272,5-1 0,4-4-154,7-2 0,3-4-106,5-3 0,2-2 188,0 3 0,0-1-1900,0 5 1879,3 1 0,-5 8 0,1 2 0</inkml:trace>
  <inkml:trace contextRef="#ctx0" brushRef="#br0" timeOffset="1417">1200 52 7332,'3'0'1048,"0"0"306,-3-3-763,0 3 0,0-2-177,0 4 1,0 4-289,0 5 0,0 4 38,0 5 1,-1 3-125,-1 7 1,1 3-213,-3 5 1,2 1 205,0-1 1,1 0-822,1-2 0,0-4 367,0-6 0,3-4-1533,1-5 1953,2-2 0,6-13 0,2-4 0</inkml:trace>
  <inkml:trace contextRef="#ctx0" brushRef="#br0" timeOffset="1643">1360 91 7849,'-3'6'152,"3"1"-152,-3-1 0,1 3 754,-1 2 1,1 2-239,2 2 0,1 2-68,1 4 0,0 2-312,2 3 1,0 0-357,2 2 0,1-4-825,-1 2 1,1-3 579,-1 1 1,1-1-119,-1-2 1,0-5 582,1-1 0,-6-13 0,-2-6 0</inkml:trace>
  <inkml:trace contextRef="#ctx0" brushRef="#br0" timeOffset="1808">1283 290 10936,'7'0'379,"2"0"-1039,4 0 0,3-1 343,3-1 1,4 1 316,3-1 0,25-7 0,10-2 0</inkml:trace>
  <inkml:trace contextRef="#ctx0" brushRef="#br0" timeOffset="2093">1437 1 7829,'0'3'1776,"2"1"-1354,0-2 0,3 0-132,0 2 1,3 1 291,3 3 1,2 2-187,2 3 0,1 1 5,3 1 1,0 3-193,-2 4 1,-1 2-253,-4-1 0,0 4-54,-4 1 0,0 3-102,-6-1 1,0 0-565,-4 0 1,-1 2 411,-2-2 0,0-2-308,1-3 0,1-2-52,1-4 711,-2-2 0,-2-7 0,-4-5 0</inkml:trace>
  <inkml:trace contextRef="#ctx0" brushRef="#br0" timeOffset="2326">1777 264 7829,'2'4'288,"0"0"1,3-2 452,0 0 1,1-1-582,2-1 1,2-1 21,3-1 1,0 0-987,0-2 0,2 1 138,0-2 666,3 0 0,12-2 0,7-3 0</inkml:trace>
  <inkml:trace contextRef="#ctx0" brushRef="#br0" timeOffset="2528">1790 341 7814,'6'3'2089,"1"0"-1496,-1-3 0,0 0-345,1 0 0,2 0-243,2 0 0,2-2 66,2 0 0,-1-1-1529,3 1 1458,0 1 0,14 1 0,2 4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2:55.7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122 180 7934,'3'-7'1054,"-2"1"-626,1 0 1,-2 1 784,0 1-423,0 3-373,0-2 1,0 8-85,0 4 1,0 6 91,0 4 1,0 5-264,0 4 0,1 5-156,1-1 0,0 2-592,2-2 0,-3-2 473,2 0 0,-1-1-1430,1 1 1,1-5 195,-2-3 1347,0-2 0,-2-10 0,0-1 0</inkml:trace>
  <inkml:trace contextRef="#ctx0" brushRef="#br0" timeOffset="205">7 353 9285,'-4'0'1489,"2"0"-1282,4 0 0,4 0-135,5 0 0,3 0-103,1 0 1,5 1-272,0 1 1,3 1-1833,1 4 2134,3-1 0,28 6 0,9 2 0</inkml:trace>
  <inkml:trace contextRef="#ctx0" brushRef="#br0" timeOffset="549">462 398 7905,'-13'0'0,"0"0"455,0 0 0,1 0 678,2 0 0,-2 0-738,1 0 1,1-1-286,-1-1 1,3 1-561,-3-1 1,2-1 245,-1 1 1,2 0 178,-1 2 1,4 2 73,1 0 1,1 5 415,-2 0 0,2 3-127,3-2 1,0 3 29,0-2 1,1 2-323,1 0 0,2-3-208,2-1 0,3-2-596,-1-2 0,6-1 450,-1-2 1,2-3-571,0-1 0,-1-5 339,3-2 1,-2-1 29,2-1 0,-3 3 258,1-1 1,-4 3 272,-3 0 0,2 1 283,-2 3 236,-2-2 0,-3 8 510,-3 0 0,-1 6-504,-1 3 0,-2 1-158,-2 1 1,2 0-17,2 0 0,2-1-1165,0 1 0,0-3 287,0-1 505,0-2 0,20-6 0,5-2 0</inkml:trace>
  <inkml:trace contextRef="#ctx0" brushRef="#br0" timeOffset="842">629 456 7854,'-10'4'1354,"1"0"1,2 0-592,1 0 1,0 0 377,2-2-1064,1-2 0,3 3-528,0-6 0,3-1 290,1-4 0,4 0-165,0-3 1,3 3 101,-2-3 0,1 2 110,-1-1 1,2 2 621,-3-1 0,1 2-379,-3 1 1,3 0 1009,-1 2-670,1 1 1,-3 3 143,1 0 0,-2 5-407,0 1 1,-2 7-291,-1 0 1,-1 3-132,1-1 1,-1 2 228,2-2 1,-2 3-1503,3-1 0,-2-1 95,3-1 1393,2-2 0,17-14 0,7-4 0</inkml:trace>
  <inkml:trace contextRef="#ctx0" brushRef="#br0" timeOffset="1116">1065 64 7838,'0'7'0,"-3"1"1159,-1 1 1,-1 4-511,1 0 0,-2 7 457,2 2 0,-3 5-488,-1 3 0,0 4-197,-3 2 0,3 1-217,0 0 1,1-5-31,0-2 1,4-3-284,0 1 0,3-5-400,0-4 1,5-1-1002,1-5 0,5 0 374,-1-7 1136,3 2 0,17-19 0,4 0 0</inkml:trace>
  <inkml:trace contextRef="#ctx0" brushRef="#br0" timeOffset="1365">1270 77 7810,'-10'4'912,"2"-2"0,0 1-502,2-1 1,2 5 442,0-1 1,2 5-165,0 0 0,1 7-1,1 3 0,0 1-370,0 2 0,0 1-234,0 3 0,0 2-47,0-2 1,0 0 109,0-3 0,2 1-685,1 0 1,-1-3 411,-2 1 0,0-4-1497,0 2 0,0-5 1623,0 1 0,0-1 0,0 2 0</inkml:trace>
  <inkml:trace contextRef="#ctx0" brushRef="#br0" timeOffset="1547">1155 321 9675,'0'-4'1543,"3"-1"0,1 3-732,4-2 1,1 3-594,4-2 0,-1 3-491,5 0 1,1 0-466,3 0 1,0 2 737,2 0 0,12 11 0,5 2 0</inkml:trace>
  <inkml:trace contextRef="#ctx0" brushRef="#br0" timeOffset="1834">1354 0 7804,'4'0'794,"0"0"1,-2 1 350,3 1 0,-1 2-528,2 2 0,3 3 857,-1 2 0,4 4-506,-2 2 1,2 2-207,-2 3 1,2 0-317,-4 1 0,1 2-107,-3-1 0,0 3-204,-2 1 1,-1 0 71,-3 0 0,-3 1-715,-4 3 0,-3 5 382,-5-1 0,-1 1-1663,-3-3 0,-1 2 58,-2 2 1,0 0 1730,-1-2 0,-22 11 0,-3-1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2:58.5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109 20 8076,'0'-4'2142,"-2"-1"-1575,1 4 1,-2-1-137,3 4 0,3 5 66,1 6 0,5 3-99,1 6 1,2 1-176,1 5 1,0 1-192,0 3 0,2 0-217,0 0 1,1-2-1048,-1 0 1,-2-6 694,2-3 0,-4-2 537,0-7 0,-6-6 0,1-7 0</inkml:trace>
  <inkml:trace contextRef="#ctx0" brushRef="#br0" timeOffset="234">0 328 7910,'4'-3'718,"-1"1"-293,-3-2 0,0 0 318,3-3 0,3-2-261,5-2 0,7-4-148,3-4 0,7-6-952,4-5 1,3-2 401,3 0 1,-2 6 215,-2 2 0,7 7 0,2 1 0</inkml:trace>
  <inkml:trace contextRef="#ctx0" brushRef="#br0" timeOffset="519">513 135 7910,'-6'9'0,"0"1"0,-1 0 0,4 0 1616,1-4 0,4 1-718,2-1 1,4 0-153,3-2 0,4-1-489,2-3 1,2 0-333,0 0 1,5-1-468,-1-1 0,3-2-780,-2-2 1,1-3 1321,1 1 0,5-4 0,2 2 0</inkml:trace>
  <inkml:trace contextRef="#ctx0" brushRef="#br0" timeOffset="1008">796 1 7887,'0'4'3034,"0"0"-2204,0-2-602,0 3 1,3-4 61,1 1 0,4 1-75,3-1 0,3 1-811,1-1 0,3-1 174,-1 4 0,1-1-214,-1 2 0,1 2 427,-3 0 1,-2 4 134,-3 3 1,-4 3 534,1-1 1,-5 4-302,0 0 1,-5 1 10,-3 0 0,-2-5-74,-2 0 1,1-4 138,-2-2 1,3-2-378,-3-2 0,3-4-544,0-1 0,1-1 685,0-1 0,-2-25 0,-1-8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00.8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148 264 7887,'4'-7'-120,"-2"1"-60,-2 0 1,0-1 1008,0 1 0,3 1 283,-1 1-58,3 0-678,-2 0 1,4 2 85,-1 4 1,-2 3-62,-2 3 0,-1 3-37,1 4 0,-1 2-254,1 4 1,-4 1-191,-2 2 1,-4 1 57,-1-2 0,-1 2 135,1 1 1,-4-1-470,0-2 0,-1-3 205,1-2 1,-2-6-351,0 0 0,0-6 84,2-2 1,3-4-5,1-4 1,2-2 122,1-6 1,2 0-31,2-3 1,1-1 431,1-1 0,0 0-93,0 0 1,1 3 109,1-1 1,2 2-70,2 0 0,1-2 399,2 3 1,-1-2-111,3 6 0,0 1 41,4 3 0,-2 2-4,2 0 1,0 2 68,0 2 0,-2 5 15,2 4 1,1 1-181,-1 0 0,0 1-186,-2 0 0,0 0 106,2 0 1,-1-3-152,1-2 0,-4-1-141,0-3 0,-1 1-285,0-3 1,2 0 137,-1-5 1,-2-1-230,0-4 1,-2-2 31,-1-3 1,-1 0 166,-1 0 1,-3-2-78,2 0 0,-3 0 77,-3 0 0,-1 0-116,-4-2 0,0 3 34,-3-1 0,0 1-2,-1 2 1,-3 2 175,0 1 1,0 2 1,2 1 0,0 2 125,0 2 1,0 1-104,1 1 1,1 2 133,0 2 1,5 1-52,0 5 0,2-1-201,-1 2 1,3-1-35,4 0 303,2 0 0,20-1 0,3 1 0</inkml:trace>
  <inkml:trace contextRef="#ctx0" brushRef="#br0" timeOffset="327">558 469 7887,'0'7'0,"0"1"0,-2 1 0,1 0 1417,-1-1 1,1 2-654,1 3 0,0 5-502,0 1 0,0 5-426,0-1 1,0 2-1033,0 1 1196,3-3 0,0-10 0,4-4 0</inkml:trace>
  <inkml:trace contextRef="#ctx0" brushRef="#br0" timeOffset="871">1007 59 7882,'0'-5'715,"0"1"1,0 3-152,-2-2 1,1 3-177,-1 3 1,-1 3-15,1 5 1,0 7-160,2 3 0,0 4 106,0 3 1,0 4-156,0 7 0,0 2-141,0 4 0,3-4-146,1-2 1,1-4-343,2-5 1,-1-1-960,1-5 0,-1-4 1422,1-7 0,5-3 0,1-1 0</inkml:trace>
  <inkml:trace contextRef="#ctx0" brushRef="#br0" timeOffset="1085">866 309 7882,'5'0'1066,"-1"0"1,1 0-673,3 0 0,3-1-398,4-1 0,3 0 71,5-2 1,2 3-68,5-1 0,51 1 0,15 1 0</inkml:trace>
  <inkml:trace contextRef="#ctx0" brushRef="#br0" timeOffset="1345">1303 334 7882,'-3'4'477,"2"2"0,-2-3 45,3 4 1,0-3 317,0 0 0,1-2-257,1 3 0,2-4-184,5 1 1,3-1-842,3-1 1,5 0 333,-1 0 0,5 0-481,-1 0 0,1 0 347,0 0 0,0 0 242,-3 0 0,12 3 0,1 0 0</inkml:trace>
  <inkml:trace contextRef="#ctx0" brushRef="#br0" timeOffset="1670">1521 213 7882,'-3'3'0,"-2"-1"1755,0 2-1191,1-3 0,2 2-198,4-1 0,5-1-113,3 1 1,5-1-594,2-1 0,2 2-34,0 0 0,0 1-272,1-1 0,-1 1 490,0 1 0,0 3 9,-2-1 0,-4 1 299,-5 4 1,-1-1-164,-3 3 1,-2 3 792,-4 1 0,-2 2-384,-5 0 1,1-2-13,-3 0 0,1-1-421,-3 2 1,1-3-555,1-5 0,2 0 589,2-4 0,-10-22 0,-4-7 0</inkml:trace>
  <inkml:trace contextRef="#ctx0" brushRef="#br0" timeOffset="2208">2027 123 7882,'0'3'256,"-3"-1"1,3 2 517,-2 0 0,0 3-247,0 1 1,1 2-120,-1 3 1,2 1-137,0 1 1,0 2-901,2 4 1,2-3-172,2 1 0,1-4 799,-1 0 0,12-19 0,3-4 0</inkml:trace>
  <inkml:trace contextRef="#ctx0" brushRef="#br0" timeOffset="2335">2143 142 7902,'-3'10'0,"2"0"376,-1-2 0,1 2-59,-1 3 0,1 2-285,-1 0 1,1 2-147,1-2 0,0 3-747,0-1 861,0-1 0,-6 0 0,-1-4 0</inkml:trace>
  <inkml:trace contextRef="#ctx0" brushRef="#br0" timeOffset="2636">1950 142 7902,'-6'0'825,"2"0"0,-1-1-65,3-1-61,-3 1-69,5-4 0,0 1-207,4-2 0,4-1 111,3 1 0,3-1-168,1 1 0,3 0 182,-1 2 0,0-1-105,0 3 0,-1 0 280,1 2 0,-2 3-106,-4 1 0,0 2 70,-2 3 1,2 0-226,-3 2 0,-2 0-180,-1-2 0,-2 2-181,2-3 1,0 1 67,0-3 0,0 0-676,2 1 1,-1-4 209,1 0 1,1-3-889,1-3 0,2-1-15,0-4 1,1-2-532,1-3 1,2-2-519,0 0 2249,0-3 0,-3-4 0,1-4 0</inkml:trace>
  <inkml:trace contextRef="#ctx0" brushRef="#br0" timeOffset="2878">2393 1 7902,'-4'6'0,"-1"1"1371,3-1 0,-1 3-597,1 2 0,2 1 163,-3 1 0,3 3-397,0 4 0,0 2-146,0 3 1,-1 4-165,-1 1 1,0 1-124,-2 1 1,0 0-139,-3 0 1,-1 0-245,-1 1 1,1-4-948,1 1 1,0-3 605,0 1 0,0-1 616,5-2 0,0-2 0,2-1 0</inkml:trace>
  <inkml:trace contextRef="#ctx0" brushRef="#br0" timeOffset="3197">2502 283 10096,'6'0'2618,"1"0"-2211,-1 0 0,1 2-527,-1 0 0,1 0-3,2-2 1,-2 3-96,1-1 0,0 1 331,-2-1 1,0-1 209,-2 3 0,-1-1 23,0 1 0,-3 0-215,2 3 0,-4 1 329,-2 1 0,-4 2-133,0 0 0,-4 1 147,2 1 0,0 2-132,-1 0 1,3-1-3,0-3 0,0 1-178,2-2 0,2 0-150,2-2 1,2-1-747,0 0 0,3-4 495,4-1 1,2-1-394,4-1 0,2-1 281,0-1 0,2-3-2379,0-4 2730,5-2 0,4-8 0,3-4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12.724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86 233 7983,'-8'0'866,"3"0"95,0 0-508,3 0 0,-2 2 278,1 1-289,3 3 0,-4-1-150,4 5 1,3 0-27,-1 3 0,2 0-63,-2 5 1,0-1-85,3 4 0,-3 0-225,0 2 0,2-3-167,-2 1 0,2-1-272,-2 0 1,-1 2 41,2-4 0,-2 0-440,-1-3 1,2 0 249,1-2 693,-1 1 0,5-8 0,2 0 0</inkml:trace>
  <inkml:trace contextRef="#ctx0" brushRef="#br0" timeOffset="442">16 557 7983,'-4'0'0,"0"0"0,1 0 396,2 0 175,-2 0 1,3 4-162,0 1 1,1 2 13,1 4 1,0-2-63,3 4 0,0-1-194,3 1 1,2 2-114,1-3 0,-1 2 82,-2-1 0,2 1-230,0-4 0,1-2 80,-4-3 1,1-3-108,0 0 0,0-1 85,-1-1 1,1-1-69,0-1 1,0-4-189,-1-4 1,0-4-66,-2-4 0,1-1-167,-3 1 0,0-2 18,0-3 1,-2 3-883,1 2 1387,-1-2 0,-8-6 0,-1-6 0</inkml:trace>
  <inkml:trace contextRef="#ctx0" brushRef="#br0" timeOffset="734">47 256 7983,'-7'0'159,"2"0"0,-2 0 763,2 0-122,2 0-234,-1-4 1,10 3-212,2-5 1,5 2-255,0-1 0,4-1-173,1 3 1,4-3 36,-2 1 0,3 2-491,0 0 526,0 2 0,14 1 0,3 0 0</inkml:trace>
  <inkml:trace contextRef="#ctx0" brushRef="#br0" timeOffset="1716">673 132 7886,'-8'-8'88,"1"1"0,-1 2 214,0-1 1,1 1 472,2-2 1,-4 0-414,1 2 0,-1-2-299,1 5 0,-2-3 51,-1 2 1,-2 1 81,0 2 0,1 4-6,-1 4 1,3 3-5,0 4 1,1 4 7,2 2 1,2 1-54,3 1 0,1 0-37,1-3 0,2-1-411,3-4 0,1 1 207,7-1 1,0-5-396,6-2 0,-2-6 214,3 1 1,-2-6 9,3-2 1,-4-5 125,1-3 1,-2-2-32,0 0 1,-2-4-29,-1-2 1,-1 2 12,-5 1 1,-2-1 50,-3 1 1,-2-2 47,-2 2 1,-3 0 39,-2 2 0,-5 1-119,-1-1 0,0 3-110,0 2 0,-1 2 50,4 6 1,0 1-381,2 2 611,0 0 0,11 24 0,2 6 0</inkml:trace>
  <inkml:trace contextRef="#ctx0" brushRef="#br0" timeOffset="1982">874 233 7930,'-8'3'844,"1"-2"-71,-1 2 57,0-3 1,3 0-474,0 0 0,3-3-137,0-2 0,1-3 17,1-2 1,0 0-3,0-3 0,1 1-28,1-4 0,0 1-70,3-1 0,0 2-97,3 1 1,0-4-90,-1 4 1,2-2-297,1 5 0,0-1-360,3 4 0,-1 0 374,4 2 0,-1-1-726,1 3 0,-1 1 1057,1 5 0,13 25 0,3 10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17.42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47 372 7929,'-5'4'682,"1"2"24,2-4-166,1 1-347,-3-3 1,10 0 27,2 0 0,2-3-55,1-3 1,1 0-107,3-2 1,1 0-106,-1 0 1,0 0-43,-3-2 0,3 1-43,-2-1 1,-2 1-14,-1 1 0,-1-2-64,-1 0 0,-4 2-88,-1 3 114,-3 0 0,-3-2 21,-2 2 0,-5 0 20,-3 3 1,-2 1-13,0-2 1,-2 0 107,-1 0 0,2 1 108,-2 2 1,2 3 47,0 2 1,3 3 294,0 2 1,4 2-31,-1 4 1,2 0 156,3 2 1,1-1-230,4 1 0,0 0-59,0 0 1,4 1-248,1-4 0,3-3-284,2-2 1,2-2-402,3-3 1,4-1 129,2-4 0,1-4 556,1-1 0,32-36 0,6-10 0</inkml:trace>
  <inkml:trace contextRef="#ctx0" brushRef="#br0" timeOffset="408">394 209 7929,'-7'-3'-137,"-1"2"764,0-2 0,0 0-230,-3 0 1,3 2-146,-3 3 0,3 3-31,0 2 0,0 5 0,-3 0 0,3 3 33,-3 0 0,4 1 84,2-1 0,-2 2 8,5 1 0,-1-5-229,3 3 1,1-6-140,2 0 0,1-1 2,4-1 1,3-4-253,2-1 0,-1-3 132,1-3 0,0-2-58,2-5 1,1 0-105,-1-3 0,0 3-294,-3-3 0,3 3 146,-2-3 1,-2 1 236,-1-1 1,-2 2 223,-3 3 152,2 0 231,-6 4 1,2 2-171,-6 8 1,0 0 196,-3 6 0,0 1-168,0 3 0,2-1 94,-1 1 0,1 3-29,-2 1 1,3 0-147,3 1 0,-3-1-196,1 3 1,-1 0-124,3-3 1,1 2-359,2-4 1,0 0-16,2-3 1,2 1-517,-2-1 0,3-4 321,2-3 715,-1 0 0,9-42 0,-2-5 0</inkml:trace>
  <inkml:trace contextRef="#ctx0" brushRef="#br0" timeOffset="775">588 233 7929,'-8'4'233,"0"3"0,3-6 415,0 5 1,1 0-154,-2 4 1,2-1-199,1 4 0,3-3-112,-3 3 0,2 0-13,1 3 1,4-1-94,1 1 1,-1-4-88,1-2 0,1 0-376,5-2 1,-3 1 356,2-7 0,0 1 26,0-3 0,-1-4-958,1-1 1,-1-3 445,-2-2 0,1-2 165,0-3 1,0-2 140,-1-1 1,1 2 148,0-2 0,-3 2-21,0 0 0,-2 1 208,2-1 0,-4 4-8,2 2 0,-1 2 389,0 3-23,-1 2 0,3 3-175,-4 3 0,0 2-12,0 6 1,-3-2-156,0 4 1,1 2-144,2 3 1,0 0-25,0-2 1,0-1-294,0 1 1,1-2 45,1-1 0,0 1 269,3-4 0,7 1 0,5-4 0</inkml:trace>
  <inkml:trace contextRef="#ctx0" brushRef="#br0" timeOffset="973">850 279 7927,'0'8'577,"0"-1"-330,0 1 0,0 0-131,0 0 1,0 2-17,0 0 0,0 1-103,0 0 1,0-3-209,0 2 0,1-1-1078,2-1 1289,1-4 0,11-14 0,1-7 0</inkml:trace>
  <inkml:trace contextRef="#ctx0" brushRef="#br0" timeOffset="1140">889 86 7909,'-8'0'712,"0"0"1047,1 0-1149,-1 0-560,4 0 0,0-1-808,4-2-428,0 2 0,1-2 1186,2 3 0,11 7 0,7 1 0</inkml:trace>
  <inkml:trace contextRef="#ctx0" brushRef="#br0" timeOffset="1415">974 1 7909,'-4'0'246,"-3"3"0,6-1 430,-2 3 0,0 0-379,0 3 0,2 3-281,3 2 1,0 2-47,3 0 1,-2 6 47,2 3 0,-3 3-103,3-1 1,0 3-138,0-1 1,1 5-327,-4 0 0,2-2 51,-2-6 0,-1-2 497,2-2 0,1-12 0,0-7 0</inkml:trace>
  <inkml:trace contextRef="#ctx0" brushRef="#br0" timeOffset="1632">1136 271 7893,'0'8'0,"-2"2"361,-1 0 0,0 3-53,3-2 1,0 2-455,0-3 0,0 3-199,0-3 0,0 0-891,0-2 742,4 0 494,-3 0 0,9-14 0,-1-4 0</inkml:trace>
  <inkml:trace contextRef="#ctx0" brushRef="#br0" timeOffset="1790">1128 86 7893,'-6'1'109,"0"1"107,-1-1 1,7 6 107,-3-2-324,2-2 0,15 25 0,3 2 0</inkml:trace>
  <inkml:trace contextRef="#ctx0" brushRef="#br0" timeOffset="2276">1237 32 7893,'-5'0'0,"-2"0"315,7 0 0,-4 1 624,4 1 1,0 0-493,0 3 1,0 1-309,0 4 0,0 2-119,0 4 1,0-1-188,0 1 1,0 0 195,0 2 0,0 1-109,0 1 0,3-1-26,-1-3 1,1-4-693,-3-2 326,3 2 1,2-7 161,2 0 1,1-3 74,0-2 1,-1 0 195,1 0 0,0-2 239,0-1 0,0-3-73,3 1 1,-3 1 228,2 2 1,2-2-131,-2 2 0,0-3 14,-2 2 0,2 1 95,0 2 0,1 0-65,-3 0 1,-1 0-172,1 0 0,-1 3 4,-2 2 1,1 2-149,-3 1 1,-1 0 82,-2 3 1,0-2-101,0 4 1,-3-3 141,-2 3 0,-2-3 12,-1 3 1,-1-3-18,-1 0 0,1-1-22,-4-2 0,2-2-104,-1-3 1,-1-1-93,-3-1 0,4 0-188,2 0 1,-1-1-90,0-1 0,2-3-291,4-2 1,-1-4 126,3 1 1,2-3-947,3 3 1530,-1-4 0,44-25 0,6-11 0</inkml:trace>
  <inkml:trace contextRef="#ctx0" brushRef="#br0" timeOffset="2541">1515 279 7884,'0'8'242,"-4"-1"1,3 1 380,-1 0 0,1-3 232,1 0-285,0 0-502,0 3 0,3-3 87,-1 0-155,1-3 81,-3 1 1,1-3 13,1-3 1,-1-1-75,2-4 0,0 0-246,0 1 1,0-4-155,0 1 1,-2-1 179,4 0 1,0 2-181,0-4 1,2 4-103,-2-2 1,2 0-281,0 1 1,2 0 760,1 2 0,23 4 0,8 0 0</inkml:trace>
  <inkml:trace contextRef="#ctx0" brushRef="#br0" timeOffset="2766">1739 256 7372,'-5'0'1651,"2"1"-928,3 1-499,0-1 0,0 6-44,0-2 0,-3 2 44,1 1 0,-1 3-165,3 2 0,0-1-251,0 1 0,0-3-417,0 3 0,0-3 609,0 3 0,14-21 0,3-2 0</inkml:trace>
  <inkml:trace contextRef="#ctx0" brushRef="#br0" timeOffset="2941">1824 63 7842,'-5'3'360,"-1"-1"452,4 3-503,-4-3-282,5 4 1,-2-1-404,3 2 1,0 2 375,0 1 0,13 23 0,4 8 0</inkml:trace>
  <inkml:trace contextRef="#ctx0" brushRef="#br0" timeOffset="3294">1916 209 8345,'-2'6'1117,"-1"-1"0,0-3-729,0 3 1,2 1 71,-1 1 0,1 4-95,1-1 1,0 4-70,0-2 0,0 3-189,0 1 0,0-1-129,0 0 1,3 0-88,-1-2 1,5-2-295,1-3 0,-1-4 56,4-1 0,0-2-398,-1-1 0,1-4 203,0-1 0,-2-5 145,4 0 1,-4-4 137,2 2 0,-3-3 140,0 0 0,-3 2 198,0 0 77,0 3 0,0-1 957,-3 3-304,3 4-90,-4-3 0,2 7-55,-3 0 0,1 4-263,1 3 1,-1 4-179,2-1 1,-2 4 0,-1-1 0,0-1-480,0 1 0,2-1-332,1 0 1,0 2-1599,0-4 2186,1 1 0,11-3 0,1-1 0</inkml:trace>
  <inkml:trace contextRef="#ctx0" brushRef="#br0" timeOffset="3768">2241 325 7818,'0'8'1014,"-3"-3"-231,1 0-92,-4 0 1,5 3-388,-2 0 0,2 0-144,1-1 1,0-2-43,0 1-476,0-1-921,0-1 856,0 0 1,1-5 0,2-2 0,0-2 181,2-5 1,2 0-49,-1-3 1,-2 0 131,1-2 0,0 0 278,3-1 0,-3 1-128,0 3 0,-1-2 174,2 4 1,0-1 423,0 4 1,-2-1-95,1 0 1,-2 1 119,2 2 1,-3 2-218,3 3 1,-2 0 2,2 0 1,-3 4-212,0 4 0,-1 3-124,-1 4 0,0 1-43,0-1 0,0-2-249,0 0 1,3-3-141,0 3 1,-1-3-273,-2 0-20,4-2 0,0-3 286,4-3 1,-1-2-3,1-2 0,1-3 250,1-2 1,1-4 132,2 1 1,1-3 67,-1 3 1,-1-3 315,-2 3 0,1-1 279,-1 4 0,3 0-211,-3 2 1,1-1 11,-3 3 1,-3 1 66,0 5 0,-3 2 114,4 5 1,-5 2-264,2 4 0,-2 2-123,-1 0 0,0 3-62,0 0 1,-3 1 103,1 2-312,-1-1 0,-11 0 0,-3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26.25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248 124 7930,'-6'0'356,"1"0"1,3 0 312,-3 0-555,-1 0 0,-1 0-77,-1 0 0,-1 0-177,-1 0 1,1 3 196,-1 2 0,-1 0-106,1 0 0,-3-2 47,3 2 0,-2-1-129,2 1 0,1 1-29,-1-3 0,5 0 127,2 0 0,0-2 137,0 5 0,1-4-10,2 3 0,1-2 137,1 2 0,3-1-74,2 1 0,1 2-32,0-2 0,2 2-70,0 1 0,2 0 14,-2 0 0,-2-1-172,3 1 1,-3 0 66,0-1 1,0 1-40,-1 0 0,-1 0 104,-1-1 0,-3 1-4,0 0 1,-2 2-39,-2 0 1,-4 1 16,-4-4 0,1 4-52,-4-1 0,0-1-118,-3-3 1,-2 0 24,0 0 0,0-3-67,3 0 1,-1-3-181,1 0 1,3-2 18,2-1 1,2-3-457,3 1 825,1-5 0,42-33 0,9-11 0</inkml:trace>
  <inkml:trace contextRef="#ctx0" brushRef="#br0" timeOffset="340">302 170 7930,'-8'5'324,"1"1"-133,2 0 1,-1 0 369,3 2 0,-2 0-147,3 0 1,-2 3 52,2 2 0,1-1-210,-2 1 0,2-1-50,1 4 1,4-4 11,1-2 1,-1-1-369,1-1 0,1-3-514,5 0 1,-3-3 380,3 0 0,-2-4-188,1-4 1,0-1 176,3-4 1,-3-1-111,3-3 1,-4-1 29,2 1 0,0 0 22,-1-1 0,-1 1 371,-3 3 295,0 0 362,-1 5-439,-1 2 0,-1 8 238,-3 5 0,0 5-259,0-1 1,0 3 24,0 1 0,0 2-120,0 0 1,0 0-138,0-3 0,3 0-632,0-2 0,2-2 647,-3-4 0,18-6 0,2-2 0</inkml:trace>
  <inkml:trace contextRef="#ctx0" brushRef="#br0" timeOffset="808">564 0 7930,'0'8'229,"-2"-3"183,-1 0 0,1-1-192,2 3 0,0 0-13,0 6 0,0 0-113,0 3 1,0 2-174,0 3 1,2 1-223,1-2 1,-1 2 120,-2-1 1,3 0-76,-1 0 1,1-3 191,-3-5 0,3-2-51,-1-3-64,1 0 0,-2-4-40,1-2 0,0-3 174,3-2 0,-2-3 39,2 1 0,0-2 147,3-1 0,-1 2-50,1 0 0,0 0 89,0 0 0,0 2-130,2-1 1,0 3 93,3 0 0,-1 0-16,1-1 1,-1 3 0,-2-3 1,-1 3-42,4 3 0,-3-2-23,0 4 0,-1 1-18,-2 1 0,-2 1 67,-3 0 0,2 0-8,-2 3 1,0-2-77,-5 4 1,1-4-77,-6 2 1,1 0 26,-6-1 0,3 0-132,-3-2 0,0-1 93,-2-2 1,-3 1-97,0-3 0,0-1-61,2-2 1,3 0-100,1 0 0,2-3-66,0-2 1,5-5 54,2 0 1,2-3 323,1 3 0,28-21 0,6-3 0</inkml:trace>
  <inkml:trace contextRef="#ctx0" brushRef="#br0" timeOffset="1225">1028 178 7861,'-12'-4'192,"-3"-3"0,6 3 314,-4-1 0,4-1-125,-2 4 1,-1-1-214,-1 3 0,2 0-290,1 0 266,1 0 0,2 4 40,2 1 0,2-1-83,3 1 1,0 0-68,0 3 0,0 0-111,0-1 1,3 1 103,2 0 1,2 0-180,1-1 0,2 1-44,1 0 1,0 0-37,-1-1 1,-1 0 149,1-2 0,-1 2-95,2-2 1,-3 2 118,3 1 1,-5 0 6,-1-1 1,-4 4 181,2-1 1,0 0-124,0-2 1,-1 0 154,-5-1 1,-2 1 13,-5 0 1,0 0-104,-3-1 0,1-2-144,-4-3 1,1-1-222,-1-1 1,-2-1-52,0-1 0,3-3-369,2-2 0,3-2-320,-3-1 1031,7 1 0,19-23 0,13-1 0</inkml:trace>
  <inkml:trace contextRef="#ctx0" brushRef="#br0" timeOffset="1700">1097 441 7861,'-3'23'1064,"0"-3"-666,-3-2 1,0 1 15,4 2 1,-1-1-214,3 0 1,0 0-177,0 1 1,1-2 41,2-4 1,-2-3-355,1-2 255,2-5-106,-3-1 0,4-6 20,-3-3 1,-1-1 93,2-7 0,-3-1-308,0-4 0,0-1 56,0-5 1,0 0 57,0-1 0,0 0 98,0-4 1,0 2-127,0-1 1,0 1 184,0 4 1,0 0 90,0 0 0,0-1 23,0 1 1,3 3-90,0 2 0,3 6 299,-1 1 0,-1 3-41,1 3 1,0 2 46,3 3 0,2 1-126,1 1 1,2 3-51,-3 2 1,3 2-53,-3 1 1,3-1-110,-3 1 1,3-1-38,-3-2 1,-2 1 93,-3 0 1,0 0 51,0-1 1,-2 1 12,-3 0 1,0 0 130,0-1 1,-1 1-126,-1 0 1,-3-1 20,-2-2 1,-4 2-52,1-2 1,-4-2 17,1 0 1,0 0-333,0 0 0,-2-1 149,2-2 1,0 0-531,0 0 1,-1 0 84,4 0 0,2 0-527,3 0 1107,3 0 0,16-13 0,7-5 0</inkml:trace>
  <inkml:trace contextRef="#ctx0" brushRef="#br0" timeOffset="2059">1491 217 7847,'-4'0'0,"-3"-3"183,2 0 1,1 1 368,-1 2 0,0 0-218,-3 0 1,-1 0 11,-1 0 0,1 1-71,-4 1 0,0 3 101,-3 2 1,3 2-2,1 1 0,2 0-96,0 3 0,1-1-218,1 4 1,4-3 22,2 0 0,1-1-42,1 1 0,1-2-106,1-4 0,5 1-336,3 0 1,2-4 75,-2-1 0,1-3-338,2-3 0,1-1-96,-1-4 0,-1-2 279,1 0 0,-2-4 314,1 1 1,-2 2 167,0 0 1,-1 3 260,-2 0 1,-1 0-39,-1 1 150,-4 2-195,3 2 1,-4 6 249,0 3 1,0 1-231,0 4 0,0 0-26,0 2 1,0 1-787,0-1 0,0-1 113,0 1 498,0-4 0,3 6 0,2-3 0</inkml:trace>
  <inkml:trace contextRef="#ctx0" brushRef="#br0" timeOffset="2307">1708 232 7824,'-8'-3'799,"0"2"-431,1-2 0,-1 2 142,0 1 0,0 0-84,-3 0 1,3 1-161,-3 2 1,3 1 22,0 4 1,3 0 87,0-1 0,0 4-109,0-1 1,1 4-60,1-2 0,3 3 180,-3 1 0,3-4-94,3 1 1,-2-1-87,4 1 0,1-2-237,1-3 0,1-1-317,0-2 1,2 1-738,0-3 0,2-1 1082,-2-2 0,16-17 0,6-4 0</inkml:trace>
  <inkml:trace contextRef="#ctx0" brushRef="#br0" timeOffset="2684">1909 263 8155,'0'4'1072,"0"0"0,3-5-1124,2-2 1,2 2 129,1-5 1,0 4-271,-1-3 1,0 2 36,-2-2 0,2 1-94,-2-1 0,2-2 154,1 5 0,-3-4-149,0 1 1,-3 0-184,1 0 208,-3 0 1,0-2 171,-3 2 0,-1 2-62,-4 3 0,-3 0 385,-2 0 0,1 0 189,-1 0 1,1 3 405,-1 2 0,-1 3-252,4 2 1,0 0 278,2 3 1,1-3-415,2 3 0,-1-1-39,3 1 0,2 1-14,3-1 0,3-1-113,6 1 0,-2-3-528,4 0 1,1-2-198,4-3 0,-2-2-427,2-3 1,1 0-71,-1 0 1,0-3 903,-2-2 0,2-23 0,2-5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38.81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158 262 7872,'2'-3'207,"-1"-3"1,3 2 967,-2-2-719,2-1 0,1 1-173,0-1 1,-2 0-202,0 1 1,-3-1 83,3 1 0,-3 1-96,0 1 1,-3 2 133,-1-2 0,-4 2-101,-1 0 0,0 1 37,0 1 0,0 1-225,-2 1 1,-2 0-42,2 2 1,2 0 12,0 3 1,3-1 37,1 1 0,0 0 52,3 2 1,0-2-8,2 2 1,0-2 68,0 0 1,1-1-5,1 1 1,4-1-31,2 1 1,2-1 4,-2-2 1,3 2-10,2-2 1,-2 0 15,0 0 0,-1 0-104,1 0 0,-2 2 87,-2-1 1,-1 0-7,-2 2 0,-1-1 28,-3 1 1,-1 2-1,-1-1 1,-5 2-69,-4-1 0,1-2-76,-1 2 0,-2-2 5,-2 0 1,0-4-35,2-1 0,-3-1-133,1-1 0,0-1 34,2-1 0,2-1-168,3-4 0,0 0-7,2 1 1,2-3-566,2 0 990,1 1 0,25-8 0,5-1 0</inkml:trace>
  <inkml:trace contextRef="#ctx0" brushRef="#br0" timeOffset="192">308 275 7872,'-3'7'368,"-1"0"70,2-1 1,1 1 33,-1 2 0,1-1 306,1 3 0,-2-3-534,0 1 1,0-1-410,2 0 1,0 0-863,0 0 1,2-2 189,0-2 1,1 0 836,-1 0 0,7-24 0,5-10 0</inkml:trace>
  <inkml:trace contextRef="#ctx0" brushRef="#br0" timeOffset="334">341 72 7872,'-4'0'1006,"-1"0"0,3 1-1058,-2 1 0,2 0-364,0 2 0,1 0 416,1 3 0,9 23 0,2 6 0</inkml:trace>
  <inkml:trace contextRef="#ctx0" brushRef="#br0" timeOffset="593">433 380 9020,'-4'-3'525,"0"0"-148,2-4 1,1 0-480,-1-2 0,2 0-192,0-4 0,0 2-219,2-5 1,0 3 369,2-1 0,1 1 256,4 0 1,-2 3 2,2 1 0,-2 3 165,0 1 1,-1 2-42,1 3 0,0 1 136,-1 1 1,1 5-20,-1 4 1,-2 1-24,-2 1 0,-1 3-95,2-1 1,-3 2-510,3-1 0,-3 0-425,0-1 0,0 1 429,0 1 266,0-1 0,3 3 0,1 2 0</inkml:trace>
  <inkml:trace contextRef="#ctx0" brushRef="#br0" timeOffset="1071">734 308 7872,'0'-9'413,"0"1"157,0-3 1,0 1-184,0-1 0,1-1 9,1 3 1,-1 0-212,1 0 0,-2 2-208,-2-2 1,-2 5-437,-3 2 1,0 1 222,-2 1 0,-1 3 0,-3 1 1,0 5 358,0 2 0,0 1 265,3 1 0,0 2-145,4 1 1,0-3 150,1-2 1,2-2-243,3 1 0,0-2-19,0 1 1,3-2-356,2-3 0,1-1-41,0-3 1,4 0-191,0 0 1,3-3 147,0-1 1,0-4-207,0-1 0,0-2 201,0 2 0,-2 1-25,-3 1 0,0 1-124,-2 2 294,-2 1 145,-1 3 0,-3 6 112,0 3 1,-3 3 255,-2 3 0,0 2-89,-2 3 1,3 0 214,-1 2 1,1 1-73,-3 3 1,1 0 111,-1-2 0,3 2-121,0 0 1,0-3-21,0 1 1,-2-2-276,1-3 0,2-1 31,-2-1 0,3-5-78,-2-1 0,-1-6 41,-1-3 1,2-1-200,-1-1 1,1 0-43,-3 0 0,1-5-159,-1-2 0,1-4-148,-1 0 1,0-3-343,1-2 1,2-2-1305,-1 1 2102,4-2 0,1-10 0,3-1 0</inkml:trace>
  <inkml:trace contextRef="#ctx0" brushRef="#br0" timeOffset="1445">871 243 7872,'-6'3'250,"-1"3"1,3-3 407,0 1 1,2 2-284,0-1 0,1 1-148,1 3 0,0-1 280,0 3 1,0-3 393,0 1 1,0 0-594,0 0 0,0-1-280,0-1 1,2-3-458,1 1 0,2-4-43,-1 1 0,2-1-399,0-1 1,3-3 241,0-1 1,2-4-364,-2-1 0,2 0 619,-3 0 1,3 1 179,-2-3 0,2 1 142,-2-1 0,-1 1-109,-1 4 1,-1 1 433,1 1 0,-1 3 58,1-2-33,0 3 1,-2 3-68,0 4 0,-2 0 108,0 4 1,-3-2-168,2 2 1,-1 0-183,-1 2 0,0-1-203,0-1 0,0 1 212,0-4 0,0 4 0,0-2 0</inkml:trace>
  <inkml:trace contextRef="#ctx0" brushRef="#br0" timeOffset="1685">1160 46 7872,'0'5'791,"0"-1"1,0 0-290,0 3 1,0 2 28,0 2 0,0 4-128,0 3 0,0 3 46,0 1 0,-3 3-422,1-1 1,-3-1 49,1 1 0,0-3-760,0 1 1,2-2-117,-3 0 1,4-3-1503,-1 1 2301,1-4 0,4-3 0,0-6 0</inkml:trace>
  <inkml:trace contextRef="#ctx0" brushRef="#br0" timeOffset="2121">1369 262 7872,'0'-6'-176,"0"-4"0,0 3 371,0-2 1,0 2 482,0 0 1,0 0-226,0-2 1,0 3-52,-3-1 1,0 2-128,-4 2 1,0 0-39,-2 1 1,1 2-25,-3-3 1,2 6 203,-1 1 0,1 2 57,-2 3 1,3-1-64,-1 3 0,2 0 122,0 2 0,3 0-261,0 0 0,0 0-116,0 1 1,1-4-154,3 1 0,0-2-281,0 2 1,0-3-485,3 1 0,2-5 440,4-2 1,3-1-651,-1-1 1,3-1 312,2-1 0,-1-4 101,-2-2 0,0-4 158,0 1 0,0 1 124,-3-1 0,0 1 165,-4-1 0,-2-1 174,-2 3 0,-1 1-11,-1 1 152,0 3 1,-3 2 265,-1 2 0,0 2-138,0 3 1,-1 3 35,-1 1 0,1 2-187,1 0 1,3 2-161,-2 0 0,3-2-148,0-1 0,0 1-388,0 2 0,3-2-1539,1 0 2054,2-3 0,27-10 0,6-6 0</inkml:trace>
  <inkml:trace contextRef="#ctx0" brushRef="#br0" timeOffset="2369">1533 328 7853,'-7'3'200,"1"3"371,-1-4 52,4 3-163,-3-2 1,5 2 7,-1-1-370,1-2 3,1 1 148,0-3 1,1-3-24,1-2 0,-1-1-224,1 0 1,0-3-89,0 0 0,-1-1-130,4 1 1,-2-2 0,2 2 0,0 0 667,0 0 0,1 2-111,0-2 1,4 2-693,0 0 1,1 1-93,0-1 0,2 3-309,2-1 1,3 4 751,0-1 0,12 10 0,4 3 0</inkml:trace>
  <inkml:trace contextRef="#ctx0" brushRef="#br0" timeOffset="2762">1769 0 7853,'0'4'304,"0"2"0,3-5 455,1 4 1,3-1-294,1 3 0,3 0-107,2 2 1,3 1-117,1 6 1,2-2 52,1 4 1,2-1 141,-1 3 0,0 0-288,-3 2 0,-6-2-233,-5 2 0,-3 1 90,-4-1 0,-3 2 164,-2 0 1,-3 1-212,-3-1 0,-3 2-189,-1 1 1,-2 0-278,-2 3 0,-2-2-391,0 0 1,0-3 896,-1-1 0,-36 23 0,-9 9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54:36.06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73 1 7970,'-7'0'323,"3"0"651,-1 0-596,1 0 0,-2 0 128,-1 0 0,3 3-34,-1 4 1,2 2-183,-2 4 0,0 6-19,3 0 1,-3 8-121,1 1 1,1 4-110,0 1 0,3-1-18,0 1 1,0-1-231,0-1 0,0-5-204,0-4 0,0-2-661,3 0 0,-2-1 1071,3-2 0,4-1 0,2-3 0</inkml:trace>
  <inkml:trace contextRef="#ctx0" brushRef="#br0" timeOffset="233">145 236 7968,'0'4'0,"0"0"570,0-2 0,0-1-114,0 4 1,0-2-24,0 3 0,0-1-227,0 4 0,0 1-202,0 1 1,0-1 30,0 1 0,2 0-173,0 2 1,3-2-985,-3 0 0,2-3 1122,-2 1 0,3-11 0,-1-2 0</inkml:trace>
  <inkml:trace contextRef="#ctx0" brushRef="#br0" timeOffset="383">184 40 7951,'0'-4'-562,"0"-2"1,-2 5 270,0-3 291,0 2 0,7 5 0,3 4 0</inkml:trace>
  <inkml:trace contextRef="#ctx0" brushRef="#br0" timeOffset="719">387 132 7951,'0'-14'0,"0"4"279,0-1 1,0 0 445,0-2 1,-2 2-371,0 0 1,-1 3-176,1-1-168,-2 2 0,-2 3 98,-1 2 0,0 2-46,1 2 1,-1 2 165,1 5 1,0 1 183,2 4 1,-2 1-145,1 0 1,2 3-84,1 0 1,2 1 33,0 3 0,-3-1 83,1 3 1,0-3-566,2 1 0,0 1 253,0-1 1,0 0-703,0 0 0,2-2 8,0-1 1,1 0-309,-1-3 1,1 0 277,2-3 1,0 1 731,-3-5 0,3-12 0,-1-5 0</inkml:trace>
  <inkml:trace contextRef="#ctx0" brushRef="#br0" timeOffset="916">263 256 7929,'0'4'0,"-3"-1"0,2-1 1144,-2-1 238,3 2 1,1-3-971,1 0 1,2 0-427,2 0 1,4 0-883,1 0 0,2-1 523,2-1 0,0 1-729,2-4 1102,1 1 0,30-8 0,8-2 0</inkml:trace>
  <inkml:trace contextRef="#ctx0" brushRef="#br0" timeOffset="1412">682 361 7929,'-4'3'715,"-2"3"1114,3-2-820,-1 2-490,1 1 1,4-3-191,1-2 0,2-1-96,2-1 0,4-4-138,1-3 0,1-2 7,1-4 1,0-1-196,0-1 1,3 0-29,-1-2 1,1-4-398,-1-3 0,0-2 139,2-2 1,-3-1-292,-1-2 0,0 3 53,-5 4 1,1 1-330,-2 3 776,-1 7 165,-2 3 0,-1 8 136,-3 4 1,0 2 94,0 5 1,0 1 354,0 4 1,0-1-114,0 3 0,0-2 347,0 4 0,0-1-65,0 3 0,0 2-284,0-1 0,2 3-374,0-2 1,3 0-248,0-2 1,-2 0-355,2 2 0,-1-2-132,2-1 0,1-1-856,0-3 0,-3-1 613,0 1 884,1-1 0,-2-10 0,0-1 0</inkml:trace>
  <inkml:trace contextRef="#ctx0" brushRef="#br0" timeOffset="1650">793 289 10299,'7'0'567,"-1"0"0,4-1-581,1-1 1,2 1-324,2-1 0,2-1-880,3 1 1,1-3 1216,1 3 0,17-9 0,3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44.84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96 36 8047,'0'-6'0,"0"0"-549,0-1 213,0 1 1907,0-1-960,0 4 0,0 4-15,0 5 1,0 3-234,0 4 1,0 2 63,0 0 1,0 3-142,0 2 1,0 2-56,0 3 1,0 0-194,0 0 0,0 0 106,0 5 0,0 2-343,0 3 1,0-2-81,0-3 0,0-2-274,0-2 0,0-2 136,0-2 1,0-4-255,0-8 0,2-1-1691,1-2 2362,2-1 0,-2-22 0,4-6 0</inkml:trace>
  <inkml:trace contextRef="#ctx0" brushRef="#br0" timeOffset="434">19 441 8047,'-6'0'200,"2"0"288,-1 2 175,4-1 1,-2 5 242,3-2 1,0 2-369,0 0 0,3 1 143,1 2 0,3 2-248,1 4 0,0-2-127,3 2 1,-1-1-126,0-2 0,0 1-130,-1 0 0,-2-3 89,2-1 1,0-3-122,-1-2 1,1 1 72,-3-3 1,-1 1 35,-1-3 1,0-4-132,0-2 1,1-4 29,0-3 0,0 0-531,-1-2 1,2-1-181,-2-4 1,2 1-450,0 0 0,1 0 179,-1-1 0,0-1 954,1 0 0,-4-18 0,0-2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47.70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39 302 7992,'0'-10'44,"0"1"0,-1 2 169,-1-2 1,1 4 178,-1-1 0,1 1 199,1-2-132,0 4-7,0-3-407,0 5 0,0-1 78,0 4 0,0 2 293,0 5 1,0 1-198,0 3 1,1 0-207,1 2 0,-1 2-527,1 2 1,-1 1 322,-1 1 1,0-1-220,0 2 0,0-2 207,0-1 0,0 0 203,0 0 0,5 1 0,2-1 0</inkml:trace>
  <inkml:trace contextRef="#ctx0" brushRef="#br0" timeOffset="198">26 58 7992,'-5'0'349,"1"0"-349,0 0 0,-3-3-436,4 3 270,0-3 1,4 3 165,1 0 0,21 11 0,9 3 0</inkml:trace>
  <inkml:trace contextRef="#ctx0" brushRef="#br0" timeOffset="543">231 97 7992,'0'-10'-270,"-1"-4"225,-1 3 0,1-1 585,-1 3 0,-1 0-115,1 0 1,-1 2 92,1-1-228,2 3-49,-6 2 1,4 4-170,-2 1 0,3 3 78,-1 3 1,1 2 286,1 3 1,-2 2-105,0 0 0,-1 2 102,3-2 1,0 3-67,0-1 1,0 4-157,0 0 0,3 0-459,-1-1 0,1-1 264,-1 3 1,-1-1-371,3 2 1,0 0 238,0 0 0,2-1-1264,-2-2 1,1 0 606,-1 0 0,2-3-1086,-2-7 1856,-1 0 0,-3-21 0,-3-4 0</inkml:trace>
  <inkml:trace contextRef="#ctx0" brushRef="#br0" timeOffset="707">141 308 10870,'5'0'413,"2"0"1,-2 0-492,6 0 1,2 0-411,2-3 1,3 2 487,1-3 0,26-1 0,10-1 0</inkml:trace>
  <inkml:trace contextRef="#ctx0" brushRef="#br0" timeOffset="1101">564 77 8030,'-4'-3'1300,"0"1"-419,2 1-103,0 1-484,2 0 0,0 4-108,0 2 0,0 4-20,0 5 1,2 2 27,0 4 1,3 4-179,-1 3 0,0 5-274,0-1 1,0 4-892,0-2 1,2 2 592,-2-2 1,-1-3 555,2-5 0,-4-4 0,2-2 0</inkml:trace>
  <inkml:trace contextRef="#ctx0" brushRef="#br0" timeOffset="1283">532 340 7980,'0'-3'1490,"0"0"0,3 1-1047,2 0 0,3 0-919,3 2 1,3 0-168,1 0 0,4 0-1405,0 0 2048,3 0 0,15 5 0,3 2 0</inkml:trace>
  <inkml:trace contextRef="#ctx0" brushRef="#br0" timeOffset="1711">706 77 7933,'-7'0'567,"4"0"180,-3 0 1,4 0-119,-2 0 1,3 1-207,-1 1 0,2 2-314,2 2 0,1 6 124,4 0 1,-1 6-262,1-1 0,-1 2-28,0 2 1,0 3-79,-2 4 1,1-4 131,-2 1 0,-1-1-102,-2 0 1,0-5-31,0-1 0,0-5 30,2 0 0,-1-5-324,1-4 290,-1-3 0,1 2 40,0-6 0,3 0 92,-3-3 0,3-3-9,-1 0 1,0 0 53,0 1 0,-1 0 149,2 0 0,0 1 127,0 0 1,-2 3 88,2 0-18,-1 2 1,2 0-61,1 2 1,-1 0-20,0 2 1,-1 4-119,-1 3 1,0 2-110,0 0 1,2 3-152,-2 1 0,-1 1-380,2-1 1,-1-2-849,2 2 0,1-3 636,-1-2 1,1-2 662,-1 1 0,9-28 0,2-7 0</inkml:trace>
  <inkml:trace contextRef="#ctx0" brushRef="#br0" timeOffset="2044">994 366 7933,'-3'3'2884,"-3"-2"-1583,5 4-875,-2-4 0,4 2-253,1-3 1,3 0 46,3 0 0,-1-2-504,2 0 1,-1-3 54,0 0 1,-1 0-187,2-2 1,-2 1 234,-1-1 0,-1 2-200,-1 0 1,-1-2 166,2 0 0,-2-1 34,-3 2 0,-1-1 148,-1 1 0,-4-2-95,-3 2 0,-2-2 221,0 4 0,-1 1 261,-1 1 0,1 1 256,-1 1 0,3 3-176,1 1 1,2 3 274,1 1 0,2 2-237,2 3 0,1 2-135,1 0 1,1 0-692,1-2 0,5 2 272,3 0 0,3-3-395,2-4 0,-1 1-29,3 0 1,3-1-2299,1-4 2802,0-1 0,16-20 0,3-4 0</inkml:trace>
  <inkml:trace contextRef="#ctx0" brushRef="#br0" timeOffset="2258">1251 430 7910,'-7'4'0,"-1"1"939,-1 0 0,3-2 195,2 2 796,-1-4-1406,-1 2 0,2-3-269,-1 0 1,4-3-69,-1-1 1,1-2-143,1 0 0,0-3 72,0 0 0,0-1-172,0 1 0,2-2-386,0 0 0,3 1 263,-3-1 0,3 3-641,-1-3 0,2 1 330,0 0 1,1 0-738,-1 4 0,3-1 92,-1 1 1134,3 0 0,14 11 0,5 2 0</inkml:trace>
  <inkml:trace contextRef="#ctx0" brushRef="#br0" timeOffset="2554">1379 372 7879,'0'7'2095,"0"-4"-1633,0 3 0,0-4 102,0 2-330,0-3 1,1 2-7,1-3 0,1-3-267,4-1 0,-1-2 93,1 0 1,-1-1-556,1-2 0,0 1 73,1-2 1,-1 1-222,-1-2 0,0 4 230,-1-2 0,-2 1 67,2 0 1,-4 3 436,1-2 0,-4 3-143,-2 0 1,-3 1 325,-1 3 0,0 0-148,-3 0 1,3 3 1172,-3 4 0,3 0-183,0 4 1,0-3 93,2 3 1,0 0-564,-1 1 0,4 2 22,1 1 0,1-1-422,1 3 0,3-3-13,1 1 0,4-1-880,3-1 0,3-3 470,1-2 1,3-1-415,-4-3 0,6-1 179,0-3 417,3-3 0,9-18 0,4-6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3:53.70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7 251 9533,'0'6'870,"0"1"-544,0-1 0,0 3-212,0 2 1,0 3 61,0 1 0,2 3-566,0-1 0,1 1 125,-1-1 0,0 1-146,2-3 1,0-1 410,0-3 0,4-10 0,0-6 0</inkml:trace>
  <inkml:trace contextRef="#ctx0" brushRef="#br0" timeOffset="166">7 84 7770,'-3'4'-829,"0"1"24,3 0 805,0 0 0,17 16 0,4 3 0</inkml:trace>
  <inkml:trace contextRef="#ctx0" brushRef="#br0" timeOffset="519">296 264 7936,'-7'-7'216,"1"4"0,-2-3 393,2 2 1,-4-1-203,3 1 0,-1 0-124,2 2 0,-3 1-422,1-1 0,-4 1 100,2 1 0,0 3 20,-1 1 1,3 2 69,0 1 0,1-1 24,3 0 0,-1 1 81,3-1 1,0 1-19,2 2 1,1-1 53,1 2 1,2-2-99,4 1 1,0 0-131,3 0 0,0-1 104,4-1 0,-1-1-180,1 0 1,-2 0-148,0-2 1,0 1-201,0-2 0,-1-1 127,-1 1 0,-2-2-398,-3 3 718,1 1 1,-4 1-116,-3 0 1,-4 1 171,-4-1 1,-2 1-40,-3-1 0,-1 0-377,-1 1 0,1-1-10,-3-2 1,0 1 380,0-3 0,-13-11 0,0-6 0</inkml:trace>
  <inkml:trace contextRef="#ctx0" brushRef="#br0" timeOffset="970">783 270 7936,'-6'-6'423,"-1"-1"1,-1 1 35,-1 0 1,1-1 288,1 1 0,-1 1-368,-1 1 1,-2 3-292,0-1 1,1 2-48,-1 2 1,1 0 136,0 4 0,-2 0-113,4 5 1,1-1 77,3 3 1,0 0-40,-3 0 0,3 0-15,0 0 1,2-1-187,0 1 0,2-1 5,2-1 1,2 0-270,2-5 0,4 1-383,0-5 0,3 1 359,-1-3 1,3-4-315,0-2 1,1-2 242,-1-2 1,-2-1 67,0-2 0,-1 3 291,-1-1 1,-2 3 186,0-1 0,-4 2 156,-1 1 783,0 2-169,0 1 0,-1 8-407,-3 2 1,-1 4-292,-1 2 1,1 0 70,-1 2 1,1-1-1113,1 1 0,1-1 878,1 1 0,13-2 0,6 0 0</inkml:trace>
  <inkml:trace contextRef="#ctx0" brushRef="#br0" timeOffset="1262">892 328 7927,'-6'3'1254,"-1"-2"0,3 1 165,0-2-371,2 0-992,0 0 1,2 0-518,0-2 1,2-2 262,3-2 1,0-1-273,2 1 1,-1-3 292,1 1 1,1-2 148,1 2 1,0 1 186,0-2 1,-2 2-258,1 1 1,-1 0 1065,0 2-473,-1-2 1,1 5 252,-1-1 0,0 1 38,1 1 1,-1 5-312,-2 2 1,2 1-43,-2 1 0,-1 1-151,2 3 1,-3 0-167,2 2 0,-2-1 117,2 4 0,-2-4-1113,0 4 1,1-3 297,-1 2 582,0-3 0,-2-1 0,0-4 0</inkml:trace>
  <inkml:trace contextRef="#ctx0" brushRef="#br0" timeOffset="2266">1470 123 7902,'-5'-2'1213,"1"-1"-212,3 1-497,-5 2 0,5 3-128,-1 1 1,1 6-147,1 3 0,0 2-71,0 4 0,0 3 58,0-1 0,0 3-378,0 0 1,0 1 183,0 1 1,2-4-600,1-3 1,-1-3 121,-2-3 1,2-2-673,0-1 783,0-5 1,-2 0 37,0-7 0,0-2 24,0-5 0,0-1 30,0-5 1,-1-2 64,-1-2 1,2-3-36,-3-1 1,2-2 167,-1-1 0,1 0 74,-1 1 1,-1-2 145,1 0 1,-2 0 104,2-1 0,-1 5 270,3 1 0,0 5 480,0 2-690,0 8 0,1 1 243,1 6 0,2 1-147,2 1 0,1 1-289,2 4 0,1-1-185,3 0 1,0 1-361,2-1 0,0 1-834,2-1 0,0-2 1240,2 1 0,17-10 0,5 1 0</inkml:trace>
  <inkml:trace contextRef="#ctx0" brushRef="#br0" timeOffset="2802">1463 257 9272,'7'-2'1515,"2"0"1,1-2-1315,3 2 0,2-3-667,2 3 1,2 0 295,0 2 0,3-2-1913,-1 0 2083,-3 0 0,4 13 0,-2 3 0</inkml:trace>
  <inkml:trace contextRef="#ctx0" brushRef="#br0" timeOffset="2902">1470 405 7902,'-4'3'877,"1"-3"1,4 3-93,1-3 1,4 1-804,2 1 1,6-1 49,-1 1 0,3 1-913,-1-1 0,3 1 458,-1-1 0,2-1 423,2 4 0,19 8 0,7 4 0</inkml:trace>
  <inkml:trace contextRef="#ctx0" brushRef="#br0" timeOffset="3285">1803 110 7902,'0'-7'0,"0"1"1119,-3 0-262,2-1 87,-1 1-608,2 2 1,0 5 137,2 5 0,0 4-111,2 5 1,-2 5-129,0 3 0,1 2-43,-1 1 1,0 0 37,-2 2 1,1-3-235,1 1 0,-1-3 101,3-4 1,-1-2-490,1 0 1,0-6 240,3-2 0,-3-5-202,0-4 1,0-1 77,3-4 0,0 0-17,1-8 1,0 1 5,0-6 0,-1 4 79,0-4 1,0 2-74,1-1 0,-3 1 67,2 3 1,-2 3 231,1-1 0,1 6-98,-1 1 1,-2 2 425,1 2 0,-3 4 5,2 2 0,0 4 208,0 2 0,1 3 72,0 0 1,-2 3-223,2-1 1,-1-1-105,2-1 1,1-4-26,-1 0 0,1-3-240,-1 0 1,0-3 112,1-3 0,-1-2-93,1-2 1,-1-5-76,0-3 1,1-3-91,-1 1 1,0-4-261,-2-1 0,1-2 181,-3 0 0,3 0-544,-3 0 0,0-1 350,-2-2 1,-1 2-296,-1-4 0,1 4 209,-4 1 1,1 0-1430,-2 2 1892,-1 1 0,-16 9 0,-5 5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4:18.55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20 225 7932,'-3'0'1462,"-3"0"1,5 1-1175,-1 1 0,-1 5-253,1 3 1,0 2-312,2 1 0,0 1-367,0 1 0,1-1-1210,1 3 1853,-1-3 0,7 2 0,-1-3 0</inkml:trace>
  <inkml:trace contextRef="#ctx0" brushRef="#br0" timeOffset="57">20 97 7944,'-6'-3'-145,"-1"0"423,4 0-852,0 2 1,4 0 573,1 4 0,16 10 0,6 1 0</inkml:trace>
  <inkml:trace contextRef="#ctx0" brushRef="#br0" timeOffset="58">161 1 7944,'-3'3'532,"3"3"0,-4-2 130,2 2 1,1 3-194,-1 2 1,2 2-9,0 2 0,0 3-122,0 4 1,0 4-91,0 0 1,2 3-243,0-1 0,0 2 85,-2-2 1,2-3-697,0-1 1,2-4 350,-1-1 1,1-3-1095,-2-3 0,2-3 1347,-2-1 0,-5-19 0,-4-5 0</inkml:trace>
  <inkml:trace contextRef="#ctx0" brushRef="#br0" timeOffset="59">110 245 9765,'6'0'942,"2"0"-1062,0 0 0,1 0-262,3 0 0,1 0-1101,4 0 1483,0 0 0,25-20 0,6-5 0</inkml:trace>
  <inkml:trace contextRef="#ctx0" brushRef="#br0" timeOffset="60">290 14 7947,'-4'3'847,"-2"-3"-466,6 6 1,-3-2 23,3 2 0,0 0-28,0 1 0,0 3-110,0 3 0,1 0-229,1 4 0,-1 1 136,3 3 0,-2 0-207,0 3 0,-1-4 93,-1 2 1,0-3-257,2-2 0,-1-3-267,1-4-226,-1-2 505,2-1 0,-2-5 69,4-4 1,-3-2 124,2-2 1,0-3-91,0 0 0,2 0 202,-2 1 0,4 0-52,0 0 0,1 1 295,-3 0 1,1 2 19,2 0 0,-1 0 141,2 3 0,-2 0-106,1 2 0,0 2 138,0 0 1,-1 6-132,-1-2 1,-1 4-122,0-1 0,0 4-295,-2 0 0,1 1 84,-3-1 0,1 2-1135,-3 0 1,2 0 1039,0-2 0,3-3 0,-2-1 0</inkml:trace>
  <inkml:trace contextRef="#ctx0" brushRef="#br0" timeOffset="61">950 168 7836,'-4'-2'480,"0"-1"-204,2 1 219,-3-1 1,4 3-77,-1 0 1,1 3-78,1 4 1,0 2-39,0 2 1,0 3-25,0 1 0,0 3-154,0-1 1,2 2-168,0 2 1,0-1-284,-2-1 1,3 0 252,-1-2 1,0-2-381,-2-2 1,0-3 37,0-4 2,0-2 1,0-2 88,0-4 1,0-4-26,0-5 0,0-2 26,0-2 0,0-1 80,0-4 0,0 0 215,0-1 0,1-1-42,1-2 1,-1 0 322,3 3 1,-1-3-176,1 3 0,-1-2 412,2 4 0,0 1-167,0 5 0,0 3 68,2 2 1,1 1-48,1 3 0,-1 1 113,-1 3 1,1 0-322,1 0 1,-1 1 95,-1 1 0,-1-1-244,1 4 0,-2-1 78,0 2 0,0 1-186,-3-1 0,0 3-3,-2-1 1,-1 3-89,-1-2 0,-1 1 117,-4-1 1,1 2-31,-1-3 1,1 3-16,-1-3 0,-1 1 46,-1-3 0,-1 1 157,1-1 1,1 1-125,1-1 0,-1-2 212,-1 1 0,1-3 53,4 2 0,-1-2 79,3 2 0,0 1 60,2 1 1,0 0-103,0 1 0,3-1 9,1 1 1,4 1-90,0 1 1,4 2-218,-2-3 0,2 3 109,1-3 1,0 3-533,0-2 1,0 1-177,0-1 1,0 2-479,2 0 1,-1 0 1129,1 0 0,10-5 0,2-3 0</inkml:trace>
  <inkml:trace contextRef="#ctx0" brushRef="#br0" timeOffset="62">1252 277 7868,'0'3'541,"-3"3"0,2-5 267,-1 4-339,1-4 1,4 2-121,1-3 1,2 0-329,1 0 1,0-1 12,1-1 0,-1 1 0,2-4 0,0 1-386,0-2 1,-1-1 282,-1 1 1,-2-1-260,0 1 0,0 0 119,-3-1 0,0 1 36,-2-1 0,0 1 39,0 0 1,-4-1 188,-2 1 1,-1 0-82,-4 2 0,0 0 130,-1 2 0,-1 1 134,0-1 1,0 4-76,0 3 1,0 1 492,1 3 0,2 1-244,1 5 0,3 0 460,1 2 0,0 0-342,3 2 0,1-2-382,3 0 1,4-3-279,5 1 1,2-1-352,2-1 1,-1-3-1052,3-2 0,1-1 828,3-3 0,0-1 704,3-3 0,25-29 0,9-6 0</inkml:trace>
  <inkml:trace contextRef="#ctx0" brushRef="#br0" timeOffset="63">1572 7 7868,'-4'0'767,"0"0"-291,2 0 0,-1 1-8,1 1 0,1 2 252,-1 5 1,-1 2-253,1 7 0,-1 2 115,1 8 1,1 2-176,-4 4 1,4 3-296,-1 2 0,-1 1 58,1-6 0,0-1-363,4-7 1,2-3-405,2-2 0,1-2-1824,-1-2 2420,3-4 0,1-6 0,3-4 0</inkml:trace>
  <inkml:trace contextRef="#ctx0" brushRef="#br0" timeOffset="64">1701 290 7868,'-10'6'1189,"0"0"242,4-2 0,0 0-115,2-2-684,1-2 0,4 3-162,1-3 1,2-1-130,2-1 1,0-1-652,1-4 1,1-1 247,1-1 1,2-2-701,-3 0 1,3-1 248,-3-1 0,3 0-80,-2 1 0,1-2 125,-1-1 1,0 1 60,-3-3 0,2 0 205,-2-3 1,1 4-13,-5 1 1,3 1 245,-3 2 0,0 2-133,-2 1 475,0 5 1,0 2 58,0 7 1,0 0 257,0 5 0,0 1 240,0 2 1,0 3-395,0 1 0,2-1 43,0 1 1,3-2-188,0 2 1,0 0-230,2 3 1,-1-4 48,0-1 1,3-2-858,0 0 0,2 0-249,0 0 0,0-1-777,0-1 0,1-2-1417,-1-3 3087,-2 1 0,0-15 0,-2-3 0</inkml:trace>
  <inkml:trace contextRef="#ctx0" brushRef="#br0" timeOffset="65">1861 296 7868,'-10'9'282,"-2"1"0,5 1 445,-2 0 1,2-3-336,1 3 1,1-3-130,1 3 0,3-3-1102,-1 0 0,2 0 839,2-2 0,7-8 0,5-2 0</inkml:trace>
  <inkml:trace contextRef="#ctx0" brushRef="#br0" timeOffset="66">1957 7 7868,'7'2'-85,"-1"1"1,1 2 134,-1-1 1,3 2 404,2 0 0,3 1-70,1 2 0,2 1-56,-2 5 0,0-1-116,-2 1 1,0 1-185,0 1 0,-3 2 0,-2 0 1,-4 0 11,-1 1 1,-3 2-254,0 1 0,-2 1 154,0 0 0,-3 0-710,1-2 0,-2-1 381,0-2 1,0 2-836,2-2 1222,-2-1 0,2-8 0,-2-1 0</inkml:trace>
  <inkml:trace contextRef="#ctx0" brushRef="#br0" timeOffset="67">2304 200 6677,'6'0'372,"0"0"0,2 0 113,0 0 1,1 0-475,4 0 1,-1 0 55,5 0 1,0 0-871,2 0 0,-2 2 803,0 0 0,6 9 0,3-1 0</inkml:trace>
  <inkml:trace contextRef="#ctx0" brushRef="#br0" timeOffset="68">2355 277 7821,'-6'3'-397,"1"1"460,1-2 239,3-1 0,-2 2-81,3-1 1,3-1-127,1 1 0,4 0 127,3 0 0,1-1-579,1 1 0,3-2-62,1 0 1,1 0 418,2 0 0,19-8 0,5-3 0</inkml:trace>
  <inkml:trace contextRef="#ctx0" brushRef="#br0" timeOffset="220">2798 129 7821,'-7'-6'56,"1"-1"0,-1 2 119,1 0 0,2 3 284,-1 2 1,1 0-116,-2 0 0,-1 0 86,1 2 0,-1 6 33,1 4 1,0 2-16,2 3 1,-2 0-98,2 2 1,1 3 120,1-1 0,1 0-336,1-1 0,2-1 72,2 0 1,1-3-361,6-3 0,2-1 167,2-4 1,2-2-672,0-4 1,0-2 392,0-2 1,0-2-926,2-5 1,0 1 361,-2-5 0,1 1 218,-3-2 0,1-3 545,-3 0 0,-2 1-34,-4-1 0,-2-1 27,0-1 1,-3 1-85,-4 1 1,-3-1 136,-3 3 0,-3 0 96,-4 2 1,0 3 133,-3 1 0,-2 5-59,1 2 0,-4 1 85,1 1 1,0 1-309,2 1 0,1 2 46,6 5 0,3 1 23,5 3 0,14 8 0,5 3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4:23.80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7 199 8495,'-4'4'4493,"1"-2"-3381,3-2-253,0 0-291,3 0 0,2 0-180,3 0 0,0-2-264,3-3 0,0-3-252,4 0 0,-1-3-439,3 0 0,1-2-393,1-2 1,0-1 470,0-4 1,-2 3-261,-2 0 1,-3 3 234,-1-1 1,0 2-363,-5 2 597,-1 5 342,-5 3 0,0 7 186,0 2 1,0 3 412,0 4 1,0 0 551,0 0 0,0 2-563,0 0 1,0 2-52,0-2 0,1 2-159,1-2 1,2 3-627,2-1 0,0-1 23,1 1 0,1-2-86,1 0 0,0-2-422,-3 0 0,2 0-907,1 0 0,0-3 1577,-3 1 0,0-3 0,1 1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4:46.69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352 213 7930,'-4'0'0,"-1"0"900,0 0 1,0 1 215,1 1-63,-2-1 0,3 4-383,-1 0 1,-2 0-144,2 2 1,1 2-1165,1 2 0,-1 1 458,-2 1 1,2 0-2976,-1 2 3154,2-1 0,-4 13 0,3 0 0</inkml:trace>
  <inkml:trace contextRef="#ctx0" brushRef="#br0" timeOffset="1">12 207 7927,'-4'3'82,"1"-3"0,1 2 0,1-3 0,2-2 0,2 0 0,4-2 0,0-2 0,3-1 0,0 0 0,1-1 0,0 1 0,1-2 0,-1 0 0,0 0 0,1-1 0,1 0 0,0-2 1,0-1-1,-1-1 0,-1 2 0,-1 2 0,-1 1 0,-1 1 0,-1 2 0,-1 1 0,-2 3 0,-2 2 0,-1 4 0,-1 2 0,0 2 0,1 2 0,0 2 0,2 1 0,0 1 0,0-1 1,1 1-1,1 1 0,1 1 0,0 1 0,1 1 0,-1-2 0,1 0 0,1 0 0,1 0 0,0 0 0,1 0 0,-2-1 0,-1 1 0,-1-1 0,0 1 0,-1-1 0,-2 0-82,0-2 0,-3-2 0,-4 0 0</inkml:trace>
  <inkml:trace contextRef="#ctx0" brushRef="#br0" timeOffset="2">25 194 8058,'-7'6'62,"2"1"0,0-2 0,1 0 1,1 0-1,2-1 0,3-1 1,2 0-1,3-3 0,0-3 1,3-2-1,0-2 0,2-2 1,1-1-1,2-1 0,0-1 1,-2-1-1,0-1 0,0 0 1,2-2-1,0 1 0,-2-1 1,-1 1-1,-2 0 0,0 0 1,-1 2-1,-1 1 0,-3 4 1,-2 2-1,-1 4 0,-2 5 1,0 4-1,0 3 0,0 2 1,0 1-1,0 1 0,1 0 1,0 2-1,2 0 0,0 2 1,1 1-1,-1-1 0,0 0 1,1-1-1,1 0 0,0 0 1,0-1-1,-1-2 0,1-2 1,1 0-1,0-2 0,0 0-62,1 0 0,-1-5 0,1-2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36:46.88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99 13 7849,'4'-3'-74,"-1"2"0,-3-1 745,3 2 0,-2-3-155,3 1 0,-2 0-141,3 2 0,-1 3 5,2 1 0,1 3-148,-1 1 1,3 0-209,-1 3 0,3-1 19,-2 0 0,2 3-548,0-3 1,-1 2 293,0 1 211,1-3 0,8 2 0,1-2 0</inkml:trace>
  <inkml:trace contextRef="#ctx0" brushRef="#br0" timeOffset="581">112 39 8031,'0'-5'0,"0"1"614,0 3 58,0-2 97,0 3-460,-3 0 1,0 3-1,-4 1 1,1 2-117,-1 3 1,-1 0 50,-1 2 0,0 1-297,1-1 1,0 1 104,0 1 0,-1-3-244,0 1 0,1-3 123,4 0 69,-2 2 0,8-5 0,-1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43.632"/>
    </inkml:context>
    <inkml:brush xml:id="br0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22105 7106 7876,'-9'3'627,"0"1"-440,2-2 1,0 2 607,1 0 0,3-2-194,-1 2 1,3-2-74,-1 1 0,2-1-198,2-1 0,1 0-63,2-1 1,3-1-98,1 0 0,1-4 57,1-2 1,2-3-252,1 1 1,0-3 87,0 0 0,-2-3-510,2 1 0,1-2-5,1-2 0,-1-1-438,-1-2 0,-1-2 517,-2 0 0,-2 0-64,-1 1 0,-4 3 121,-4 2 0,0 0 35,0 1 1,-4 1 281,-1 0 1,-3 4-91,0 2 0,0 2 216,0-2 0,0 3 103,0-1 0,1 0 436,2 0 0,2 1-457,1-1 0,2-1 93,0 1 0,0-2-38,2 2 1,2-2-79,3 0 1,1-1-87,3-1 1,-1 2 46,1 0 0,0 0-193,2-1 1,-1-1-26,2 0 1,-4 3-152,0 1 1,0-1 97,1 1 1,-3 1-378,-1 2-659,-3-1 481,-2 5-1011,-2-5 1689,0 5 0,0-12 0,0 0 0</inkml:trace>
  <inkml:trace contextRef="#ctx0" brushRef="#br0" timeOffset="1">22174 6504 7844,'0'-3'0,"0"0"-1319,0 1 912,0 1 612,0-4 1,1 5 186,0-2 445,0 2-213,4 0 1,-2 0-240,2 0 1,-1 0 216,-1 0 0,1 0-187,1 0 1,1 0 83,1 0 0,0 0-193,1 0 1,1 0-236,2 0 0,1-1-21,1-1 0,2 1 107,-1-3 1,1 1-374,1-2 0,0-1 165,-2 1 0,-1 0-537,-2 2 1,-1-2-54,-1 4 264,-2-1 0,-4 5 75,-1 2 1,-3 1 411,-1 3 1,-2 0 214,0 2 0,1-1-212,0 1 1,2 0-239,-1-1 0,1-1 113,1 0 0,1-4 12,1 0 0,10-22 0,5-4 0</inkml:trace>
  <inkml:trace contextRef="#ctx0" brushRef="#br0" timeOffset="2">21449 5960 8042,'-5'-6'188,"2"1"1,-2-1 398,4-1 0,-3 1-199,2-1 0,1-1 72,1 1 1,0 0 397,0 2-314,2-1 54,1 1-339,2 2 1,-1 1-154,-1 2 1,-1 2 10,-1 2 0,0 3-143,-1 4 1,0 2-174,0 3 1,0 4-497,0 2 1,0 5 227,0 1 0,0-12 0,-1 1 357,1 0 0,-1 0 1,-1 1-1,1 0-193,-2 0 1,0-1 0,1 1 0,-1-1 208,0 1 0,1 0 0,0-2 0,0 0-36,0 1 0,0-2 0,0 10-33,-2-5 0,2-4 178,2-1 1,0-3-545,0-3 0,2-2-436,2-3 1079,3-2 0,3-26 0,-3 9 0,0 1 1</inkml:trace>
  <inkml:trace contextRef="#ctx0" brushRef="#br0" timeOffset="3">21449 6189 7997,'0'-5'749,"1"0"-335,0 2 1,0-2-115,3 1 0,0 2-82,1 0 1,3 0 21,0 0 1,1 0-148,0 2 1,0 1 147,1 1-339,1-2 144,0 5 1,-1-2 49,-1 2 1,-2 1-140,-1 1 0,-4 0 84,0 2 0,1-2 64,-2 2 1,1 0-62,-2 1 1,-2 2 52,-2 0 1,-1-1-76,-2 2 1,0-2 13,-2 0 0,1-1-105,-1 1 0,-1-1-96,1-1 1,-1-1 62,0-3 0,-1 0-95,3-2 1,-4 1 99,1-2 1,1 0-151,1-2 0,0-1 41,-1-1 1,0 2-225,1-2 1,1-1-1,3 0 1,2 0 429,1-1 0,11-9 0,3-4 0</inkml:trace>
  <inkml:trace contextRef="#ctx0" brushRef="#br0" timeOffset="4">21715 6227 7996,'0'-3'193,"-2"-1"180,-1 0 1,-2 0 9,-1 0 0,1 0 196,0 0 1,0 2 5,-1 0 0,-1 1-184,0 1 0,-1 1 3,1 1 0,1 1-43,-1 4 0,-1 2-11,1 1 1,0 2-73,2 0 0,1 0 131,1 2 0,2 0-259,-1 0 0,2 1-114,2-3 0,1 1-281,2-3 0,3-2 244,0 0 0,3-3-745,2-2 0,-2 0 392,4-3 0,-3-1-486,2-3 0,-1 0 239,1-5 1,-2-2 58,0-1 1,-1-3 148,0 1 0,-3-1 111,0-1 1,-3 1 240,1 1 0,-3 1-66,-1-2 1,-5 2 201,-2 3 0,-3-1-140,-3 0 1,1 3 356,-1 1 1,-1 3-125,-1 0 0,0 3 58,1-1 0,1 4-172,-2 2 1,4 1-54,2 2 1,2-1-563,1 1 0,2-1 68,2-1 473,5 1 0,10 1 0,7 2 0</inkml:trace>
  <inkml:trace contextRef="#ctx0" brushRef="#br0" timeOffset="5">21875 6190 7989,'-5'-3'343,"0"-2"0,-1 5-138,1-2 1,0 1 1068,-1 1 1,3 0-392,-1 0 1,3 3-190,-3 3 1,3 1-229,-1 4 0,1 0-5,1 2 1,1 0-378,1 3 0,1-2 74,2-2 1,1 1-366,1-3 1,0 2 222,2-5 0,-1-1-160,3-2 1,0-2-143,-1-2 1,0 0-316,1-2 1,-4-3-61,4-4 1,-2-2 244,2-1 1,-1-2-73,-1 0 1,1-1 95,-3 1 0,-1-1 144,-2 1 0,0-1 22,-2 2 1,-1 2 358,-1 2 1,0 2 117,-2 3 0,1 2 377,-3 2 1,1 0-103,-3 0 0,3 4-225,-1 1 0,3 4 514,-3 0 0,3 3-252,-1 0 0,1 1-175,1 0 1,0 0-164,0 1 1,1 1-737,1-3 1,1 2-308,2-1 1,0 1-822,1-2 1,1 0 1622,0-3 0,17-11 1,2-4-1</inkml:trace>
  <inkml:trace contextRef="#ctx0" brushRef="#br0" timeOffset="6">22131 6254 7968,'-5'5'0,"0"1"860,-1-1 0,1 0-56,0 1 1,1-1 39,1 0 0,1-1-509,1-1 167,0-1-1104,1 0 563,2-7 0,1-1-323,3-4 1,0-1 292,1 0 1,-1-1-92,1-1 1,0-1 3,1 2 0,0-3 89,0 3 1,-1 0 468,0 1 1,-1 1-165,1 1 1,1 1 977,-1 3-848,0 2 0,-2 2 136,-1 4 1,0 3-104,-2 5 1,-1 3-371,-1 2 1,0 2-13,-2 3 0,1 1-28,0-1 0,-2 0-1324,1 1 0,1-1 659,1 0 1,3-4 673,2-3 0,19-19 0,-8 0 0,0 0 0</inkml:trace>
  <inkml:trace contextRef="#ctx0" brushRef="#br0" timeOffset="7">22409 6195 7917,'-11'2'334,"0"0"1,2 1 512,1-1 1,1 2 185,0 0 0,1 1-472,1 0 0,1 3-42,1 1 0,1 1-129,-2 0 1,2 3 86,-1 1 0,2 0-112,-1 0 0,1-2-276,1 1 1,3-4-106,0 0 0,4-3-216,2-1 0,0-2-226,2-3 0,-1-3 270,4-2 1,-2-3-264,3-5 0,-2 0 169,2-3 0,1-3-348,0 0 1,-2-2 305,2 0 1,-3-3 74,1-1 0,-2-1-70,0-1 1,-3 1-156,-2-1 0,-1 0-38,0 1 0,-3 1 143,1 2 1,-3 4 328,1 3 0,-2 4-304,0 4 788,-2 3 1,-1 1-340,-2 4 0,1 1 786,0 2 0,1 2-256,-2 3 1,0 4 309,1 2 0,0 2 111,0 2 1,0 1-510,0 2 0,0 0-356,0 1 1,1-1 53,-1 0 1,3 2 257,-1 1 0,2 0-114,0-1 0,0 0-1427,0-3 1,2 1-207,2-1 1,2-2-396,1-4 1,3-3-1,-1 0 1,0-2 1638,0-3 0,3-2 0,-2-4 0,-3 0 0,-1 0 0</inkml:trace>
  <inkml:trace contextRef="#ctx0" brushRef="#br0" timeOffset="8">22691 6185 7911,'-3'3'2881,"-2"-1"-1273,3 0-1156,-1-1 1,3 1-293,3-2 0,2 0 85,3-2 0,-2-1-301,3-2 1,0-1 109,2 1 0,-1 0-481,-2-1 1,3 1 36,-3 0 0,0-1-312,-1-1 0,-1 1 53,-1-1 1,0-1 255,-1 1 1,-2 0 339,-2 1 0,-3 3-135,-2-1 0,-2 3 419,-3-1 0,0 2-135,-2 2 1,-1 3 298,0 4 1,-1 1 208,2 1 0,-1 2 484,3 1 1,-1 2-391,3 0 1,0 1 92,3 1 0,2 0-262,1-2 0,4-1-136,1 0 1,2-2-847,3-3 0,0-1 348,3-2 1,2-1-1229,1-1 0,1-3 678,1-2 0,1-3-984,1-4 1,1-2 1488,4-3 0,-7 0 0,0-2 1,1-1-1,1 0 0</inkml:trace>
  <inkml:trace contextRef="#ctx0" brushRef="#br0" timeOffset="9">22952 6190 7903,'-5'-5'0,"0"1"457,-1 0 1,2 3-59,-1-3 0,1 2 721,-1-1 1,-2 2-322,2-1 0,-2 1-103,2 1 1,-1 4-248,-1 2 0,1 3-27,-1 0 1,1 1 66,3 3 1,-1 0-141,2 1 0,0 1-249,2-3 1,1 1 129,1 0 1,1-5-245,4 1 1,1-3 105,3-2 0,0-2-475,2-2 1,0-5-86,3-2 0,0-4-302,0-4 1,1-2-358,1-3 1,-3-3 628,1-2 0,-2-2 166,-7 13 1,0 0 0,0-1-1,-1 0 123,0-2 0,-1 0 0,-1 2 1,-1-1-201,0 0 0,0 0 0,0-12 23,-3-1 1,0 4 79,0 0 1,0 7 244,0 2 1,0 8 181,0 3 1,-1 3 632,-1 0 0,1 4-465,-2 1 1,1 3 884,-2 1 0,3 3-209,-3 5 1,2 1 589,-1 1 0,1 5-759,-2 3 0,1 2 67,0-12 0,0 0 1,0 14-432,1-14 0,0 1 0,2 0 0,-1-1-163,0 1 1,0 0-1,1 1 1,0-1-309,0 1 0,0 0 1,0-2-1,0 0-371,1 2 1,0-2-1,0 12-1229,3 0 1,-1-5 1638,3 0 0,0-2 0,1-4 0,-1-3 0,3-1 0,0-1 0</inkml:trace>
  <inkml:trace contextRef="#ctx0" brushRef="#br0" timeOffset="10">23582 6179 7758,'1'-8'730,"1"1"0,0-1-239,-2 1 1,0 0 117,0 2 1,0-1-149,0 1 1,-1 0 28,0-1 1,-3 1-270,-3 0 1,-2 1-185,-3 1 1,0 1-33,-3 1 0,1 0 106,-2 1 1,0 0-219,0 0 1,3 1 122,3 0 0,1 2-89,4 3 0,0 0 32,2 1 0,0-1 242,3 3 1,1 0-143,1 2 0,1-1 109,4 1 0,2-1-196,1-1 1,3 1 109,2-1 1,0-1-120,1-1 1,1-1 79,0-1 1,-1-2-172,0 1 1,1-1-7,-2 1 0,-3 0 103,-5-3 0,-2 4 15,-1-2 0,-3 4 29,-2 0 1,-3 2-121,-3 0 1,-2-1 95,-3 1 0,-2 0-149,0 0 1,-1-2 88,1-1 0,0-2-121,0 0 1,0-2-99,0-2 1,1-3-229,2-2 1,1-1-75,1-3 1,2-2-228,4-1 0,0-3 819,3 1 0,10-6 0,4-4 0,1-2 0,0 1 0</inkml:trace>
  <inkml:trace contextRef="#ctx0" brushRef="#br0" timeOffset="11">23747 5913 7786,'3'-1'1711,"-1"-1"-240,-2 2-888,0 2 1,0 4 60,0 5 0,0 4-205,0 3 0,0 4-37,0 3 1,-2 4-455,2-13 1,-1 0 0,-1 0 0,-1 1 160,2 1 0,-1-1 0,0 0 0,1 0-7,-1-1 1,0 1 0,1-1 0,-1 0 42,1 0 0,-1-1 1,-2 12-190,2 0 1,0-6 351,2 2-308,0-4 0,2-1 0,0-4 0,-1-2 0,0 0 0</inkml:trace>
  <inkml:trace contextRef="#ctx0" brushRef="#br0" timeOffset="12">23619 6126 7786,'3'-4'600,"-1"1"1,-1 1-1050,1-1 0,1 1 441,2-2 0,3 3 462,0-1 1,3 2-838,2 0 1,0 0 102,3 0 1,0 2 279,0 2 0,-1 4 0,0 3 0,2 0 0,0 1 0</inkml:trace>
  <inkml:trace contextRef="#ctx0" brushRef="#br0" timeOffset="13">23923 6201 7917,'-3'-6'803,"1"1"-693,-1 0 0,-2 1-390,1 0 0,-1 3 201,-2 0 1,0 0 33,-2 1 1,0 2 117,-1 2 0,-1 1 534,0 2 0,1 3-123,2 3 1,-1 2 20,2-1 0,3-1-199,-1-1 0,3 1-101,0 0 0,2-3-92,2-3 0,1-1 117,5-1 1,0-2-187,2-1 1,2-3-49,0-2 0,0-3-162,2-5 0,0 1-59,2-1 1,-2 0-170,-1 1 1,-2-1 153,-1 0 0,2 1 123,-1 1 1,-2 0 225,-3 4 0,-3-1-160,1 4 195,-3 1 1,1 2 112,-2 2 0,0 1 150,0 5 0,0 0-233,0 0 1,1 1-100,1-1 1,-2 1-412,2 0 0,-1 1 186,1 0 1,-1-1-834,1 1 1,0-2 461,0 0 0,1-1-1761,-1 1 2282,2-1 0,6-15 0,4-2 0</inkml:trace>
  <inkml:trace contextRef="#ctx0" brushRef="#br0" timeOffset="14">24173 5918 7785,'0'-8'0,"-1"2"783,-1-1-2,0 1-421,2 1 1,0 3-93,0 2 1,0 3 13,0 4 0,0 2 127,0 3 1,1 2-90,0 4 0,0-1 71,1 3 0,-2 1-116,0 2 1,-1 2-202,-1-2 1,-2 3-58,2-1 0,-2 1-329,1 0 1,-2-1-169,0 0 0,-1-2-588,1 0 1,1-3 510,-1-1 557,3-1 0,-6-1 0,4-1 0,2 0 0,0 1 0</inkml:trace>
  <inkml:trace contextRef="#ctx0" brushRef="#br0" timeOffset="15">24072 6142 7785,'8'-2'635,"2"-1"-445,-3 0 1,2 0 404,0 1 0,2 1-163,1 0 0,2 0-88,2 1 0,1 0-445,0 0 1,1 0-433,1 0 0,-1 0-197,1 0 0,-3 0 730,0 0 0,-4 5 0,1 1 0</inkml:trace>
  <inkml:trace contextRef="#ctx0" brushRef="#br0" timeOffset="16">24317 6270 7785,'-5'2'683,"2"-1"0,1 1-41,4-2 1,3-2-333,4-2 1,4 0-98,1-2 1,4-1-114,1 0 1,0-2-39,1 2 0,-1-2 9,0 2 1,-1-2-121,-4 2 1,-2 0 102,-5 2 18,0-3 0,-7 2-272,0-1 0,-2 1 52,-3 1 1,-3 0-175,-1 1 1,-3 0 96,0 2 1,-3 1 125,1 1 0,-3 1 0,-1 1 1,2 4 197,2-1 0,2 4 112,-1 0 0,2 4 194,0 1 0,2 1-11,1 1 0,1 0-153,0 0 1,3 2-71,3 0 0,0-1 2,1-3 1,1-1-506,3-2 0,2-1 187,4-1 0,3-1-919,2-3 0,3-2 1064,3-1 0,5-9 0,3-2 0,-7 2 0,-1 0 0,1 0 0</inkml:trace>
  <inkml:trace contextRef="#ctx0" brushRef="#br0" timeOffset="17">24797 6206 9020,'-3'-2'1403,"-2"0"-1334,2-1 1,-2-1 79,0-1 0,2 0-59,1-1 0,2 1 68,0 0 0,0-1-755,0 1 1,0 1 248,0 1 0,-2 1-26,0-1 1,-2 1 617,0 1 1,-2 1-63,-1 1 0,-3 4 13,1 2 0,0 3-66,0-1 1,-1 1 6,3 3 1,0-3-3,2 1 1,2 0-114,1-2 1,2 1 107,0 0 1,3-1 156,2 0 0,4-2-13,4 0 1,2-1 90,1-1 0,0 0-237,2 1 0,-3-3 54,-1 1 0,-2-1-352,3 3 1,-6-3 163,0 1 0,-5-1-35,-2 3 1,-2-1 78,-2 0 1,-2 1-136,-5-1 0,0 0-194,-6 1 1,3-2 86,-2 0 0,0 0-598,-2-2 1,0 0 802,0-2 0,-5-5 0,-3-2 0,-2-1 0,1 1 0</inkml:trace>
  <inkml:trace contextRef="#ctx0" brushRef="#br0" timeOffset="18">21449 8317 7934,'0'3'1220,"0"-1"-776,0 1 0,0-2 334,0 3 1,-1-3 548,0 0-930,0 2 0,-1 0-114,2 3 1,-2-1-37,0 0 1,-2 3-307,3 1 0,-3 1 53,0 1 0,1 1 78,-1 1 0,1 1-239,-2 1 0,0-2 79,1 1 1,2-2-14,2 1 0,0 0 97,0-1 0,0-1 12,0-2 1,3-1 5,2 1 1,1-1 13,3-3 0,0-1-276,2-1 1,-1-2 102,1 1 0,2-2-344,1-2 0,0-1 191,0-4 0,-2 0-1928,3-2 2226,-1 0 0,7-6 0,1-2 0</inkml:trace>
  <inkml:trace contextRef="#ctx0" brushRef="#br0" timeOffset="19">21604 8482 7885,'-6'0'760,"1"0"500,2 0-482,1 0-550,9 0 1,-3 0-227,7 0 1,-1 0 54,0 0 1,0 2-189,-1 0 1,1 2 55,-1 0 1,1 0 67,-2 2 0,2 1-33,-3 0 0,0 2 89,-4-2 1,1 2 226,-2 0 1,0 0-97,-2-1 0,-3 1 217,0 2 0,-2-3-109,0-1 0,-3 1 74,-1-1 0,-1 1-245,0-1 1,-1-2-349,0 1 0,1-1-247,-1-1 1,0-2 285,1 0 1,1-2 191,2 0 0,8-9 0,3-3 0</inkml:trace>
  <inkml:trace contextRef="#ctx0" brushRef="#br0" timeOffset="20">22051 8488 7818,'0'-6'1017,"-2"2"-529,-2 0 0,0-1 256,-2 2 1,2-1-280,-1 0 1,1 0-196,-3 2 1,-2 0-319,0 2 0,-1 1 107,-3 1 1,2 3-397,-4 4 1,3-1 224,-2 1 1,2 0-214,-1 2 1,4-2 149,2-1 0,1-1-51,1 0 1,2-1 110,1-1 1,2 0 20,2-1 0,2 0 146,3 0 1,-1 1-78,3 0 1,0-1 214,2-1 0,-1 1-11,1 1 0,0-1-176,2-1 0,-2 0-65,1 1 1,-2 0-142,-1-2 0,-2 2-83,2-1 253,-3 2 0,0 0 231,-5 1 1,-1 1-100,-1 0 0,-5 1 66,-3-1 0,-1-1-91,-3 3 1,0-2 49,-3 0 0,0-1-124,2-1 0,-1-2 18,1-1 0,0-2-330,2 0 1,1 0 141,2-2 1,4-2-681,3-3 0,2 0 850,2-4 0,18-10 0,-7 7 0,0 0 0</inkml:trace>
  <inkml:trace contextRef="#ctx0" brushRef="#br0" timeOffset="21">22147 8344 8162,'-5'0'1638,"2"0"0,-1 3-875,2 2 1,0 3-263,2 5 1,0 1 61,0 4 0,1 3-485,1 4 0,-1 2-339,2 1 1,-1-1 112,2 2 0,-2-1 165,1-1 1,-1-2-990,1-3 1,-1-3 600,-1-2 1,0-1 370,-1-4 0,0-9 0,0-6 0</inkml:trace>
  <inkml:trace contextRef="#ctx0" brushRef="#br0" timeOffset="22">22062 8498 8747,'5'0'1367,"1"0"-1080,-1 0 1,3 0-165,1 0 1,3-1-422,2-1 1,2 0-1404,0 2 1701,2 0 0,3 0 0,3 0 0,3 0 0,0 0 0</inkml:trace>
  <inkml:trace contextRef="#ctx0" brushRef="#br0" timeOffset="23">22393 8504 7849,'-6'-3'0,"1"-1"772,0 2 1,-1-2-149,1 0 1,-1 2-54,-1 0 1,0 0-268,-1 0 1,0 0-80,0 2 0,-1 2-131,-2 2 1,0 2 73,1 2 1,1 1 103,0 0 1,2 3-39,0 0 0,1 2-13,1-1 0,2-1-105,1-1 1,2 0-199,0-1 0,2-1-467,2-2 1,2-2 356,1-1 0,3-2-606,-1-2 1,1-2 400,3-2 1,-2-4-237,1-2 1,1-2 155,0-2 0,-1 2 108,-1 0 0,0 1 342,-1 2 0,0 0 247,-1 2 0,-1 0 1282,-3 4-1213,1-2 0,-2 7 677,0 0 0,-2 2-389,-2 3 0,0 2-101,0 1 1,0 2-193,0 0 0,0 0-265,0 2 1,0-2-348,0 0 1,0 0-463,0 1 1,1-4 533,1 2 256,1-4 0,11-9 0,4-4 0</inkml:trace>
  <inkml:trace contextRef="#ctx0" brushRef="#br0" timeOffset="24">22569 8280 8140,'0'5'863,"-1"-1"-460,-1-1 0,2 1-116,-2 1 1,1 3 469,1 1 0,0 1-273,0 3 1,1 3 371,1 6 0,-2 2-405,2 4 0,0 2-548,-1-14 0,0 0 1,0 0-1,0 0 75,-1 0 1,0 0 0,1 1 0,0 1-190,0-1 1,-1 0 0,1 0 0,0-1-344,-1 11 0,2-4-1631,0-5 86,2-1 953,-1-9 1146,2-3 0</inkml:trace>
  <inkml:trace contextRef="#ctx0" brushRef="#br0" timeOffset="25">22494 8493 7862,'3'0'2027,"0"0"-626,-1 0 1,1-2-666,2 0 1,1-1-257,1 1 0,1-1-207,3 1 1,2-1-364,1 2 0,2 0-533,0-1 0,1 2-776,1 0 0,-1 0 1399,-3 0 0,2 9 0,-2 3 0</inkml:trace>
  <inkml:trace contextRef="#ctx0" brushRef="#br0" timeOffset="26">22739 8557 7862,'-5'2'3276,"0"-1"-916,2 1-1292,0-2-896,8-2 0,-2-1-249,5-2 0,-3-1-80,1 1 1,-1-1-348,0-1 1,1 1 22,-1-1 1,-1 0 364,-1 0 0,-2 1-749,1-1 1,-1 1 245,-1 1 1,-1 0 449,-1 2 1,-2 0 229,-3 3 0,-3 0 306,1 0 1,-1 4 950,0 2 0,1 3-649,0 2 0,2 2 467,0 3 0,1 0-523,1 0 0,2 0-261,1 0 0,2-1-140,2 0 1,1-2-543,5-3 0,0-1-297,5-2 1,1-2-640,1-1 0,3-4-2011,0-4 3132,2-3 0,-3-7 0,2-4 0,2-2 0,0 0 1</inkml:trace>
  <inkml:trace contextRef="#ctx0" brushRef="#br0" timeOffset="27">22968 8445 7834,'-10'0'691,"1"0"-519,-3 0 1,1 0 1248,0 0 1,0 1-486,1 0 1,1 2-216,0 3 0,3 0-210,1 1 0,0-1-40,3 1 1,0 0-594,2 1 1,1-1 165,1-2 1,1 2-466,2 0 0,3 0 335,3-1 0,0-2-556,1 0 0,2 1 58,0-2 0,-1 0-52,0 1 1,0-1 226,-1 3 1,0-3 155,-3 1 0,0-1 297,-2 3 0,-1 0-128,-3 1 0,-2-1 514,1 3 0,-4-1-253,-1 1 1,-4 1 405,-2-1 0,-1 1-226,-1 1 0,0-3-117,-2-1 0,2-1-893,-1 0 1,-1-3 378,0-2 1,1-1-635,1-1 0,1-3 908,1-3 0,2-5 0,-1-3 0,1-3 0,0 1 0</inkml:trace>
  <inkml:trace contextRef="#ctx0" brushRef="#br0" timeOffset="28">23480 8509 7873,'0'-5'488,"0"-1"155,0 1 1,0 0-142,0-1 0,-2 3-109,1-1 0,-3 1-84,0 0 0,-1-1-95,-2 2 0,0-2 285,-2 2 1,0 1-131,-1 1 0,-3 2 84,1 2 1,-1 2-70,3 1 1,-3 4-45,1 0 1,1 3-154,2 1 1,3 0-120,1 1 1,0-1-710,3 0 0,2-1 472,3-1 1,4 1-1471,5-2 1,2 0-109,2-3 1747,0-3 0,-2-8 0,2-1 0,1-2 0,0 1 0</inkml:trace>
  <inkml:trace contextRef="#ctx0" brushRef="#br0" timeOffset="29">23603 8520 7873,'-13'0'860,"2"0"-157,-2 2 1,2-1-236,0 3 1,2 2 246,0 3 1,4 1-282,-1 0 0,1 2 289,4 0 0,-1 0-225,2 2 1,1-1-13,0 1 1,4-3-270,2 0 1,3-1-167,1-3 1,1-1-288,3-2 1,0-2 255,-1-2 0,2-2-150,0 1 0,-1-5 115,-1 0 1,0-2-760,-2-1 0,-1-2 127,2-1 0,-2 0-45,-3 0 1,0-1 160,-2 0 0,-4-1 164,0-1 0,-1 2 133,-1 1 0,-5 1 6,-2 0 1,-3 0 280,-3 1 1,2 1-99,-4 2 0,1 3-35,-2 1 0,2 1 13,0 1 0,2 0 109,-1 1 1,5 1-237,0 0 0,5 2-247,1 3 0,2-1 441,2 0 0,9 3 0,5-1 0,1 2 0,1-1 0</inkml:trace>
  <inkml:trace contextRef="#ctx0" brushRef="#br0" timeOffset="30">23768 8600 7873,'0'3'817,"-2"1"1,1-2-269,-3 1 1,3-1 805,-1 1-350,2-1-713,-3 0 0,3-3-312,-2 0 1,1-2 119,1-3 1,1 0-441,1-1 0,-1 1 277,2-3 0,1-2-600,1-1 0,1-1 206,-1 3 0,0-2-24,1 0 1,1 2 198,0 0 1,2 0 309,-2 0 0,0 2 122,1 3 0,-2 0-139,3 3 0,-2 0 622,2 2 0,-3 3-266,2 0 0,-3 4 486,1 2 0,-1 2-321,0 1 0,0 0-216,-1 2 0,-1-1-283,-1 1 0,-2 0-286,2 0 0,-2 1-1157,0-3 0,2 0 746,0-3 0,2 0 664,-3-2 0,15-18 0,2-8 0</inkml:trace>
  <inkml:trace contextRef="#ctx0" brushRef="#br0" timeOffset="31">24035 8413 7863,'0'-5'3276,"0"2"-2695,0 0 1,0 4 275,0 1 0,0 1-340,0 4 1,0 2 498,0 4 0,-2 0-482,0 3 1,0 0 32,2 0 1,0 0-184,0 0 1,2 2-219,0 0 1,2-2-312,0-2 1,0-3 205,2 0 0,0-1-407,1-3 1,-1-2 267,3-3 1,-2-2-481,2-2 0,-1-1 207,1-2 1,1-3-102,-3-1 0,2-2 34,-2-1 0,0 0-54,-2-2 1,1 1-59,-1-1 1,-1 1 153,-1-3 0,0 3-649,1-3 0,-2 4 433,-2-1 0,0 2-1068,0 0 1660,2 3 0,-3 5 0,0 4 0</inkml:trace>
  <inkml:trace contextRef="#ctx0" brushRef="#br0" timeOffset="32">24269 8520 7842,'-4'5'221,"0"0"0,0-1 878,2-1 718,0 1-1095,2 1 0,0-1 32,0-1 0,3-1-306,0-1 0,2 0-299,0-1 0,2 0 75,1 0 1,-1-1-457,0 0 1,2-1 233,1-1 1,-1-1-568,0-1 1,0-1 159,2-1 1,-1 1-207,-1-1 0,0 0-109,-2 0 1,0 1-148,-4-1 1,0 0 119,-3-1 1,0 1 297,0 2 1,-5 0 143,-2-1 0,-3 3 305,0 2 0,-3 0 0,-2 1 0,2 1 0,1 0 0,1 2 299,0 3 0,0 0 313,1 1 0,1-1-311,2 3 1,2 2 795,1 1 0,0 2-389,2-1 0,1 1-108,1-1 1,2-1-168,2-1 0,3-1-725,2 1 1,1-3-201,0-1 1,3-1-461,2 0 0,2-3-1630,1-2 2582,2 0 0,1-9 0,5-4 0,0-1 0,-3 2 0,-1 1 0,0 0 0,1-1 0</inkml:trace>
  <inkml:trace contextRef="#ctx0" brushRef="#br0" timeOffset="33">24584 8584 7780,'0'-6'-1279,"0"1"1023,0 0 1,0-2 590,0-1 0,1 1 9,0 2 1,0-2-7,3 0 0,0-3-201,1 1 1,2 1-141,0-1 0,1 1-316,-1-1 1,1-1 189,1 1 0,-1 1-713,-1 1 842,-1 1 0,2 6 0,-3 0 0</inkml:trace>
  <inkml:trace contextRef="#ctx0" brushRef="#br0" timeOffset="34">24866 8477 7780,'0'-5'5,"0"-1"0,0 1 158,0 0 1,-1-1-86,-1 1 0,-2 0-1,0 2 0,-1-2-116,-2 1 1,-1 2 2,-3 0 1,0 2-186,-2 2 0,1 2 241,-2 3 1,2-1 49,0 3 1,1 0 299,2 2 0,1-1-127,1 1 1,3-1 19,1-1 0,2 0-68,1-1 0,0-2 11,2-2 1,1 0-155,5-2 1,0-1-228,5-1 0,-1-2-565,2-2 0,-2 0 409,0-2 0,1 1-487,0 0 1,-3-1 487,-1 1 1,0 0 329,-1 2 0,-2-1 0,-2 2 0,-3-2 0,1 4 0,-4 0 0,-1 2 0,-2 3 0,-2 1 116,0 1 1,0 2-4,1 1 1,1 2 424,0 0 1,-1 2 59,1 2 0,1 1 216,1 1 1,1 3-535,-2 0 1,3 2-18,-1 3 1,1-2-489,-1 3 0,0-2 384,-1 2 0,-4 0-375,2-1 0,-2-2 204,2-3 0,0-5-198,2-5 105,-2-5 0,2-4-56,-2-4 0,-1-1-59,1-3 0,-1-1 16,-1-2 1,1 1-178,-1-1 1,-1 0 372,1 1 0,-2-4-536,2 1 1,0-1 178,4 2 1,-1-1 364,2 0 0,14-11 0,-3 9 0,0 0 0</inkml:trace>
  <inkml:trace contextRef="#ctx0" brushRef="#br0" timeOffset="35">24973 8498 7714,'0'-3'2143,"0"-1"-925,0 1-244,0 0-89,0 0-572,3 3 0,-2 0 514,2 0-789,1 0 1,1 1 65,0 1 0,-1-2-359,0 2 1,-1-1 216,2-1 0,1 0-700,-1 0 1,0 0-39,1 0 0,-1-1-350,0-1 1,1 1 362,-1-2 0,-1-1 305,-1-1 0,-2-1 458,1 1 0,-2 0 0,-2-1 0,-1 3 0,-2-1 0,-3 1 0,0 0 0,-3 0 0,1 3 0,1 1 61,0 1 1,2 1 237,-2 2 0,3 1-125,-2 1 1,2 1 52,1 3 1,0 0 300,2-1 1,0 3 179,3-1 0,1 1-862,1-3 1,1-1-360,5 0 1,2-2-1476,2 0 1988,3-4 0,1-6 0,5-3 0,0-1 0,4-1 0,-1 0 0,0 0 0</inkml:trace>
  <inkml:trace contextRef="#ctx0" brushRef="#br0" timeOffset="36">25277 8386 7769,'-11'-5'8,"-2"0"149,-1-1 0,1 3-317,1 2 0,2 0 165,1 1 0,3 0-390,-1 0 0,1 2 205,3 2 1,-1 1 205,2 0 0,-1 2 250,2 0 0,0 1 347,-1-1 0,2-1-199,2 1 0,2 0 61,3 0 1,0-1-272,2 1 1,1-1 18,-1-1 1,1 1-404,1 1 1,-1-3 189,-1 2 1,0-2-282,-1 1 1,-3 1 72,-2 1 1,0-1-50,1 1 1,-2-1 55,-2-1 1,-3 1 87,-2 1 1,-3 0 236,-2 2 0,-2-3-75,0 1 0,-2-2 41,-2-2 0,1-2-40,1 1 1,-1-1-773,3-1 1,-3-2 701,3-1 0,-3-10 0,1-7 0</inkml:trace>
  <inkml:trace contextRef="#ctx0" brushRef="#br0" timeOffset="37">23096 8919 10566,'0'4'739,"0"0"1,2 0-207,0 3 0,2 2-49,0 6 0,-1 2-158,0 6 1,-1 3-496,0-11 0,-1 1 1,0-1-1,0 1 228,0 0 0,-1 0 0,1 0 0,-1-1-640,0 16 1,0-5 429,0-3 0,1-2-1160,0-2 0,0-4 1311,1-1 0,1-14 0,0-4 0</inkml:trace>
  <inkml:trace contextRef="#ctx0" brushRef="#br0" timeOffset="38">23022 9122 7777,'3'2'817,"-1"-1"0,0 3-272,2-2 1,1 0-696,0 0 1,3-1 47,3 3 0,1-2-399,4 1 0,-1 0 501,5 1 0,-4-3 0,2 0 0,1-1 0,1 0 0</inkml:trace>
  <inkml:trace contextRef="#ctx0" brushRef="#br0" timeOffset="39">23272 9138 7777,'-10'3'1087,"1"2"-815,0-2 0,2 2 643,0 0 0,0 3-404,2-1 0,-1 2 86,4 0 0,0 1-188,2 1 1,1-1-323,1-1 0,1 1 13,2-1 1,3-2-29,1 0 0,2-1-369,2 0 1,0-3 247,-1-2 0,0 0-583,0-1 0,2-1 272,0 0 0,-1-3-318,-1-3 0,1-1 111,0-3 0,-1 0 51,-1 1 0,-3-1 266,-1 0 1,-3 1 19,-2-1 0,0 1 146,0 1 0,-3 0-120,-2 2 0,-4-1 225,-2 3 1,-2 2-76,-1-1 1,0 3 235,-2-1 1,1 1-195,-1 1 1,1 0-192,-1 0 0,3 0 203,0 0 0,3 5 0,3 1 0</inkml:trace>
  <inkml:trace contextRef="#ctx0" brushRef="#br0" timeOffset="40">23837 9079 7777,'1'-3'115,"1"2"1,-1-2 769,3 2 1,1-3-365,2 2 1,3-1-107,1 1 0,-1-2-109,3 3 1,0-1-65,-1 2 0,3 0-189,-3 0 0,-1 0-197,-2 2 0,-3 1 79,1 2 0,-3 1-153,-2 1 0,-2 0 12,-2 2 1,-4 0 45,-2 4 1,-3-1 162,1 2 1,-1-2-78,-2 3 1,2-3 429,-2 2 0,3 0 126,1 2 1,1-1 309,3-1 0,2-2-381,1 0 1,1 1-19,1 0 0,3-3-697,0-1 0,5-2 279,0 0 1,2-2-1137,1-1 0,0-2 635,2-2 0,-2-1-2270,2 0 2796,0-2 0,6-17 0,-9 9 0,1-1 0</inkml:trace>
  <inkml:trace contextRef="#ctx0" brushRef="#br0" timeOffset="41">23816 9197 7733,'-3'0'2222,"-1"0"-1303,3 0-491,-1 0 0,6 0-144,1 0 0,6 0-248,2 0 0,1 0 109,2 0 1,3 0-652,0 0 0,4 0 318,2 0 1,0-2 187,0 0 0,-9-1 0,2 0 0,1 0 0,0 0 0</inkml:trace>
  <inkml:trace contextRef="#ctx0" brushRef="#br0" timeOffset="42">24077 9207 7733,'4'0'1613,"0"0"0,-3 0-1155,3 0 1,1 0-179,2-2 0,3 1-61,-1-3 0,1 1-146,3 0 0,0-2 92,3 1 1,-2-2-388,-2-1 1,0 0 222,-2 1 1,-1 2-490,-2 0 1,-2-1 210,-1 2 1,-3-1-155,-5 0 1,0-1-240,-5 2 0,-2 0-215,-3 2 1,-2 0 482,0 1 0,0 1 155,-2 0 0,1 1 768,0 1 0,2 1-409,3 1 0,1 2 873,0 0 0,3 3-481,1-1 0,3 1 604,0 0 0,3 3-441,-1-1 0,4 2-260,4-1 1,0 0-434,5-1 1,-1 0 70,4 0 0,1-1-842,3-2 1,-1-2 547,3-1 0,0-2-2733,3 0 2944,-1-2 1,3-6 0,4-4 0,-9 4 0,0-1 0,0 0 0</inkml:trace>
  <inkml:trace contextRef="#ctx0" brushRef="#br0" timeOffset="43">24387 9314 8564,'-3'3'2594,"0"-1"-2343,3-4 0,0-1-121,0-2 1,0-2 66,0-1 0,0-1-345,0 0 1,2-1 196,0-1 0,1 1-118,-1-1 0,2 0-77,0-2 1,1 4-65,0-2 0,2 2-410,0-2 1,3 3 281,-1 1 0,1 1-1299,0 3 1637,3-2 0,18 4 0,-13 0 0,0 0 0</inkml:trace>
  <inkml:trace contextRef="#ctx0" brushRef="#br0" timeOffset="44">24685 9170 7705,'-10'-3'0,"-1"1"370,0 2 1,1 0-55,-1 0 0,1 0 104,1 2 1,-1-1-65,3 3 0,0 1 343,2 2 1,2 1-68,1-1 0,0 1 116,0 1 0,1 1-272,3-1 1,1-2-127,2 0 0,3 1-195,1-1 0,1 0 42,3-1 1,0-2-229,1 0 0,3-1 96,-1-1 1,1-2-705,-1 2 1,0-4 17,-2-1 0,1-3-258,-1-1 1,-3 1 381,-2-3 1,-3 2 9,-3-2 0,-1 2 54,-4-2 1,-2 2 119,-5-2 1,-1 2-8,-6 0 1,-1 3 109,-4 1 1,-2 0 373,0-1 1,0 2-445,4 2 0,0 0 280,3 0 0,14-5 0,4-1 0</inkml:trace>
  <inkml:trace contextRef="#ctx0" brushRef="#br0" timeOffset="45">17104 9261 8031,'0'-6'175,"-3"1"0,3 0 411,-2-1-29,1 1 29,1 2-342,-2 1 1,1 4-207,0 2 1,0 3 86,1 2 0,-2 1-127,0 3 1,1-2 56,1 1 0,-1 1-37,-1 0 0,2 0-28,-2-1 1,1 1-66,-1 2 0,1 0 1,0-1 1,-2 0 132,1 0 0,0 0-111,0 2 0,2-2 91,-2-2 0,1 0 173,1-2 0,1 0-122,1-1 0,1-3-35,4-2 1,2-3-44,1 1 1,1-2-110,0-2 0,1-1-245,0-2 1,3-1 170,0-1 0,0 0-268,1-2 0,-1 3 12,0-1 427,0 3 0,6 4 0,4 3 0</inkml:trace>
  <inkml:trace contextRef="#ctx0" brushRef="#br0" timeOffset="46">17285 9362 8031,'-4'1'1039,"1"0"-601,-1 0 0,1 2 5,1-1 0,2-1-142,2 2 1,2-1-111,3 2 1,2-1-137,3 3 1,0-1 51,2 0 1,-1 1-587,1-1 1,-2 2 358,3 0 1,-4 2-574,2-2 1,-4 3 227,-2-1 0,-2 1-9,-1 0 1,-2 3 392,-4-1 1,-2 1-75,-3-3 1,-2-1 79,-3-2 1,0 0-147,-2 0 221,2 1 0,-9-4 0,-4-1 0,-1 1 0,0 1 0</inkml:trace>
  <inkml:trace contextRef="#ctx0" brushRef="#br0" timeOffset="47">17743 9367 9931,'-3'-2'776,"-1"1"-703,0 0 1,-1 0 95,0 1 0,-3 0-217,-1 0 0,1 0 19,-1 0 1,-1 0 2,-3 0 0,1 2 123,1 2 0,0-1-131,1 0 0,0 1 198,1 1 0,1-1-127,3-1 1,2 1 30,1 1 1,1-1 29,1-1 0,1 0-55,1 1 1,1 1 27,2-2 0,3 1-111,1 0 0,1 1-99,0-2 1,2 0 56,0 1 1,-1-1-98,2 3 1,-4-3 89,0 1 0,-1-1-269,1 3 0,-1-1 114,-3 0 1,-2 1 147,-1-1 1,-1 2 79,-1 0 0,-1 0 178,-3-1 1,-2 1-17,-5 0 0,0 2-123,-1-2 1,0-1 50,-2-2 0,-1 0-50,-1-2 0,0 1-110,0-1 0,2 0-49,0-2 0,2-2-176,0 0 1,1-2 84,2 1 1,4-3-135,3-1 0,1 1-866,1-3 1226,3 2 0,12-8 0,6-3 0,2-1 0,1 0 0</inkml:trace>
  <inkml:trace contextRef="#ctx0" brushRef="#br0" timeOffset="48">17845 9218 7956,'-6'0'0,"1"0"0,0 0 1216,-1 0 1,3 1-413,2 0 0,0 3-191,1 3 0,0 1-286,0 3 1,0 2-122,0 1 0,2 4 44,0 2 0,2 0-28,-1 2 1,0-1-669,1 0 1,-2-1 413,1-1 0,-1 0-910,1 1 1,-1-2 21,-1-2 1,2-2-326,-1-2 0,0 1 1245,0-3 0,-2-7 0,3-7 0</inkml:trace>
  <inkml:trace contextRef="#ctx0" brushRef="#br0" timeOffset="49">17749 9394 8832,'5'-1'439,"0"0"0,4 0-294,1-1 1,4 2-754,4 0 1,1 0 88,2 0 519,0 2 0,-1 1 0,1 2 0,1 0 0,1 1 0</inkml:trace>
  <inkml:trace contextRef="#ctx0" brushRef="#br0" timeOffset="50">18106 9442 7920,'-8'0'0,"2"0"780,-3 0 0,2 0-246,-2 0 0,2-1 15,0 0 1,1-1-155,1-1 0,-1 1-353,-1-1 1,2 1 11,-1-2 0,1 3 21,1-1 1,0 2 297,-2 0-210,1 0 1,0 2-13,-1 2 1,3 0-23,-1 2 1,2-1 52,-1 0 1,2 1-142,-1-1 0,1 1-196,1 1 0,1-3-37,1 1 0,1 0-333,4 0 1,-1-2 158,1-1 1,2-2-248,0 0 0,0 0 80,0-2 0,1-1 132,-1-2 1,-1-1 300,1 1 1,-2-2 43,0 2 0,-1-1 272,-1 2 1,-1 0 90,-1 0 1,-1 0 1057,1 2-510,-1 1 1,1 1-371,-2 2 1,0 2-152,1 3 0,-2-1-105,0 1 1,1 1-590,1 1 1,0-1 317,2 1 1,0-1-474,0 1 1,1-1-278,0-3 1,0 1 791,1-1 0,6-5 0,2 0 0</inkml:trace>
  <inkml:trace contextRef="#ctx0" brushRef="#br0" timeOffset="51">18202 9229 7913,'-3'0'2158,"-2"0"-1184,2 0-533,-2 0 0,2 0 190,1 2 1,2 3-244,0 2 1,2 5-221,2 0 0,0 4-1,2 1 1,-1 2-144,0 3 0,1-1-262,-1 0 1,0 1-135,-2-1 0,2 1-982,-1 0 1,-2 0 667,0-5 0,0 3 686,0-2 0,0-8 0,-2-2 0</inkml:trace>
  <inkml:trace contextRef="#ctx0" brushRef="#br0" timeOffset="52">18154 9373 7913,'-4'0'2603,"1"0"-1636,2 0-672,-2 0 1,7 0-246,2 0 1,3 0-187,2 0 1,2-1-333,3-1 0,0 2-1483,0-2 1951,2 1 0,-2 0 0,1 0 0,3-1 0,0 1 0</inkml:trace>
  <inkml:trace contextRef="#ctx0" brushRef="#br0" timeOffset="53">18389 9437 7876,'-6'5'0,"1"-2"2726,0 1-712,2-3-1116,-2 2 1,5-3-546,0 0 0,2 0-136,4 0 1,-1-1-488,0-1 0,2-1 235,0-2 1,2 0-722,-2-1 1,2 1 501,-2 0 1,1-1-407,-3 1 1,0 0 151,1-1 1,-4 1 199,0 0 0,-1-1 191,-1 1 1,-1 0 189,-1-1 0,-2 2 76,-3 0 0,-3 2-92,1 2 1,-3 0 423,0 0 0,0 2-189,1 2 1,1 3 589,1 2 0,-1-1-243,3 1 0,1 1-107,2 3 1,2-1-872,2-1 1,0 0 284,2-1 1,4 1-1274,2 0 1,4-3 729,1-1 0,2-2 597,1-1 0,8-8 0,4-4 0,-7 2 0,0 0 0,-1 0 0</inkml:trace>
  <inkml:trace contextRef="#ctx0" brushRef="#br0" timeOffset="54">18660 9357 7850,'-10'0'66,"0"0"34,1 0 0,-1 0 325,1 0 1,-2 0 650,-1 0 1,1 1-280,-2 1 1,2 2-340,3 0 0,-1-1 740,3 0-876,0 1 1,5 1-301,-1 1 1,4-1 137,2 0 0,0 1-69,2-1 0,2 2-133,0 0 0,2 0 127,-1-1 1,2 1-317,-2 0 1,2 0 71,-2-2 0,-1 1-228,-1-1 1,0 1 166,-2 1 0,2-1 150,-4 1 1,0-1 113,-1-1 1,-2 2 217,0 0 0,-3 1-53,-2-3 1,-1 0-144,-3-2 0,0 1 79,-4-2 1,2 0-6,-2-2 0,2 0-889,0 0 0,1-2 153,-1-2 596,3-1 0,-1-7 0,1-5 0,-1 0 0,1-1 0</inkml:trace>
  <inkml:trace contextRef="#ctx0" brushRef="#br0" timeOffset="55">19071 9469 7846,'0'-6'1098,"0"1"0,0 0-670,0-1 1,-1 2-87,0 0 0,0-1-259,-1 2 1,0-2-9,0 0 0,-2-1-76,0 1 1,0 0-89,-2 2 0,-1-1 132,-2 2 1,-1 1 14,-1 2 0,0 2 4,-2 3 0,2 2 357,-1 3 0,2-1-118,1 3 0,3 0 34,1-1 1,2 1-204,3-3 0,1 1-289,0 0 0,5-3-301,3-1 1,3-3 288,2-3 0,2-2-249,2-3 1,-1-3 182,0-2 0,0-3-108,-1-3 1,0-1-38,0-1 0,-2-2-166,-2 0 0,-1-2 368,-2 1 0,-2 1 20,-1 0 1,-2 2 143,0-1 0,-2 4-115,-2 1 1,0 2 271,-2 0 1,1 5-81,-3 3 1,1 2 261,-3 1 1,3 0-148,-1 0 0,1 3 226,0 2 0,0 1-83,1 3 0,1 0 118,-3 4 1,3-1-45,-1 2 0,1 0 68,-1 2 0,2 2-327,-2 0 0,1 1 84,1-1 0,0 2-755,0 0 1,1-2 362,1 2 1,-1-3-1302,5 1 1,-1-2 1472,3-2 0,6-8 0,3-4 0</inkml:trace>
  <inkml:trace contextRef="#ctx0" brushRef="#br0" timeOffset="56">19231 9426 8311,'0'3'1910,"1"-1"-1352,0-2 0,2 0-143,3 0 0,1 0-595,2 0 1,1 0 223,1 0 1,0 0-242,-1-2 1,1 0 155,0-2 0,-1-1-435,-1 2 1,-2-2 245,-1 0 0,-2-1-172,0 1 1,-2 1 25,-2 1 0,0-1 256,-2-1 1,-1 0 31,-2-1 1,-3 3 191,-1 2 1,-3 0 230,0 1 0,-1 0-180,0 0 0,2 3 270,-1 2 0,-1 1-187,2 3 1,0 1 759,4 2 0,1 0-247,2 2 0,0 0-140,2 2 1,1 0-388,5-2 0,2 1-291,5-3 1,0 0 220,1-3 0,2-2 61,2-3 1,2-2-3493,-1-2 3004,4 0 1,5-12-1,-11 5 1,0-1-1</inkml:trace>
  <inkml:trace contextRef="#ctx0" brushRef="#br0" timeOffset="57">19593 9389 7888,'-7'0'795,"0"0"0,-2 0-276,2 0 0,0 0 273,2 0 0,-2 0-298,0 0 1,-2 0-315,2 0 0,-3 2-82,1 2 0,1 2 105,-1 1 1,3 1-51,-2-1 0,3 0 62,2 1 1,0 1-144,3 0 0,0 1 87,0-1 0,3-1-396,0 1 0,2-3 108,3 1 1,-2-1-1024,3 0 1,2-2 159,1 0 992,3-2 0,8-9 0,5-2 0</inkml:trace>
  <inkml:trace contextRef="#ctx0" brushRef="#br0" timeOffset="58">19801 9378 7873,'-10'3'0,"-1"-1"845,0-2 1,1 0-161,-1 0 1,-1 2-45,-1 0 1,1 0-264,1-2 0,0 0-117,-2 2 1,4-1-74,-2 3 1,4-2 38,0 1 1,2 1 29,1 1 0,0 0-84,2 1 1,0 0-67,2 1 0,0-1 120,0 3 0,0-2-175,0 0 1,3-1-183,0-1 0,3 0-157,1 1 0,-1-3-447,3-2 0,0 0 377,2-1 0,-1-2-486,1-2 0,0-1 293,-1 0 0,1-2 266,-3 0 1,2-1 239,-1 1 0,-1 1 242,-1-1 0,-1 3 81,-3 0 0,2 1-151,-2 0 958,0 0 0,-1 4-473,-2 1 1,0 1 198,0 2 1,0 3-452,0 1 0,1 1-328,0 0 1,1 1-299,1 0 1,-1-1-551,2 1 0,-1-1-824,2-1 1,3-1-878,1-3 2516,-1 0 0,11-14 0,1-3 0</inkml:trace>
  <inkml:trace contextRef="#ctx0" brushRef="#br0" timeOffset="59">19897 9378 7859,'-3'5'0,"-1"-1"952,0-1 274,2 1 1,-1 1-496,3 1 1,1-1 57,1 0 1,1 1-765,4 1 0,-1-1 63,1 1 0,2 1-863,0-1 1,-1 0 542,1-1 0,0-1-380,1 0-1,0-2 242,-1-1 371,1-1 0,3-15 0,2-6 0,2 0 0,0-1 0</inkml:trace>
  <inkml:trace contextRef="#ctx0" brushRef="#br0" timeOffset="60">20100 9367 7844,'-8'6'202,"2"1"50,-1 0 1,2 1 1163,1-1 0,0 1-635,0 3 0,-2 2 215,-2 1 0,1 4-459,2 1 0,-3 3-299,-1 1 1,-1 3-233,5-12 1,0 0 0,-5 13-380,1-2 0,-1-3-294,3 1 0,1-1 500,2-3 0,2-3 167,2-3 0,2-5 0,1 0 0</inkml:trace>
  <inkml:trace contextRef="#ctx0" brushRef="#br0" timeOffset="61">20356 9474 7822,'-5'0'567,"-1"0"0,3 0 313,-1 0 0,3 1-327,-1 0 1,2 0-28,2 1 0,2-1-185,3 1 0,1-2-224,3 2 0,2-1-118,1-1 0,1-1-276,-1-1 1,1 1-490,-1-3 1,0 1 470,0-2 0,-2-3-242,1 1 1,-5 0 139,0 2 1,-3-2 165,-2 0 0,0 0 67,-3 1 1,-3 1 228,0 0 0,-4 1-52,-2 1 0,-2 1-65,-1 1 0,0 0 132,-2 1 1,0 1-44,0 0 1,-1 3 374,3 3 0,-1 1 152,0 3 1,4 0 358,0 2 1,3 0-407,1 3 1,2 0 25,1 0 0,2-2-672,4 1 0,2-4 167,5 0 0,2-3-1059,3 0 0,2-5 619,2 1 1,1-3-2063,0-1 2464,1-5 0,3 3 0,-2-5 0,0-2 0,-1 0 0</inkml:trace>
  <inkml:trace contextRef="#ctx0" brushRef="#br0" timeOffset="62">20644 9383 7874,'-6'6'1334,"3"-1"-1001,-1 0 1,3 2 844,-1 1 1,2 1-538,0 0 1,2 2-39,2 1 1,3 0-355,2 2 1,1 0-430,0 0 1,1 1 108,0-3 0,1 1-78,1 0 0,0-2-1233,-1 1 1,-1-3 769,-1-2 0,1 0 612,-4 0 0,-3-8 0,-1 0 0</inkml:trace>
  <inkml:trace contextRef="#ctx0" brushRef="#br0" timeOffset="63">20591 9570 7874,'0'-3'851,"0"-2"152,0 2 0,0-4 0,2 0 1,5-2-466,4 0 1,3-4-537,0-1 0,4-1 46,1 1 1,2-1-1486,0 3 0,1-1 1437,-1 3 0,-7 3 0,1 1 0,0-1 0,0 0 0</inkml:trace>
  <inkml:trace contextRef="#ctx0" brushRef="#br0" timeOffset="64">20862 9602 7874,'-5'16'0,"0"0"0,-1-2 1228,1 0 1,2 1-318,-1 1 1,3 0-150,-1-1 1,1 1-442,1 0 0,0-2-271,0-4 1,2 0-717,0-3 625,2-2 0,-1-3-49,0-4 0,1-3 135,-2-4 1,0-2-206,0-1 0,-1-2-7,1-4 0,0-1 26,0-2 0,-1-1-71,-1 1 1,0-1-53,0-1 0,0-1-254,0-3 0,2 1 212,0 1 1,0-1-53,0 1 1,-1 2 76,3 2 1,-1 2 359,3 5 0,-1 4 110,0 5 1,1 2 291,-1 3 1,2 0-277,0 2 1,2 3 145,-2 2 1,1 2 206,-1 0 1,-1 0-149,1-1 0,1 1-10,-1 2 1,0-1-251,-2-1 0,0 0-165,-1-2 0,0 3 8,-2-1 1,-1-1-206,-1 1 1,0-1-259,0 1 1,-4 1 238,-1-1 0,-3-1-52,1-1 1,-3-1 70,1-1 0,-2-2-356,-1-1 0,3 0 179,-2 0 0,2 0-1032,0-2 1421,1-2 0,5-11 0,1-4 0</inkml:trace>
  <inkml:trace contextRef="#ctx0" brushRef="#br0" timeOffset="65">21134 9405 7860,'-8'10'0,"-1"1"747,1 0 1,1-1 233,2 1 0,0 0 646,2-1 0,0 1-728,3 0 0,1-1-415,1 1 0,1-3-664,2-1 0,1-1 184,1 0 0,0-3-480,1-2 1,1 0 95,0-1 1,0-2-194,-2-2 0,3-1 95,-1-2 0,-2 0 59,0-2 1,-1 0-81,0-1 0,-1-2 125,0 0 0,-2 0 10,-1-2 0,-1 2 74,-1 0 0,0-1 16,0 0 1,-3 2 156,0 3 0,-4 2 117,-2 0 0,-1 2-68,-1 2 0,0 1-126,1 2 1,1 2 84,0 3 1,3 1-29,1 0 0,2 1 137,3-1 0,14 10 0,4 6 0</inkml:trace>
  <inkml:trace contextRef="#ctx0" brushRef="#br0" timeOffset="66">21641 9405 7829,'-8'5'621,"0"0"0,1 1-311,2-1 1,-1 0 81,4 1 0,1-1-771,1 0-1379,0 1 1758,0-3 0,4-8 0,2-4 0</inkml:trace>
  <inkml:trace contextRef="#ctx0" brushRef="#br0" timeOffset="67">21737 9378 7780,'2'3'2184,"-1"-1"-1386,1-2-480,-2-4 0,0-2-242,0-3 0,0-1 114,0 1 1,0-1-387,0 0 0,0-2 185,0 0 0,0 1-193,-2-2 0,1 3 157,-3 1 0,0 1 223,-1 3 1,-1 2 88,-1 1 1,1 2-88,-3 2 1,2 1 82,0 4 0,1 3 2,1 3 0,0 2-173,-1 1 1,3 0 122,1 2 0,2-1-241,0 1 1,0 0-134,0 2 1,0 0-122,2-2 1,-1 1-464,3-1 1,-3 2 361,1-3 0,-1-1-675,-1-1 1,1-4-11,1 0 1068,0-1 0,-7-11 0,-1 0 0</inkml:trace>
  <inkml:trace contextRef="#ctx0" brushRef="#br0" timeOffset="68">21556 9447 7813,'3'-2'668,"-1"-1"1,0-1-179,2 1 0,1-1-246,2-1 1,2 0-24,4-1 0,3 3-347,3 2 1,0-2-172,1 1 0,-1 1-361,2 3 1,1 1 657,-1 2 0,5 10 0,-12-6 0,-1-1 0</inkml:trace>
  <inkml:trace contextRef="#ctx0" brushRef="#br0" timeOffset="69">21945 9437 7813,'-11'-3'326,"0"-2"0,1 3 498,1-2 1,0 0-175,2 2 0,0 0-249,1 2 0,1 0-243,0 0 0,-1 1 63,1 1 0,0 1-89,-1 4 1,2 1 29,0 1 0,0 1-80,2-1 0,0 2-262,2 1 1,1-3 168,1 2 1,1-2-497,2 0 0,1-1 266,1-3 1,0 0-376,2-2 1,-1 0 261,3-3 1,0-3-235,-1 0 0,1-3 169,0-1 1,-1-1 142,1-3 1,-2 1 291,0-1 1,-2 3-82,2 1 0,-4-1 455,0 1 0,-2 1-116,1 3 584,-2 2 1,-2-1-430,0 6 1,-1 0 15,-1 5 1,-2-2-369,3 2 1,-2 0-414,1 2 0,2-1 84,-2-1 0,2 0 252,2-2 0,13 0 0,5-1 0</inkml:trace>
  <inkml:trace contextRef="#ctx0" brushRef="#br0" timeOffset="70">22163 9399 7813,'-5'0'0,"-1"-1"764,-1-1 0,1-1-228,-1 2 1,0 0 281,0-1 0,1 2-185,-3 0 1,3 0-264,1 2 1,-1 0-249,3 2 1,0 2 37,2 0 0,0 0-111,1 0 1,0-1 131,0 0 0,2 2-416,2 0 1,2 1 15,2-3 0,0 0-222,0 1 0,1-1-62,0 0 0,-1-1 225,1-1 0,-1 0-35,1 1 0,1 1 106,-3-2 1,-1 2 164,-2 0 0,0 1-89,-2 1 1,0 0 119,-2 2 1,-3-2 67,0 2 0,-4-3 155,-2 1 0,-1 1 23,-1-1 0,0 0 155,-2-4 1,2 0-141,-1-3 0,-1-1-51,0-1 0,2-1-546,3-4 0,1-2 217,0-1 0,2-3-966,1 1 1,2-3 1095,2 1 0,7-8 0,5-3 0,0-2 0,-1 0 0</inkml:trace>
  <inkml:trace contextRef="#ctx0" brushRef="#br0" timeOffset="71">22297 9181 7826,'0'7'1071,"0"0"1,1-2-89,1 2 1,1 1-440,-2 1 0,1 4 17,1 3 0,-2 3-170,1 4 1,-1 2-267,-1 3 0,0 3-80,0-15 1,0 1 0,0-1 0,0-1-364,0 1 0,0 0 0,0 12-151,0-1 1,0-1-534,0-3 1,0-2-638,0-4 1,0-5 1638,0-3 0,1-3 0,3 0 0</inkml:trace>
  <inkml:trace contextRef="#ctx0" brushRef="#br0" timeOffset="72">22217 9346 10656,'5'2'1551,"1"-1"-1390,1 1 0,4-2-266,3 0 0,4 0-2144,4 0 2249,1-2 0,-2-1 0,3-2 0,1 1 0,1-2 0,1 0 0,0 0 0</inkml:trace>
  <inkml:trace contextRef="#ctx0" brushRef="#br0" timeOffset="73">21497 9581 7973,'-5'0'1248,"-1"2"0,3-1 171,-1 0-2053,3 0 634,-1-1 0,18-14 0,5-4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17:33.74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71 8603,'0'3'1686,"-2"3"-1319,0-2 0,-1 0-52,3 0 0,0 3-158,0 1 0,0 2-147,0-2 1,0 0-44,0 3 1,0-3 27,0 3 0,0-3-353,0 0 272,0-3-251,0 0 1,1-6 114,1 1 1,0-7-128,2-2 0,0-2 114,3-2 0,-2-2 106,0 0 1,0-2 123,0 2 1,0 0 182,2 2 0,-3 1 272,0 1 1,0 2-221,0 3 1,0 0 35,-2 2 0,-1-1-30,4 3 1,-3-1 218,2 3 1,-2 1-73,2 1 0,0 0-2,0 2 0,1 0-38,-3 3-246,3-1 1,-2 3-107,2-1 1,-2 1 59,-1-3 0,-1 1-258,1-1 1,-1 0 118,-1 1 0,0 0-205,0 1 0,0 0-193,0 0 0,-2-1-437,-1 0 1,1-1-1384,2 0 2306,-2-2 0,-2-10 0,-2-4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34.78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1 616 8067,'0'-3'-249,"0"-3"1,0 2 299,0-2 1,0-1 334,0-2 1,0 2-175,2-2 1,1-1-52,3 0 0,-1-2-115,4-1 1,-2 0 54,2 0 1,1-2-27,3 0 0,0 0-4,-1 2 1,4 0-106,1-2 1,1 1 92,-1-1 1,1 2-124,-3 0 0,2 1-10,-2 1 1,3 1 67,-1 3 1,-2 0 53,-2 5 1,-1 0 28,-1 2 1,1 0 9,1 0 0,-2 0 10,-1 3 0,-1-2 20,2 3 0,-3-2 9,0 3 1,1-3 139,0 2 1,0-2 10,0 0 0,0 1-84,2-1 0,0 0-96,-2-2 0,2-3 7,0-1 1,1-2-30,1 0 0,0-4 2,2 0 1,-1-2-108,4-1 1,0-1 58,1-1 0,2 2-136,-4-2 0,1-1 110,-1 1 0,1 0-121,-3 2 1,-1 3-117,-3-1 1,0 3-40,-2-1 1,1 2 1,-1 1 0,-1 0 60,-1 2 1,-1-1 13,1 3 0,-3-1 56,0 1 180,1 1 0,1-2-107,0 3 0,0 0 183,-2-3 0,2 3-82,-2-2 0,2 1-223,0 1 0,-1 0-195,-1 0 0,0 0 168,3 0 217,-4 0 0,-3-3 0,-3-1 0</inkml:trace>
  <inkml:trace contextRef="#ctx0" brushRef="#br0" timeOffset="2309">796 0 8043,'-4'0'487,"-1"0"868,4 0-983,-2 0 1,4 0-140,1 0 1,1 0-115,4 0 0,1 0-32,1 0 1,0 0-231,0 0 1,0 0 125,2 0 0,0 0-191,-2 0 0,-1 2 180,-1 1 1,-2 2-125,0-1 0,0 2 208,-3 3 1,0 1 0,-2 3 0,-1-1 90,-1 1 1,-1 2-125,-4 0 0,1 0-130,2-2 1,-1-1-232,3-1 0,-2 0 338,2-2 0,-1-12 0,3-5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38.11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6 834 7878,'-3'-3'1670,"2"-3"-1318,-1 2 0,2-2-110,2-1 1,2-1-258,2-1 1,2-3-90,0-1 1,2-2-96,3-4 1,0-4 83,2 0 0,0-2-90,2-1 0,-1 1-4,1-1 1,1-1-216,-3 1 0,0 0 149,-2 5 1,-2 1 26,-1 3 1,-3 4 323,0 0 1,-2 3 73,-2 3 0,-1 4 389,1 1-217,-3 1 0,3 4 192,-3 1 1,-2 3-171,0 1 0,-2 3 115,1 4 0,-1-1 234,2 3 0,-1 2-223,1 3 0,1 2-209,-1-1 0,1 0 113,1 1 1,1-1-154,1 3 1,0 0-221,2-1 0,0-2-268,3-2 0,0-1-125,1 0 1,0-2-579,0-1 1,-1-4-14,0-4 1,-1-2-64,0-1 1046,1 1 0,-4-21 0,0-4 0</inkml:trace>
  <inkml:trace contextRef="#ctx0" brushRef="#br0" timeOffset="264">96 629 7886,'0'-4'0,"0"1"623,0 1-432,0 1 1,1-3 728,1 2 0,2 1-392,4-1 0,1 2-301,4 0 1,-1 0-343,5 0 1,2 0-450,3 0 1,2 0 192,-1 0 0,2 0 371,1 0 0,14-9 0,3-2 0</inkml:trace>
  <inkml:trace contextRef="#ctx0" brushRef="#br0" timeOffset="522">519 578 11311,'7'-4'369,"-1"2"1,3 1-1036,2 1 0,1 0-76,1 0 1,0 0-1307,0 0 2048,-1 0 0,18 0 0,4 0 0</inkml:trace>
  <inkml:trace contextRef="#ctx0" brushRef="#br0" timeOffset="799">526 680 7902,'0'-3'1653,"0"0"0,2 3-1242,3 0 1,3 0-370,3 0 0,2 0-323,2 0 1,1 2 200,3 0 80,1 3 0,33 4 0,9 5 0</inkml:trace>
  <inkml:trace contextRef="#ctx0" brushRef="#br0" timeOffset="1889">1263 379 7856,'4'-4'1541,"-1"-2"-1130,-3 2 1,2 1 311,0-2-224,0 1 0,-2-2-214,0-1 0,0 1-84,0-1 1,-1 3-67,-1 0 0,1 0-90,-4-3 1,-1 1-141,-3-1 0,0 3 35,1 0 1,0 2-35,-3 0 0,1 2 170,-1 0 0,-1 2 16,2 3 0,0 1 24,-1 3 1,3 1 139,0 2 0,3 1-228,3 0 1,-1 0 35,1 0 1,1 0-298,3-1 1,1-2 2,4-1 0,2-5-12,2-2 1,3-1 90,1-1 1,2-6-134,-2-2 1,3-4 2,-1-3 1,2-2 80,0-2 1,0-3 38,0-2 0,-2-1 23,1-3 1,-5 2 48,0 1 1,-3 0-52,-4 3 1,-2 1 12,-2 2 0,-3 2 55,-3 2 1,-1 3 124,-6 1 1,1 2-67,-3 5 0,0 1 160,0 3 1,-2 1-98,0 1 0,0 2-10,2 5 0,1-1 131,2 2 0,0-2-209,4 1 1,2 0-296,2 0 0,2-1-109,0-1 0,0 1 442,2 1 0,28 5 0,8-1 0</inkml:trace>
  <inkml:trace contextRef="#ctx0" brushRef="#br0" timeOffset="2165">1622 0 7856,'-9'0'0,"2"0"0,-2 0 321,2 0 1,0 0 478,-1 0 0,0 1-326,0 1 1,3 5-74,1 3 1,0 2-120,0 1 0,-1 3-49,3 1 0,0 4 13,2 0 1,0 3-77,0 0 0,0-1-126,2 0 1,0-2-60,2 0 0,-2 1-411,3-3 0,-4 1-752,1-5 0,1 0 187,-1-3 1,1 1 990,-1-3 0,-4 0 0,1-4 0</inkml:trace>
  <inkml:trace contextRef="#ctx0" brushRef="#br0" timeOffset="2347">1468 225 7858,'0'-4'1162,"0"-1"-595,3 1 1,1-2 5,2 2 1,4-1-330,0 3 0,3 0-227,2 2 1,2 0-209,4 0 1,-1 0-934,2 0 1124,-2 0 0,8 3 0,2 0 0</inkml:trace>
  <inkml:trace contextRef="#ctx0" brushRef="#br0" timeOffset="2890">1096 507 7858,'10'1'0,"0"0"128,-1 1 1,1 0 273,3-2 0,2 3 196,3-1 1,3 0-206,2-2 1,5 2-243,2 0 1,4 0 22,0-2 1,3 0-104,-1 0 0,-3 0-48,-1 0 0,-2 0-238,0 0 0,-1-2-214,-1 0 1,-5 0-1456,1 2 1884,-3 0 0,-8 0 0,-1 0 0</inkml:trace>
  <inkml:trace contextRef="#ctx0" brushRef="#br0" timeOffset="3413">1180 789 7858,'-7'4'101,"1"-1"51,0 0 1,-1-2 127,1 3 0,-1 0 443,1 3 0,0-1-454,2 1 1,-1 1-123,3 1 0,-2 2 0,1 0 0,1-2 34,2 0 1,0 0-147,0 0 0,1-3-14,1-2 0,4-2-222,2 0 1,4-2-147,-2-2 0,3-3 206,-1-3 1,1-2-184,0-3 0,-1-1 88,-1 0 0,0 0-14,-2-1 0,0 1 66,0-1 1,-3-1 57,0-1 1,0 1 37,-4 1 0,0-1 69,-2-1 0,-2-1-25,-3 3 0,-1 2 13,-3 3 1,0 2 153,-2-1 0,-1 1 39,2 1 1,0 2 1,-1 2 0,2 3-100,-1-2 0,4 1 2,0 1-155,1 3 1,1 0-234,2 4 1,1 1-129,1 1 0,1 1 450,1-1 0,16 14 0,6 1 0</inkml:trace>
  <inkml:trace contextRef="#ctx0" brushRef="#br0" timeOffset="3655">1385 725 7858,'-4'0'0,"-1"0"1683,0 0-617,3 0-541,-1 0 1,4 2-128,1 0 1,1 6-147,4-2 1,0 4-72,1-2 0,-1 4-13,2-1 0,0 1-148,0 0 0,0 1-263,0 0 0,-2 0-1077,1 0 1,-1-3 298,0 1 1021,-1-3 0,1 7 0,-1-1 0</inkml:trace>
  <inkml:trace contextRef="#ctx0" brushRef="#br0" timeOffset="3864">1295 898 7858,'-3'-6'1069,"1"-1"1,4 1-711,2 0 0,5-4-238,1 0 1,5-5-137,2-2 1,5-2 2,1 0 0,2-3-247,1 1 1,-1-2-780,1 1 0,-3 2 1038,-2 2 0,2-3 0,0 1 0</inkml:trace>
  <inkml:trace contextRef="#ctx0" brushRef="#br0" timeOffset="4445">1885 109 7858,'0'-6'85,"0"2"320,0-1 415,0 4-484,0-2 0,0 4 91,0 1 1,0 2 5,-3 5 1,3 4-12,-2 7 0,1 2-133,1 6 0,-2 2 49,0 4 1,-1 6-143,1 4 1,0 3-14,-2 3 1,0 0-195,0-1 1,-2-2 94,2 0 0,1-11-301,-2 0 0,4-6-55,-1-3 0,-1-3-199,1-3 0,0-1-57,2-3 1,0-2-448,0-2 1,0-3 254,0-1 720,0-2 0,2-6 0,2-2 0</inkml:trace>
  <inkml:trace contextRef="#ctx0" brushRef="#br0" timeOffset="4840">1982 680 10990,'6'7'838,"0"-1"0,2 3-808,0 2 0,0 2-49,3 2 0,-1-1-295,3 3 0,-1 0 119,-1 2 0,0-2-102,-2-2 0,-1-2-1032,-1-3 0,1 2 1329,-2-4 0,-4-2 0,-5-3 0</inkml:trace>
  <inkml:trace contextRef="#ctx0" brushRef="#br0" timeOffset="5073">1943 847 7858,'3'-6'181,"-2"2"0,4-4 351,-3 2 0,3-3-158,2 1 1,2-2 62,4-3 0,2 0-269,0 0 1,3 0-158,-1 1 1,0 1-833,2 0 1,-3 1 211,3-1 609,-4 2 0,4 6 0,-3 0 0</inkml:trace>
  <inkml:trace contextRef="#ctx0" brushRef="#br0" timeOffset="5341">2289 719 10082,'-3'0'1915,"1"0"-1827,4 0 0,1 0-111,4 0 0,-1 0-237,1 0 0,2 0-183,2 0 0,-1 0-1279,0 0 1722,1 0 0,19 3 0,4 0 0</inkml:trace>
  <inkml:trace contextRef="#ctx0" brushRef="#br0" timeOffset="5582">2283 796 7856,'-4'0'1026,"-1"0"1,5 0-932,0 0 0,3 0-98,6 0 1,1 0-281,3 0 1,0-2-130,-1-1 0,3 1 412,0 2 0,23-3 0,3 0 0</inkml:trace>
  <inkml:trace contextRef="#ctx0" brushRef="#br0" timeOffset="5968">2642 712 7856,'-9'-3'304,"2"3"0,-2-3 473,2 3 0,1 0-210,-1 0 1,-1 1-40,2 1 1,-2 1-153,4 4 1,-2 0-79,0 1 0,2 2 93,-1 3 1,4 0-209,-1 0 0,1 0-168,1-1 1,1 1 43,1-3 0,4 0-106,2-4 1,4 0-121,1 1 1,0-4-456,2-1 1,1-2 123,-2-2 0,4-2-387,-3-4 1,0 0 305,-3-3 1,1 2 205,0-1 0,-2-1 320,-1-2 1,-4 0-47,1 1 1,-5-1 48,0 0 1,-2 0-100,-2 0 0,-3 3 110,-3 2 0,-3 3 86,-4 3 0,-1 2 36,-1 0 0,-1 0-462,1 0 1,0 2 378,0 3 0,-6 9 0,-3 3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48.91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0 109 8043,'5'0'0,"-2"1"588,0 1 0,4-1-113,0 1 1,4-1-95,2-1 1,3 1-339,6 1 0,3-2-206,2 3 0,5-3-237,-2 0 1,3 0 399,-6 0 0,12-3 0,1 0 0</inkml:trace>
  <inkml:trace contextRef="#ctx0" brushRef="#br0" timeOffset="452">334 13 8021,'0'-3'488,"0"-3"1,3 5-73,1-1-222,2 1 0,1 4-30,1 2 1,0-1-162,0 2 1,-1-1 127,0 4 1,-1 0-121,1 0 0,-1 2 67,0 0 0,-1-1-192,-1 0 1,-3 1-22,1 2 0,-1-2 86,-1-1 1,0-1-146,0 1 1,-2-2-17,0 1 1,-4-1-32,0 0 1,-1-3 84,-1 2 156,1-2 0,-20 1 0,-4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51.62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48 52 7855,'-2'-4'5,"1"-1"0,-2 1 836,0 1-462,2-3 0,-2 3 910,1-1-401,1-2-188,-2 5-443,3-1 1,0 3 13,0 3 1,0 2-89,0 7 1,2-1-124,0 5 0,1 2 9,-3 3 0,0 2-111,2-1 1,-1 2-286,1 1 1,-1 0-121,-1-1 0,0 1-360,0 0 0,0-6 110,0 0 0,2-6 697,0-1 0,9-26 0,0-9 0</inkml:trace>
  <inkml:trace contextRef="#ctx0" brushRef="#br0" timeOffset="222">164 14 7939,'0'3'171,"-3"3"1,2-3 352,-1 4 0,1 0 232,1 1 1,0 3-282,0 4 1,0 4-36,0 2 1,0 4-330,0 1 0,0-1-200,0 0 0,1 0-76,1-3 1,0-1-362,2-2 1,-2 0 46,2-2 1,-2-4-1562,0-2 2040,1-3 0,-5 1 0,2-2 0</inkml:trace>
  <inkml:trace contextRef="#ctx0" brushRef="#br0" timeOffset="406">10 168 7939,'-4'0'1183,"-1"0"0,5 0-1123,0 0 1,3-3-272,6 1 0,1 0 53,5 2 1,0 0-446,2 0 603,0 0 0,19 3 0,5 1 0</inkml:trace>
  <inkml:trace contextRef="#ctx0" brushRef="#br0" timeOffset="798">363 212 7939,'-5'0'1081,"1"0"1,2 0-386,-2 0 1,2 0-350,-3 0 1,3 0-150,-2 0 1,0 0-58,-3-2 1,1 1-187,-1-1 0,1 1 99,0 1 1,-1 1-89,1 1 1,-3 1 60,1 1 0,-2 4 100,2-2 1,1 3-11,-2-1 1,2 2-123,1 3 0,2 0 63,2 0 0,1-3-121,1 1 0,1-3-219,1 1 0,2-3-273,2-2 1,3-1 285,2-3 0,-1-1-267,1-4 1,-1 0 144,3-5 1,-2-1-8,-1-2 1,0 0 252,1 1 1,-2 1 177,-2 0 1,-1 3 93,-2 0 0,1 3 922,-3 1-622,0 2 0,-2 0 398,0 4 1,-1 5-404,-1 3 1,1 0-369,-1 1 1,2 0-474,0 1 1,0 1 147,0 0 1,2-2-188,0-1 0,4-2 458,0 1 0,15-13 0,6-4 0</inkml:trace>
  <inkml:trace contextRef="#ctx0" brushRef="#br0" timeOffset="1032">478 302 7939,'-6'3'647,"2"-2"1,-2 2 39,2-3 1,1 0 952,-2 0-1260,1 0 1,0 0-252,-1 0 0,4-1-36,-1-1 1,1-2-190,1-2 0,0-1 144,0 1 0,1-3-15,1 1 0,-1-1-265,4 0 0,-1 1-117,2-2 0,2 2-117,0-1 1,-1 2 19,2 1 1,0-1-226,0 1 1,2 1 68,0 1 1,0 3 601,0-1 0,12 12 0,2 5 0</inkml:trace>
  <inkml:trace contextRef="#ctx0" brushRef="#br0" timeOffset="1290">677 1 8009,'-4'0'1774,"-1"0"1,4 0-1287,-1 3 0,1 0-230,1 4 0,0 3-26,0 2 0,0 5-62,0 4 1,0 1-101,0 3 0,1-1-75,1 4 0,-1 1-347,1-1 1,1-1-914,-1-4 1,1-1 204,-1-3 1,-1-1 1059,1-3 0,-2-5 0,0-8 0</inkml:trace>
  <inkml:trace contextRef="#ctx0" brushRef="#br0" timeOffset="1472">574 187 7919,'4'0'-91,"2"0"342,-2 0 0,2 0 408,3 0 1,-1-2-531,5-1 1,-1-1-490,5 2 1,1-1 185,1 1 174,0 1 0,20 1 0,5 4 0</inkml:trace>
  <inkml:trace contextRef="#ctx0" brushRef="#br0" timeOffset="2003">837 302 7919,'-6'4'249,"-1"1"1,2-3 420,0 2 1,2-2 233,1 0-97,1 1-1164,-2-2 169,3 2 1,0-6-167,0-1 1,0-2 187,0 0 0,2-4-28,0 0 0,1-2 174,-1-1 1,-1-2-34,1 0 1,1-1 175,-1 1 1,0 2-135,-2-2 0,3 2 354,-1 2 0,2 0-95,-2 2 1,3 1-21,-1 4 1,2 1-9,1 3 0,-3 0-36,0 0 1,0 3 34,3 1 1,-1 5-5,1 2 0,-3 3-29,0 1 1,-2 3 65,3-1 1,-4-1-207,1 1 1,0-3-39,0 1 1,-1-2-441,3-2 6,-2 1-412,4-5 517,-3 0 1,4-8-89,-1-6 0,0-2 96,-2-4 1,2-2 13,-2 0 1,2-2 399,0 0 1,0 0-99,1 0 1,-3 3 124,0 2 1,1 0 162,1 3 0,-2 1 722,1 4-301,-1 1-153,2 3 0,1 3-111,-1 1 0,-2 4-2,1 1 1,-3 4-226,2 0 0,-2 2-210,3 0 0,-2-2-866,1 2 0,2 1 236,-2-1 1,2 0-712,0-2 1330,1 0 0,14-6 0,3-2 0</inkml:trace>
  <inkml:trace contextRef="#ctx0" brushRef="#br0" timeOffset="2333">1273 187 7881,'-10'-4'627,"-2"-2"1,5 6-42,-4-2 1,2 1 68,-1 1 0,2 0-259,-1 0 1,0 1-175,0 1 1,0 2-53,1 5 0,3-2-63,-2 4 1,2 0 46,-1 2 0,2-1-121,2-2 0,1 3 76,1-3 0,0 2-107,0-2 1,3 0-181,1-4 0,2-2-17,1 1 1,-1-4-213,0 1 0,2-1 11,0-1 1,0-3-205,3-1 1,-4-3 217,2-1 1,0 0-97,0-3 0,-1 3 346,-1-3 1,1 3-41,1 0 152,-1-2 1,-1 3 189,-1-2 321,-2 5 1,-1 1-211,0 3 1,-3 1 194,2 1 1,-1 2-488,-1 5 0,0-2 103,0 4 0,0-2-889,0 1 0,0 0 127,0 1 670,3 1 0,1-2 0,2 3 0</inkml:trace>
  <inkml:trace contextRef="#ctx0" brushRef="#br0" timeOffset="2649">1382 277 7881,'-6'3'261,"3"0"1,-3-1 1129,2 0-896,1 0 1,-1-2-252,2 0-516,1 0 1,-1 0 58,4 0 0,0-2-242,2-3 0,0-3 361,3 0 1,-1-4 142,0 2 0,1 0 45,-1-1 1,1 1-151,-1-1 1,3 0 509,-1 2 0,1-1-80,-3 1 0,1 1 127,2 1 1,-2 3-114,2 0 0,-2 2-158,-1 0 1,1 1 39,-1 1 0,0 3-24,1 2 1,-3 3-159,0 3 0,-2 2 72,0 2 0,-1 1-343,-1 3 1,0 0-103,0 1 0,0-2-269,0-1 1,0 0 553,0-2 0,0-5 0,0 3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0:56.97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0 232 7902,'5'0'0,"-1"0"143,1 0 1,0 2 297,2 0 0,-1 0-12,1-2 0,2 2-130,2 0 1,2 0-270,1-2 1,2 0-198,1 0 0,2 0-235,-2 0 1,1 0 401,-1 0 0,7 3 0,0 1 0</inkml:trace>
  <inkml:trace contextRef="#ctx0" brushRef="#br0" timeOffset="1460">481 84 7867,'0'-3'374,"0"-3"235,0 2 0,0 0 278,0 0 0,0 2-6,-3-3-121,3 4-572,-6-5 1,2 5-141,-2-1 1,0 2-142,-1 2 1,0 3 157,-1 3 0,-2 2 24,-3 3 1,0 3 10,0 1 1,1 4-119,1 0 0,0 0 40,2-1 0,1-1-72,4 0 0,1-2-54,3 0 1,1-5-211,1 1 0,2-5 99,5-2 0,-1 0-81,3-4 0,-1 0-36,3-2 1,0 0-2,0-2 1,-1-2-32,-1-2 0,-2-1 72,-3 1 1,1-3 32,-1 1 0,-2-1 102,-2 3 1,-2-1 123,0 1 0,0-1 89,0 1 0,-2 0-87,-3-1 0,2 3 112,-2 0 0,3 0 6,-2 0 0,2-1 30,-2 3 0,2-3-132,0 0 0,1 2 107,1-1 0,0 1-10,0-1 0,1 3 135,1-1 0,2-1 122,2 1 0,1 0-116,-1 2 1,3 0 260,-1 0 0,3 2-54,-3 3 1,3 1 97,-2 3 0,-1 1-271,-1 2 0,-1 1-192,0 0 0,0 0-148,-2 0 0,0 0-406,-2-1 1,0 1-314,2 0 1,-2-2 153,2-1 648,-2-5 0,6-10 0,-1-10 0</inkml:trace>
  <inkml:trace contextRef="#ctx0" brushRef="#br0" timeOffset="1742">661 277 7873,'-2'6'781,"0"0"1,-1 1-317,3-1 0,-2-2 239,0 1-248,0-4-162,2 2-266,0-3 169,0-3 1,0-3-113,0-2 0,0-3-22,0 0 1,0-1 68,0-1 0,2 0-144,0 0 0,3 0 49,0 1 0,-2-1-125,1 0 0,1 2 15,1 1 1,1 2-169,-1-1 1,1 3-264,2 1 1,0 3 503,2 2 0,21 17 0,3 4 0</inkml:trace>
  <inkml:trace contextRef="#ctx0" brushRef="#br0" timeOffset="2052">847 187 7870,'-10'0'593,"-2"0"0,2 0-122,-3 0 1,2 0 225,1 3 0,2 0-159,-1 4 1,2 1-19,1 1 1,2 0-352,2 0 1,1-2 70,1 4 1,2-3-212,2 0 0,0-1-99,5-3 1,1 1-233,0-3 0,2 0 73,-1-2 0,1 0-329,-2-2 0,2 0 158,1-2 1,-2-3-124,0-1 0,-3-1 141,0 3 0,-1-1 104,0-2 1,-2 2 258,0-1 0,-3 0-24,-2 2 0,0 0 18,0-1 0,0 1-10,-2-1 1,-2 2 169,-2 0 0,-1 0-174,1 3 1,-1 0-352,1 2-750,0 0 1140,-1 0 0,9 6 0,3 1 0</inkml:trace>
  <inkml:trace contextRef="#ctx0" brushRef="#br0" timeOffset="2519">982 1 7846,'-4'0'1353,"-2"0"1,5 0-672,-3 0 1,2 0-246,0 3 1,1 1-100,1 4 1,0 1-196,0 4 0,0 1-89,0 5 1,0 3-20,0 2 0,2-1-174,1 0 1,-1-3 53,-2-1 1,0 0-49,0-4-696,3-3 211,-3-6 314,6-3 0,-3-6 77,1-4 1,2 0-34,-2-3 0,2 1 178,0-2 0,1 3 167,-1 0 1,3-1-13,-1 3 1,1-3-90,-3 4 1,3-1 157,-1 4 0,1-2-55,-3 1 0,1 1 73,2 2 0,-4 1 13,1 1 1,-1 2 117,2 2 0,-3 1-55,0-1 1,-2 3 74,0 2 1,-1 0-181,-1 0 0,-3 3-1,1-4 0,-3 4-177,-2-4 0,1 0-21,-3-2 0,0-1-73,0 0 1,-2-1 92,0-2 1,1 1-98,0-3 1,-1 0-84,-2-2 0,1-1-249,1-1 1,1 1-24,2-4 1,3 1-258,-2-2 0,5-1-151,0-2 0,4 1 908,2-2 0,25-13 0,6-4 0</inkml:trace>
  <inkml:trace contextRef="#ctx0" brushRef="#br0" timeOffset="3021">1251 206 7829,'-6'6'317,"-1"1"1,1-1 488,2 1 1,-2-1-393,2 0 0,1 1 1,1-1 0,-1 1-412,1-1-749,0-2-386,-1-1 838,3-3 1,-3-3 89,3-2 0,0-2 127,0-2 1,0-2-40,0 0 1,0-1 109,0-1 0,2 0 241,0 0 0,2 3-67,-2-1 1,1 1 119,-1-1 0,1 1-4,1 2 1,2 1-55,-2 1 0,2 0 34,1 4 1,-1-2-64,0 2 0,1 0-39,-1 4 0,0 2 38,-2 2 1,2 4-3,-2 0 1,-1 2-66,-1 1 0,1 0 24,-1 0 1,1 0-295,-1 0 0,-1-3 38,1-2-312,2-1 0,-3-1-64,3-2 73,1-1 1,1-6 99,0-4 0,1 0 109,-1-4 0,1 1 57,-1-3 1,0 1 104,1 1 0,-1-1 33,1 1 1,-1 2 298,1 0 0,-3 3 257,0 2 1,0 0-181,0 2 0,1 2-12,-3 0 0,2 4-234,-2 4 0,1 0-250,-1 3 1,0 0-182,2 4 0,-2-2-534,3 2 1,-3-1 416,2-1 416,0 0 0,6-3 0,-1-1 0</inkml:trace>
  <inkml:trace contextRef="#ctx0" brushRef="#br0" timeOffset="3361">1597 123 7786,'-6'0'267,"0"-3"0,-1 2 408,1-1 1,-1 1-118,1 1 0,-1 0 123,1 0 0,0 3-182,-1 1 0,1 5-148,-1 2 1,2-1-148,0 0 1,0 3-47,3 2 0,0-2-95,2-2 0,0-1-15,0 0 1,3-1-255,1-2 1,2-4-68,0 0 0,2-3-382,0 0 0,0-3-74,3-1 0,-3-2 249,3-3 0,-3 1 18,3-2 0,-2 1 248,1-2 1,-2 4 243,1-2 0,-2 2-221,-1 1 248,1-1 239,-1 4 106,-2 0 1,-2 6-88,-2 4 0,0 0-325,0 3 1,0-1-347,0 2 1,0-3-140,0 3 1,0-3 494,0 0 0,12-6 0,2-3 0</inkml:trace>
  <inkml:trace contextRef="#ctx0" brushRef="#br0" timeOffset="3651">1745 212 7784,'-3'4'509,"0"0"866,-1-2-384,-2-2-377,5 3-407,-1-3-172,2 0 0,2-3-226,0-1 1,3-2 117,-1-3 1,2 1-125,0-2 1,1 1 142,-1-2 1,1 3-64,2-3 1,-2 3 268,1 0 0,0-2 90,-2 2 1,0-1 109,1 3 1,1 0-111,1 2 1,0-1 66,-3 3 0,1 0 301,2 2-190,-2 0 1,2 3-42,-3 1 0,1 4 7,-1 3 0,-2 1-151,-2 1 1,-1 3-313,-1 1 1,0 1-371,0 2 0,0-1-362,0 0 1,0 0 808,0-2 0,0 4 0,0-1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2.47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26 7809,'0'-6'617,"0"-1"1,-1 3 285,-1 0 421,1 2-893,-1 0 0,2 2-69,0 2 1,0 3 111,0 3 0,0 3-186,0 4 1,0 0-64,0 4 0,0 0-99,0 4 0,2-1-141,0 4 0,0-2-663,-2 4 1,0-2 433,0 0 0,1 0-1252,1 2 1,-1-4 165,1-1 1330,1-5 0,1-11 0,2-5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2.68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9208,'4'0'1097,"0"0"1,3 0-977,1 0 1,6 0-254,-1 0 1,6 0 61,0 0 0,4 0-177,-2 0 0,1 0 247,-3 0 0,12 0 0,2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3.0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1 7876,'-6'3'649,"0"3"174,2-2 1,0 2 82,2 0 0,1 1-353,-1 2 0,1 3-136,1 3 1,0 3-161,0-1 0,1 2-20,1 3 0,-1 0-105,1 1 1,1-1-123,-1-5 0,0 0-25,-2-2 0,2 0-265,1-2 1,-1-3-1140,1-4 1056,-3-3 1,5-3-8,-3-2 0,3-2 130,-3-2 1,3-3 189,-1 1 0,0-3-39,0 2 1,0-1 140,3 4 0,-3-2-153,0 4 0,0-1 1,3 1 636,-1-2 1,1 5-199,-1-1 0,1 2 260,-1 2 1,0 2-321,1 5 0,-3-1-140,0 2 1,0 1-305,0 2 1,1 0-443,-3 0 1,3-1 176,0 1 1,0-2-872,2 0 1302,-1-3 0,3-2 0,1-3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1:06.1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39 173 7928,'-7'0'311,"1"0"161,-1 0 0,3 0 12,0 0 0,2 0 883,-3 0-498,4 0-245,-2 0-405,9 0 1,-1 0-1,5 0 1,0 0-158,1 0 1,3 0-131,-1 0 1,1 0-235,-1 0 1,0-2-50,0 0 0,0-2-417,0 2 0,-1-3 346,1 0 1,-3 0-116,-1-2 1,-3-1-116,-2-1 609,-1 1 0,-3 1 134,-3 1 0,-1 0 71,-4 2 0,-2 1 57,-3 3 0,0-2-113,0 0 0,0-1 39,-2 3 0,1 3 132,-1 2 1,2 0 178,0 2 0,1 1-27,1 1 0,2 2 128,2 0 0,2 1-296,0 1 1,2 0-314,3-1 1,2-1-380,2 0 1,2-3-21,7 3 1,0-4-600,4 0 0,4-2 533,-2-3 517,2 1 0,15-12 0,5-2 0</inkml:trace>
  <inkml:trace contextRef="#ctx0" brushRef="#br0" timeOffset="358">391 116 7923,'-10'0'562,"-2"0"166,2 0 0,0 0-36,-1 0 0,1 0 147,-1 2 1,0 2-305,2 2 1,0 4 111,0 0 1,3 0-334,0 1 0,2 0-120,4 1 1,0-1-163,0 0 1,3-1-222,1 1 0,3-2-226,1-3 0,3-2 130,4 1 0,-2-4-468,2 1 0,1-2 286,-1-2 0,1-1-93,-1-4 1,-3 1 372,1-1 0,0-1-47,-2-1 0,-2-1 211,0 1 0,-3-2 7,-2 0 0,-1 1 50,-3-1 1,0 3-40,0-3 0,-3 2 202,-4-1 0,0 2-157,-4-1 1,0 2-88,-4 1 1,1 2-79,-1 2 1,2 1-194,0 1 1,0 0-296,0 0 1,4 3 264,3 2 0,0 0 348,4 2 0,25 8 0,9 2 0</inkml:trace>
  <inkml:trace contextRef="#ctx0" brushRef="#br0" timeOffset="588">571 225 7902,'-7'-1'860,"1"-1"1,0 0 648,2-2-697,-2 0 0,4-5-357,-3 1 0,2-1-207,3 3 0,0-3-104,0 1 0,0-3-129,0 2 0,3-1-107,2 1 0,0 1 163,2 1 0,-1 1-148,0-1 0,3 1-369,0-1 1,1 3-526,-1 0 0,2 2 145,0-3 0,1 4 826,1-1 0,8 13 0,3 3 0</inkml:trace>
  <inkml:trace contextRef="#ctx0" brushRef="#br0" timeOffset="899">750 154 7878,'0'4'726,"0"-2"185,0 1 1,1-2-313,1 1 0,0-1 160,2-1 0,0 0-421,3 0 1,0-1-399,1-1 1,0-2-316,0-2 0,1 0 304,0-1 1,-1 1-70,-1-1 1,-1 1-119,1 0 0,-3-3-470,0 0 0,-2 1 177,0 1 0,-2 1 140,-2 0 1,-4-1 389,-3 1 0,-2 0 180,0 2 0,-1 1 224,-3 3 0,-1 1 71,-1 1 1,1 2 482,3 5 0,1-2-448,1 4 1,2 2 35,3 2 0,0 1-192,2-1 1,1-2-93,3 2 0,3 1-737,4-1 0,2-1-133,4-3 1,3-2-511,1-3 1,2 0 287,2-2 1,-1-1 850,2-3 0,35-40 0,8-10 0</inkml:trace>
  <inkml:trace contextRef="#ctx0" brushRef="#br0" timeOffset="1358">1026 96 7862,'-9'7'0,"2"0"663,-2 1 0,3 0-103,2 3 0,-1-3-4,3 3 1,-1-3-430,3 1 0,1-3-359,1-2 34,2 2 1,2-5-334,1 1 1,-1-2 102,0 0 1,-1-5 246,2-1 0,-4-2-39,3-1 1,-1 0 49,2-2 1,-1-1 75,0 1 1,1-1 111,-1-1 0,-2 3 291,1-1 0,-1 0-106,2-2 1,1 3 25,-1-1 0,1 3 72,-1 0 0,1 3-63,-1 0 0,0 4 194,1-1 1,-2 2 13,0 2 1,0 2 2,-3 5 0,0 1-152,-2 3 0,0 0 69,0 2 0,0-1-197,0 1 0,2-3-129,0-1 1,1 0-226,-1-2 1,2-1-14,2-4 0,1-1-347,-1-3 0,3-1 176,-1-4 1,6 0 23,-1-5 1,1-3 207,-1-2 0,-1 2 190,1 2 0,0 1-1,0 0 1,-2 0 354,-1 4 0,-2 2-177,1-1 0,-2 4 129,-1-1 0,-1 4 258,-1 2 0,-3 3 13,1 1 0,1 3-187,-1 4 0,0-1-499,-2 3 1,0 0-452,0 3 0,-2-3 527,0 0-20,0-3 0,-1 5 0,0-3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17.39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65 8154,'0'-4'-1790,"-1"1"1377,-1 3 413,1-3 0,-4 2-61,3-3 53,0 2 0,1-3 20,-1 3 0,1-1-11,-1 1 3,1 1-4,1-4 1,0 3 1,0-2-1,0 3 2,0-5-3,0 5 0,9-7 0,2 1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04.07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112 1 7960,'-10'0'0,"-2"2"315,4 0 1,-1 1 520,2-1 0,1-1-278,2 4 0,-1-1-20,3 2 1,0 4-91,2 0 0,0 2-112,2 1 1,4 3-243,3 1 1,3 2 59,-1 3 1,1-2-37,1 1 0,1 0-11,-2 0 1,1-1-175,1 1 1,-3-1-32,-1 0 0,-2-3-167,1 0 0,0-2 26,-1 2 0,-3-3 71,2 1 0,-4-1 107,1-2 0,-3 4 77,1 1 1,-1 0 100,-1 0 1,0-2-80,0 2 0,-2 0 149,0 2 1,-3-3-15,1-1 1,-2 1 236,-1-1 1,3 1 21,0-1 1,-1-2-94,-2-1 0,1 1-331,-1-5 1,1 1-110,0 0 0,-1-4-258,0 1 0,0-4-169,1 1 0,-1-3-552,1 0 1,0 0 409,-1 0 1,0-2-835,0 0 1504,1-3 0,-15-4 0,-4-5 0</inkml:trace>
  <inkml:trace contextRef="#ctx0" brushRef="#br0" timeOffset="539">7 584 8373,'-3'0'2290,"0"1"-1864,3 1 0,0 2-203,0 5 0,0-1-40,0 3 1,0 1-80,0 3 0,0 2 64,0-2 1,0 3-154,0-1 1,0-1 100,0-1 1,0 1-104,0-1 0,0-1 17,0-3 0,0-1 21,0-2 0,2-1 270,0 2-229,3-2 1,-1-1-200,2 1 1,2-3-182,1 0 0,-2-2-259,4 0 1,-2-1 39,2-1 0,0 0-437,2 0 0,2 0-419,1 0 1363,2 0 0,2 0 0,3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56.5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166 229 8596,'0'-4'1362,"0"1"0,-3 2-836,-3-2 1,0 3-160,-2-3 0,1 2 72,0 1 1,-4 4-114,-2 1 0,1 2 24,0 3 1,0-1-139,-1 3 0,0 0-27,3 3 0,0 0-25,2 3 0,2-2-82,1 4 0,2-4-108,3 1 1,1-1-369,4-2 0,1 0-894,7-1 1,0-3 100,4-2 1,1-4-1319,1-2 2509,-2-1 0,34-24 0,7-6 0</inkml:trace>
  <inkml:trace contextRef="#ctx0" brushRef="#br0" timeOffset="375">362 258 7878,'-8'4'0,"-3"-3"484,3 5 0,-3-4 699,4 3 0,-1-3-420,1 3 1,-1 0 229,0 2 1,1 1-246,-1 2 1,4-1-364,2 4 1,-1-4-389,0 4 1,1-4-34,2 4 1,3-4-23,2 0 1,2 0-34,3-2 0,-1 0-359,4-3 1,0 0-26,1-4 1,0 0-623,0 0 1,1-1 237,-3-2 0,5-1 369,-5-3 0,1-4 25,0-1 1,1-1 237,-5 1 1,1-2 130,-2 2 0,0-2-88,-1-1 1,-3 0 102,-1 1 0,-2 1 24,-1 1 0,-1 3 277,-2-1 0,-1 2 268,-3 1 1,-5 3-245,0 1 0,1 2-44,-2 1 1,2 0 100,-1 0-681,3 4 1,-1-1-144,1 2 1,5-1 522,2-2 0,18-4 0,5 1 0</inkml:trace>
  <inkml:trace contextRef="#ctx0" brushRef="#br0" timeOffset="841">625 229 8543,'-8'-4'643,"1"2"1,2 1-241,0 1 0,0 0 163,-2 0 1,2 0 331,0 0 1,2 3-520,1 2 0,-2 4-152,2 1 1,-1 5 169,3 0 1,0 2-219,0 0 1,1 0-308,2 2 1,1-3-41,4-1 0,0-2-220,2-6 0,-1 1 121,3-5 1,2-1-124,0-2 0,0-2 31,0-3 1,0 0-278,-2-7 1,3-2 72,-1-3 0,-1 2 80,-1-2 0,-1-1 179,1 0 0,-5 2 89,0 4 1,-2-1 360,0 3 96,-2-3-84,-3 8 1,-1-2 135,-1 7 1,0 4 522,-3 1 0,1 4-236,-1 4 0,-1 0 259,4 2 0,0 0-636,2 0 1,-3-1-106,1 1 1,-1 0-563,3 0 0,1-2-205,1 0 1,0 0-667,3-3 1,0-1 1333,2-1 0,15-17 0,1-4 0</inkml:trace>
  <inkml:trace contextRef="#ctx0" brushRef="#br0" timeOffset="1082">940 8 7878,'0'4'0,"-2"3"382,0-2 0,-2 1 571,2 2 0,1 0 34,-1 2 0,1 2-283,1 5 0,0 3-70,0 4 0,2 2-268,1 4 1,0 2-114,-1 0 0,0 0-297,3-3 1,-2-2-323,2 0 1,-2-4-219,2-1 1,-3 2-1657,3-5 2240,0 1 0,12-22 0,4-3 0</inkml:trace>
  <inkml:trace contextRef="#ctx0" brushRef="#br0" timeOffset="1509">1152 251 7867,'-11'4'246,"2"3"61,-4-2 1,6-1 887,0 1 1,1 2-459,-1 3 1,2 2-210,-1-2 1,4 4-221,0 1 1,1-1-64,1 3 0,0-3-224,0-2 1,1-3-227,1 1 0,3-2 14,3-1 1,-1-3-235,0-1 1,1-3-24,-1-3 0,5-2 61,0-5 1,-1-1-75,2-4 0,0-2 29,2 0 1,-2-4-83,2-1 0,-4 0 205,4-3 1,-5 2-33,4 1 0,-5-3 150,1-2 1,-3-2 12,-2 0 1,-1 2 177,-2 3 1,0 4 65,1 0 17,-3 7 1,0 2 229,-3 9 1,1 1 456,-3 1 0,2 6-485,-2 1 1,3 5 10,-3 1 1,3 1 490,0 3 1,1 0 571,1 2 0,-2 2-503,-1 3 1,1 0-499,2 3 0,0-3-319,0 0 1,0 0-31,0 1 1,0-2-195,3 4 1,-1-3-526,2 0 1,1-3 709,3-1 0,7-7 0,0 1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6:59.14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59 7855,'0'-7'386,"0"-1"154,0 1 0,-1 0 426,-1-1 145,1 1-223,-2 0-404,3 2 1,0 3-280,0 4 1,0 3-155,0 5 0,-3 5-66,1 4 0,-1 4-17,3 1 1,0-1 6,0 2 0,0 0-130,0-1 1,0 1-470,0-3 1,0-3 276,0-2 0,1-4-540,2-1 222,-3-3 440,7-1 0,-4-8 250,2-5 1,3-2 56,-3 0 1,-1-3 74,1 0 0,0 0-108,2 3 1,0 0 90,1-1 0,1 3 88,1 1 0,-2 1 170,2-2 0,1 4-30,-1-2 1,0 2-74,-3 1 1,1 4-142,-1 0 0,1 3-43,0 0 0,-4 1-135,-2-1 1,-1 3 13,-1 0 1,0 2-147,0-2 1,-3 3 106,-2-1 0,-4 1-79,-2-1 0,-2 2-111,1-5 1,-3 1-10,0-2 0,0-2-278,0-1 0,1-2-485,1-3 331,0 0 1,3-3 121,1-2 558,4-1 0,25-41 0,9-9 0</inkml:trace>
  <inkml:trace contextRef="#ctx0" brushRef="#br0" timeOffset="339">293 265 7855,'0'4'1256,"0"3"1754,-3-3-2457,2 0 0,1-1-314,5-3 0,3-1-570,-1-1 0,0 0 298,1-3 1,2 1-731,-1-1 0,2-1 319,-3 1 1,-1-2-1,0 0 0,0-3 203,-2 0 0,2 1-143,-5 1 1,0 0 192,-2-2 0,0 2 215,-3-2 0,2 5 438,-5 0 0,-2 2-302,-2-2 1,1 4 611,1-2 1,-3 6-50,2 5 0,-1 0 213,2 4 0,4 1-441,-1 4 1,3-1-28,0 1 1,1 2-196,1 1 1,1-2-63,1-1 1,5-2-249,2 0 0,4-3-327,1 1 0,0-8-1269,4 0 1,1-3 1632,0-2 0,20-30 0,1-6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02.09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15 346 8255,'-4'0'2770,"-2"1"-2231,4 1 0,0 2-219,2 4 1,0 1-141,0 3 1,0 4-147,0 6 1,0 3 3,0 2 0,2 2-193,0 0 1,1 0 84,-3-2 1,1-5-141,1-5 0,-1-2-213,1-3-183,-1-2-172,-1-5 500,0-12 1,0-4-111,0-9 0,0-1 19,0 1 1,0-4 130,0-3 0,3 0 107,-1 0 0,1 0-32,-3-2 0,3 2 93,-1 0 0,2 1 226,-2-1 0,0 2-6,3 6 0,-1 0 380,1 2 0,1 4-8,-1 1 1,2 3-259,1 2 0,2 2 25,0 0 0,0 3-68,1 0 1,-3 2-57,2 2 0,-2 0-3,0 3 0,-3 1-49,0 3 1,-3 0 9,1 4 1,-3-3-99,0 5 0,0-2-272,0 4 0,-3-1-9,-3-1 1,1-1-136,-2 1 1,4-3 113,-5 1 0,0-4-47,-3 0 0,2 0 63,1-2 0,0-3-64,-2-2 1,4-1-174,-2-1 498,2-3 0,6-37 0,0-12 0</inkml:trace>
  <inkml:trace contextRef="#ctx0" brushRef="#br0" timeOffset="409">264 0 7870,'0'4'624,"-1"2"155,-1-4 0,1 4-207,-1-1 0,1 2 62,1 3 0,0 2-283,0 2 1,0 4-132,0 2 0,0 4-214,0 0 0,0 3-125,0-2 1,0-1-100,0-2 0,0 0 163,0-3 1,0-2-150,0-4 1,2-3-442,1-2-581,-1-4 621,-2-1 320,3-10 1,-2 0 92,2-5 1,0-1 279,-1 3 0,2-1 148,-2 1 1,0 2-90,3-1 1,-1 0 85,1 2 0,1 0 43,-3-1 1,3 4 548,-2 2-519,3-2 1,0 3 105,1-2 1,-2 3-100,0 3 1,1 1-327,-2 3 0,0 4-337,0 1 1,1 0-195,-4 0 1,4 0-606,0 3 0,-2-4 1149,1-1 0,3 2 0,4-1 0</inkml:trace>
  <inkml:trace contextRef="#ctx0" brushRef="#br0" timeOffset="631">482 184 7870,'-5'3'823,"-1"-2"1,5 3-146,-1-1 1,1-2 1760,1 4-1910,0 0 1,1 3-72,1-1 1,2 0-774,4 1 1,2 1-6,0 1 0,1 0-132,-1-3 0,0-2-85,2 0 1,-2-1-693,2 1 1,-1 1 1228,1-4 0,7-9 0,5-5 0</inkml:trace>
  <inkml:trace contextRef="#ctx0" brushRef="#br0" timeOffset="840">685 169 7870,'-7'4'438,"-1"0"0,3 3 653,0 0 1,1 4-562,-1 1 1,-2 5-40,2 0 1,1 4-211,-1 1 1,0 1-56,-3 4 0,1 0-164,3 3 0,-3-3-176,2-1 1,1-1-778,-1 2 0,1-6 34,-2 1 0,2-4 857,2-1 0,-3-12 0,-2-2 0</inkml:trace>
  <inkml:trace contextRef="#ctx0" brushRef="#br0" timeOffset="1209">858 184 7870,'-8'-4'256,"1"-3"1,-3 7 413,0-3 1,0 2-200,2 1 0,1 0-15,-1 0 1,3 0-136,0 0 0,1 4-20,-1 1 1,0-1-196,2 1 0,-3-1 17,4 4 1,-1-1-47,3 1 1,0 0 18,0 2 0,4-2-178,2 2 1,-1-2-34,2-1 1,-1 0-159,3 1 0,0-2 37,-2-1 0,2 2-105,1-2 0,-2 1-44,2 2 0,-4-1 104,0 0 0,-5 1 132,2-1 1,-3 0 73,0 1 1,0-1-8,0 0 0,-3 0 7,-3-2 0,-1 1 185,-3-4 1,1 3-122,-3-3 0,-1 1 72,1-3 0,-2-3-273,1-2 1,2-2-199,2 0 0,1-1-955,3-2 1365,2 2 0,13-16 0,2 0 0</inkml:trace>
  <inkml:trace contextRef="#ctx0" brushRef="#br0" timeOffset="1381">978 353 7870,'-3'4'556,"-1"3"1,-3-5-322,2 3-269,2-4 34,3 6 0,7-16 0,1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04.4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60 96 7796,'-4'0'2425,"0"0"-903,4 3-579,0-2-759,0 2 0,4-3-142,1 0 0,5 0-50,-1 0 0,2-1-190,-1-1 1,-2-2-296,3-4 0,-1 1 294,-3 0 0,2-1-25,-4 1 1,-1-1 9,1 1 0,-2 0-10,-1-1 1,-1 3 119,-1 1 0,-3-1 102,-3 1 0,-3 0-15,-1 4 0,-3 0 178,-1 0 0,1 4 316,-2 0 0,3 4-248,-2 2 0,5 0 409,-4 3 0,4 1-199,-2 1 1,6 0-49,0 2 0,3 1-130,0-1 0,4 1-219,3-1 0,2-2-172,4 0 1,3-4-438,3-4 0,5-2-829,-3 0 0,4-4 673,-1-1 0,1-4 723,-1-6 0,11-21 0,2-8 0</inkml:trace>
  <inkml:trace contextRef="#ctx0" brushRef="#br0" timeOffset="318">323 132 7923,'0'8'363,"-3"-1"18,2 4 0,-4-3 551,2 2 1,0-2-505,0-1 0,3 1-20,-3-1 1,0 0 75,1 1-70,1-1-453,-2-3-103,3-1 0,0-3-158,0-3 0,0-1 120,0-3 0,0-4-208,0-1 1,2-5 183,1 0 0,4-1-2,-3 1 1,2 2 276,-1-3 0,2 4-147,-2 1 1,1 0 285,1 0 1,-1 3-26,-1 0 1,0 2 101,3 4 1,-1-2-96,0 3 1,1 2-83,0 3 1,-1 5-80,1 3 0,-2 3-171,-1 2 0,-1 1-400,-1 3 0,-3 0 285,3 1 1,1 0-383,-1-3 1,0 3 636,-1-3 0,6-3 0,3-3 0</inkml:trace>
  <inkml:trace contextRef="#ctx0" brushRef="#br0" timeOffset="636">580 110 11345,'5'0'-549,"-1"-3"0,1 0 368,3-2 0,-1-2-48,0 2 0,2-1 61,-2-1 0,0-1-173,-2 1 0,0-1 132,-2 1 0,-1 0 10,-2-1 1,-1 3 319,-1 1 0,-2 2 63,-4-1 0,-1 3 125,-2 0 1,-2 0 40,0 3 0,0 3 279,0 4 0,0 3-249,3 0 1,1 1 96,3 0 1,1 3-136,2 1 0,1-1-134,2-3 1,0 1-423,0 0 0,4-3-244,4 0 1,0-5-508,5 0 0,-1-4 508,4-1 457,2-1 0,21-24 0,9-5 0</inkml:trace>
  <inkml:trace contextRef="#ctx0" brushRef="#br0" timeOffset="876">768 140 7820,'-13'7'805,"3"-3"0,2 3-259,1-2 1,2-1 90,0 1 0,3-4 65,-4 2-253,4-2-267,-1-1 0,3-1-14,0-2 1,2-1-35,1-3 0,3-3-133,-1 0 1,-1-3-317,1 1 1,0 0 253,3 0 1,-4 2-330,1-2 1,0 3 99,4-1 0,-2 0-19,0 0 0,1 0-203,-1 3 0,0 3-930,2 1 1442,-2 2 0,17 24 0,5 6 0</inkml:trace>
  <inkml:trace contextRef="#ctx0" brushRef="#br0" timeOffset="1303">1061 96 7820,'-4'-8'338,"3"3"177,-4 0 0,0 1-107,-2-4 0,-2 2 119,2 1 1,-1-2-204,1 2 1,0 2 14,-1 1 1,-1 1 50,-1 1 1,2 0-60,-2 0 0,2 4 16,0 3 0,1 1-151,2 5 0,2-2-137,3 1 0,0 2-16,0-1 1,0-3-237,0 0 1,3-2-64,2-1 0,2 0-301,1-2 0,2 1 116,0-4 1,3 0 129,0-5 0,-1 2-273,0-4 1,-3 0 141,2-3 0,-3 1-116,-1 0 563,1 3 1,-3-2 274,-1 4 0,-2 1 25,0 6 1,-2 0 387,-2 8 0,0 0-101,-2 4 1,-1 2-230,-3 6 1,1-1-65,0 3 1,1-3-147,1 3 1,1-2-144,-1 2 1,-1-2 12,4 0 1,-2-1-180,2-4 0,0-2-98,-3-1-195,0-2 215,-3-3 1,1-5 68,-1-4 0,2-6-270,1-2 1,-2-4 35,2-4 0,1-1-121,2-4 1,-2 0 11,2-4 508,-1-1 0,7-12 0,0-3 0</inkml:trace>
  <inkml:trace contextRef="#ctx0" brushRef="#br0" timeOffset="1534">1158 51 8972,'0'5'4003,"0"1"-3567,0-2 1,0 4-170,0-1 0,3 0-219,-1 1 0,4-1-167,-1 0 0,2 1-348,1-1 1,-1 0-60,0 1 1,3-2-613,1-1 0,-1 1 1138,-3-4 0,10-12 0,4-7 0</inkml:trace>
  <inkml:trace contextRef="#ctx0" brushRef="#br0" timeOffset="1692">1332 74 7820,'-8'7'0,"3"3"1756,0 0 0,-1 3-699,-1 2 0,0 1-397,-1 3 0,0 4-244,-2 4 1,0 3-62,-2 2 0,3-5-484,-1 3 0,5-6-409,-1 1 1,4-6 537,0-1 0,7-9 0,5-3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08.23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1 371 8400,'0'4'3387,"0"0"-3017,3-4 0,1 2 56,4 1 0,-1-1-491,1-2 0,3 0 108,1 0 0,2 0-342,2 0 0,-1-2-419,4-1 0,-1 0 718,1 0 0,13-4 0,0-4 0</inkml:trace>
  <inkml:trace contextRef="#ctx0" brushRef="#br0" timeOffset="1084">716 349 7917,'-8'-7'71,"0"-4"0,1 3 164,0-2 0,-1 2 73,1 1 1,-4-1 98,1 1 0,0 2-80,0 0 1,-3 4 190,-1-2 1,-1 3 94,-1 3 1,2 2-191,2 4 0,-1 0-62,2 4 0,2-1-181,4 3 0,0 2-77,2 0 0,1 0-8,2-2 1,0-1-216,0-2 1,3-1 17,2-4 1,2 0-186,3-3 0,2 0-218,3-4 0,0-4 240,1 0 1,-2-5-433,1-1 1,3-4 216,-1-1 1,1 0 47,-3-2 0,0-1 29,0 1 0,0-6 134,-3 1 1,1-2 58,-3-1 1,1 2-28,-4-1 0,0-2 18,-3 2 1,0-1-1,-4 3 1,0 3 619,0 2 0,0 0 17,0 2 0,-3 5 210,1 5 1,-1 3-312,0 0 1,1 2 133,-2 2 0,1 5 53,-2 2 1,3 7 231,-4-1 0,2 4 84,-1 1 0,-2 4-330,2 0 1,0 3-42,0-2 0,-1 4-567,4-2 0,-2 1-532,1-4 1,2 2-102,-1 1 0,3 1-985,2-4 0,3-3 1736,-1-3 0,21-23 0,7-4 0</inkml:trace>
  <inkml:trace contextRef="#ctx0" brushRef="#br0" timeOffset="1446">896 298 7881,'-8'0'462,"1"0"1,0 0 46,-1 0 1,2 3 565,1 2 0,-3-1-401,3 1 1,1 1-264,-1 4 0,4-1-33,-2 3 1,2-1-194,1 1 1,1 0-126,2-2 0,1-2-83,3 2 0,1-2-253,0-1 1,0-3-35,2-1 0,-1-2-402,3 2 1,-2-2-229,0 1 0,1-4 384,-2-3 0,3-2-59,-2 0 0,-2 0 154,2-1 1,-3-2 178,-2 1 1,2-5 95,-5 2 0,3-1 98,-2 1 0,-2-2-13,-3 2 0,0-1 190,-3 0 1,0 3 300,-6 2 0,3 1-267,-2 0 0,-2 3 295,-1 1 0,2 2-182,2 1 0,0 4-238,2 0 0,-1 3-87,0 0 1,4 1-363,2-1 451,1 0 0,17 14 0,6 3 0</inkml:trace>
  <inkml:trace contextRef="#ctx0" brushRef="#br0" timeOffset="1803">1130 335 7842,'0'4'913,"0"-1"736,0-3 1,3 0-1626,2 0 0,2 0 101,0 0 0,3-2-545,0-1 0,0-3 77,-2 1 0,-1 1-560,0-1 607,1 1 0,-2-4-551,0 1 590,1-1 0,-6 1 195,1 0 1,-2-1 136,-2 1 0,-2 2 16,-5 0 1,-1 3 72,1-3 1,-5 3 118,1 0 0,2 2 392,-2 2 1,2 2-194,-2 4 0,1 0 244,3 2 1,0 0-269,0 3 1,0 3-71,4-1 0,0 1-624,2-1 1,1-1-296,2 1 1,3-3-603,2 1 0,4-4 693,2 0 440,2 0 0,29-15 0,10-3 0</inkml:trace>
  <inkml:trace contextRef="#ctx0" brushRef="#br0" timeOffset="2154">1430 239 7834,'-11'0'408,"-4"0"0,6 0 602,-3 0 0,2 2-475,-2 1 0,1 3-10,-2-2 0,4 3-223,0 0 0,2 3-87,2 0 0,3 0 151,-3-3-196,3 4 1,1-3-389,4 2 0,2-3 21,0-2 0,4 1-277,0-4 0,0 3 172,0-2 1,2 0-146,0-1 1,1-1 177,-2 2 0,1-2-55,-1 2 0,-1-3-60,0 3 428,0 1 82,-2 0 19,1 3 0,-4 1 108,-1-1 0,-6-2-57,-6 0 0,1 0 26,-4 2 0,0 0-121,-4-2 0,1 0-33,0-2 0,0-1-184,0-2 1,3 0-299,-1 0 1,3 0-147,1 0 1,1-3 559,3-2 0,12-21 0,5-6 0</inkml:trace>
  <inkml:trace contextRef="#ctx0" brushRef="#br0" timeOffset="2512">1528 320 7814,'-4'11'0,"1"-2"344,3 3 1,-3-2-19,1 2 1,-2-2 82,2 2 1,1-3-115,-1 1 0,1-2-214,1-1 1,0-2 228,0 0-235,0-3 1,1 1-152,1-3 0,0-3-397,3-2 1,-3-4-296,3-1 0,0-3 254,2 1 0,2-2 51,-2-1 0,-1 3 247,1 0 1,-1-1 238,4-1 1,-2 1 17,0 1 0,-1 3 273,1-1 0,-1 2-163,1 1 0,-1 3 159,1 1 1,0 2 436,-1 1 1,0 1-172,1 2 1,-3 1-38,1 6 0,-2-1-288,1 4 1,0-1-294,-2 3 1,-1 2-115,-2 0 1,0 0-352,0-2 0,0-1 370,0 1 137,0 0 0,-3 0 0,-1-1 0</inkml:trace>
  <inkml:trace contextRef="#ctx0" brushRef="#br0" timeOffset="2811">1806 114 7800,'0'7'-1271,"0"1"1084,-3-1 0,2 0 414,-1 1 0,1-1-248,1 0-162,0 1 1,0-1 58,0 0-21,0 1 0,1-1 145,1 1 0,9-4 0,5-1 0</inkml:trace>
  <inkml:trace contextRef="#ctx0" brushRef="#br0" timeOffset="3129">2025 26 7800,'0'-5'-517,"0"1"-64,0 2 0,-1 0 957,-2-3 918,3 4-482,-4-3-567,4 1 0,0 3 90,0 0 1,0 7-44,0 5 1,-2 3 96,-1 2 0,1 2-182,2 3 1,-3 3-38,-3 2 1,-1 3-184,0 1 0,-1 3-267,1 3 1,-1 0-1001,-3-1 1,3-1 238,-2-1 1041,2-3 0,-3 8 0,-1-1 0</inkml:trace>
  <inkml:trace contextRef="#ctx0" brushRef="#br0" timeOffset="3335">1912 268 7800,'4'-3'-1679,"3"1"1679,-2-2 0,1 1 0,2-2 0,2 3 0,4-3 0,2 2 0,1-2 0,4 4 0,-4-2 0,4 3 0,-1 0 0,9 6 0,1 2 0</inkml:trace>
  <inkml:trace contextRef="#ctx0" brushRef="#br0" timeOffset="4511">2446 114 10052,'-1'8'534,"-2"2"0,-1 2-150,-3 5 1,0 3-234,-2 4 0,1 0-111,-2 3 1,2 0-12,-2 3 0,1-4-247,2-2 0,2-4 201,0-3 1,3-5-440,0-2-1066,1-2 1110,1-4 1,3-4-108,2-5 0,-1-1 123,1-1 0,0-4 121,4-1 1,-1-2 152,1-1 0,0-2 52,0 0 1,1 0 183,-3 5 0,0-2 86,1 2 1,-2 1 97,-1 1 0,3 3-109,-3 2 1,-1 2 53,1 3 0,-3 1 117,3 1 1,-3 2 250,0 4 0,-1 2-95,-1 3 0,0 0-109,0 2 0,0 0-372,0 0 1,-1-1-271,-1 1 1,1 0-340,-2-1 0,0-1 57,1-1 1,-1-2-1426,3 2 1942,0-6 0,7-9 0,1-10 0</inkml:trace>
  <inkml:trace contextRef="#ctx0" brushRef="#br0" timeOffset="4922">2686 335 7981,'9'-4'-16,"-2"-3"0,-2 5 579,0-3-114,0 1 203,2-4 1,-3 1-172,-1-1 0,-3 4-64,0-1 0,0 2 13,0-2-78,-3 0-275,-1-2 0,-3 0-172,-1 3 1,1-1-273,0 3 0,-2 1 227,2-1 1,0 1-124,-1 1 0,1 1 19,-1 1 1,0 2 28,1 4 1,-1 0 60,1 2 1,0 1 157,-1 4 1,0 0-21,1-1 1,2-1 175,3-1 0,1-1-91,1 1 0,0 2-71,0-5 1,1-1-204,1-3 0,3-4 25,2 2 1,1-2 14,0-1 0,-1-1 6,0-2 1,2-1-191,0-3 0,1-1 122,-1-2 0,-3 2-441,-1-2 515,0 2-131,2 0 343,-3 1 21,1 3 1,-3 1 45,1 6 0,-1-1-136,-2 2 0,0 4 83,0 2 1,0 0-106,0 0 1,2-2 24,1 2 1,2 1-426,-3-2 0,3 1 432,-2-2 0,16-8 0,2 0 0</inkml:trace>
  <inkml:trace contextRef="#ctx0" brushRef="#br0" timeOffset="5229">2800 283 7981,'-4'-4'-77,"0"-3"0,2 6-31,-1-4 0,0 2 348,3-1-64,0-1 1,0 0 65,0 0-72,4 3 0,-2-1 722,3 3-506,-4 0 0,5 2-34,-3 2 0,-1 2-136,-2 6 0,0 1-27,0 1 0,-1 4-46,-1-1 0,0 2-95,-3-1 1,3 1-189,-3-2 0,3 1 128,-1-4 0,2 0-54,1-2 1,0-1-94,0-4 1,1-2-61,2-3 0,1-1 100,4-1 0,2-6-111,3-1 1,1-6 50,1 1 1,0-3-216,1-2 1,-2 2-155,1-2 1,0-1 198,-3 0 1,0 2-287,-3 4 1,-1-1 634,0 3 0,-10 7 0,-7 3 0</inkml:trace>
  <inkml:trace contextRef="#ctx0" brushRef="#br0" timeOffset="5588">3025 371 7981,'-4'4'-681,"1"3"0,3-5 1501,0 3-661,0-4 1,3 2-115,2-3 0,2 0 6,0 0 1,-2 0 85,0-3 1,0 2-21,3-4 1,-3 1-72,0-1 1,-3-2-178,3 2 1,-1-1 44,1-2 0,-1 1-165,-4 0 0,0-3 111,0 0 1,0 0-45,0 3 1,-4 2 175,-1 0 1,-1 3 154,-1 0 1,-3 1 30,1 1 0,0 4-88,0 4 1,-2 0 401,0 4 0,1 0-124,3 3 1,0 1-5,-1 1 0,4-2-203,2 2 0,1-4-261,1 0 1,3-4-38,2 1 0,5-5-402,2 0 1,6-3 118,-1 0 1,3-4 419,1-3 0,34-25 0,9-6 0</inkml:trace>
  <inkml:trace contextRef="#ctx0" brushRef="#br0" timeOffset="5887">3447 84 7981,'-4'8'0,"3"2"-370,-4-1 0,1 5 50,-2 1 1,-1 2 1139,2 3 1,1 2-399,-1 0 0,0 0-310,-2 3 1,0 0-138,-2-1 0,3 1-170,1-3 1,-1-1 92,4-1 0,-3 0-123,2-6 1,1 2-869,2-6 1093,0-4 0,10-9 0,2-5 0</inkml:trace>
  <inkml:trace contextRef="#ctx0" brushRef="#br0" timeOffset="6070">3251 276 7981,'-4'0'547,"0"0"1,5-1-543,2-2 0,5 3-69,7-3 1,3 2-71,5-2 1,-1 2-395,1-1 1,-1 1 212,1 1 315,-1 0 0,5 7 0,0 1 0</inkml:trace>
  <inkml:trace contextRef="#ctx0" brushRef="#br0" timeOffset="6405">3597 320 8264,'-8'2'-86,"1"1"1,0-1-185,-2-2 0,2 4 299,0 0 0,-1 1 234,1-1 0,-1 2-142,0 4 1,2-2 75,1 2 1,-1-2 200,3-1 1,1 1-87,2-1 0,2 0-169,3-2 1,-1 0-57,6-2 1,4-1-80,0-2 1,1-3-67,3-2 1,1-2-254,2-3 0,-3 2 137,2-2 1,-3-1-83,1 2 0,-2-4-216,-1 3 0,-3-2 139,0 2 0,-4-2-9,-1 2 0,-5 0 169,-2 3 1,-7 1 134,-9 1 0,-2 1-1,-5 4 0,-2 1 223,0 2 1,-3 1-85,0 3 0,3 0 33,-1 1 0,7-1-133,3 1 0,21-1 0,9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15.27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248 1 7943,'-8'1'-161,"-2"1"1,2-1 262,-2 1 0,0 2 476,0 1 1,1 3-459,-3 2 1,-1 2-421,-2 5 1,-3-1 211,-3 4 88,0 0 0,-18 11 0,-5 4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18.4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 37 7820,'-4'0'2117,"-3"0"-930,3 0-586,0 3 1,-2 2-318,4 5 0,-1 2-105,3 2 0,0 4-136,0 2 1,0 4 110,0 0 0,1 1-301,1-3 1,-1 2-5,2-2 1,0-3-162,-1-7 1,1-1-213,-3-4 158,3 1 1,-2-5 73,1-3 0,1-2 4,-1-5 0,-1 1 6,2-7 0,1 3 99,1-2 1,-1 1 112,1-1 1,-1-2 97,1 5 1,1-1 168,-1 2 0,3 1 23,-1 0 1,0 0 248,1 2 0,-1 2 142,0 3 1,3 0-213,-1 0 1,0 3-105,0 2 1,0 3-19,-1 1 0,-3 0-7,0 4 0,-4-2-114,2 1 0,0 2-105,0-2 0,-2 0 41,-3 0 1,0 0-245,-3 0 1,-1-1 17,-3-4 1,0 0-158,-1 1 0,-2-2-100,0-1 0,0-2-39,-1-3 1,4 0-202,-1 0 0,-1 0 9,1-3 0,3-1-353,2-3 0,3-2 975,0 0 0,27-32 0,9-11 0</inkml:trace>
  <inkml:trace contextRef="#ctx0" brushRef="#br0" timeOffset="350">316 162 7820,'-7'8'689,"-1"1"191,0 1 0,4 1-223,2-1 1,1-1 202,1 3 0,0-2-401,0 2 1,1-2-289,1 2 1,2-3-299,4 1 1,0-4 149,-1-1 1,1-3-18,-1 3 0,1-3-90,3 0 0,-3-2-330,2-2 1,-1-3-31,1-2 0,-1-3-405,1 0 0,-2-3 95,-1 1 1,1-2 413,-1 0 0,1 2 297,0 2 0,-2 0 47,-1 0 1,1 2 418,-4 4-173,4 2 13,-5-1 1,2 3 75,-3 3 1,0 2 270,0 5 1,0-1-213,0 3 0,0 0-304,0 3 1,0 0-430,0-1 0,0 0-192,0-2 0,0 2-614,0-5 1,4 1 1140,1-2 0,8-11 0,3-2 0</inkml:trace>
  <inkml:trace contextRef="#ctx0" brushRef="#br0" timeOffset="581">647 0 7820,'-3'4'737,"2"3"0,-5-3-97,4 3 0,-1 2 534,3 0 0,0 3-587,0 3 1,0 3 3,0 1 1,0 3-580,0 3 1,0 1-113,0 3 0,0 0-28,0-2 1,0 1-294,0-4 1,0 3-646,0-5 0,3-2 243,-1-5 0,1-1 823,-3-2 0,-4-11 0,0-6 0</inkml:trace>
  <inkml:trace contextRef="#ctx0" brushRef="#br0" timeOffset="756">580 214 9150,'4'0'2083,"2"0"-1518,-1 0 0,3 0-349,1 0 0,1 0-259,3 0 1,0 0 244,4 0-202,-1 0 0,30-13 0,2-4 0</inkml:trace>
  <inkml:trace contextRef="#ctx0" brushRef="#br0" timeOffset="1731">1106 229 7834,'0'-5'450,"0"-1"698,0 2-134,0-4-401,0 4 1,1 1-202,1 3 1,-1 4-7,1 4 1,-1 2-262,-1 5 0,1 0-21,2-1 0,-3 3-48,3 1 0,-2 1 3,-1-2 0,2 1-174,1-4 1,1 0-31,-2-1 1,0 0-268,3-4 0,-3-2 186,3-5 1,-2-1-75,1-1 1,1-3-56,3-2 1,-3-5 41,1-2 1,-2-4 105,4-2 0,-1 1 87,1 3 0,-1 2 0,0 2 0,2 2 109,-2 1 1,-2 3 238,0 1 0,-1 3 84,1 3 1,1 2 351,-4 4 1,4 3 13,-4 3 1,4-1-331,-1 1 0,-1-1-255,1-2 1,-1 1 17,1-3 0,1 0-106,-1-3 16,3-3 1,-1 0-253,1-4 1,-2-5 75,-1-2 1,1-1-101,-4-4 1,4-3-169,0-2 1,-2-3 3,1 3 0,-3-1-145,0 1 0,0 1 60,0-1 0,-1 2-148,1 0 0,-1 3 127,-1 3 0,0 3-14,0 1 0,0 4-2,0 1 521,0 3 0,7 28 0,1 5 0</inkml:trace>
  <inkml:trace contextRef="#ctx0" brushRef="#br0" timeOffset="1940">1498 302 7834,'-5'4'408,"4"-1"0,-3-3 1580,2 0-1448,1 4 1,-2 0-228,3 3 0,0-1-263,0 1 1,1-1-122,1 4 0,0-1-338,3 1 0,-3-2 14,4 2 0,-4-2-543,0-1 0,1-2 938,0 0 0,6-16 0,-1-3 0</inkml:trace>
  <inkml:trace contextRef="#ctx0" brushRef="#br0" timeOffset="2114">1580 74 8000,'-5'3'969,"2"-2"-346,0 2 0,2-2-586,-1 2 1,1-2-1164,1 4 1126,0 0 0,16 29 0,6 6 0</inkml:trace>
  <inkml:trace contextRef="#ctx0" brushRef="#br0" timeOffset="2357">1700 52 7834,'0'4'268,"0"3"0,-1-3 427,-1 3 1,1 0-111,-1 1 1,1 2 130,1 3 0,0 1-292,0 3 0,0 2-52,0 3 1,0 4-302,0 1 0,0 1-232,0 2 0,0-3-836,0 0 1,1-4 360,1 2 0,0-5-847,3-3 959,0-2 524,2-7 0,5-17 0,-1-12 0</inkml:trace>
  <inkml:trace contextRef="#ctx0" brushRef="#br0" timeOffset="2548">1836 81 7834,'0'11'664,"0"-3"-66,0 2 0,0 1 539,0-2 1,0 5-525,0 1 0,0 1 24,0 3 1,0 2-359,0 3 1,1-1-229,1 2 0,0-2-967,3 2 1,-3-5 332,3 2 583,0-4 0,6 0 0,1-4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21.9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128 258 7859,'4'-7'0,"0"0"107,-1 2 1,-2-4 259,1 2 0,-1-2-97,-1 2 1,2-1 177,1 1 1,-1 0-151,-2-1 0,-3 1-29,-2 0 1,-1 2-120,-2 0 0,1 3 82,-1 0 1,-2 1 12,0 1 1,-3 2-16,0 1 0,2 2-14,1 0 1,-1 3-2,2 2 1,0-1-1,4 3 1,1-3-130,-1 1 1,2 0 131,3 0 0,0 2-510,0-2 1,0 0-135,0-3 0,3 0-350,2-2 1,4-2 505,2-3 0,2-1 55,-1-1 1,2-3-330,2-5 1,-1-1-403,0-4 1,-1 0 763,-1 0 0,0 3-44,-2 0 0,-2 3 491,-1-1-42,-1 2 23,0 4 0,-2 1-67,-3 6 1,-1 2 166,-1 5 0,0 0-243,0 2 1,0 2-176,0-1 1,2-2-211,2 1 1,-1-2 118,-1 2 1,0-3 162,3 1 0,10-8 0,5-3 0</inkml:trace>
  <inkml:trace contextRef="#ctx0" brushRef="#br0" timeOffset="259">347 8 8141,'-1'-4'1834,"-3"1"-1335,4 3 0,-4 0-101,4 3 0,0 2 115,0 5 1,0 1-144,0 4 1,0 3-99,0 1 1,0 5-203,0 1 0,0 2-202,0-3 1,0 3-298,0-2 1,3 1 124,-1-4 0,2-2-321,-1-5 1,-1-1 624,2-2 0,5-8 0,2-4 0</inkml:trace>
  <inkml:trace contextRef="#ctx0" brushRef="#br0" timeOffset="711">452 133 7859,'-4'7'0,"3"3"529,-4 0 0,3 3 753,0-1 1,0 2-710,2 1 0,0 0-189,0-1 0,0 4-114,0-1 0,3-2-271,0-3 1,3-3-480,-1 1 291,1-2 0,1-4-178,1-2 0,-1-2 122,1-2 0,-1-2-240,-2-4 0,1-2-20,-1-2 0,2-2 151,0-1 1,1 0 39,-3 0 1,0 4 198,-2 1 0,3 2 156,-1 1 0,-2-1 196,-1 1 169,2 3 1,-2 1 19,3 3 1,-2 3 338,-1 2 0,-1 2 84,-1 3 0,2-1-322,1 3 1,-1 0-234,-2 3 0,3-1-122,-1-2 1,3 1-107,-3-3 0,4 3-15,-1-4 1,-1-1-189,1-3 1,1-4-25,1 2-119,1-2 0,-1-6-79,0-2 0,1-1 164,0-4 1,-1-1-235,-2-1 1,1-4-124,-1 1 0,-1-1-311,1 1 0,-3 2 309,3-3 0,-2 1-507,3 3 1061,-5-3 0,6 16 0,-3-2 0</inkml:trace>
  <inkml:trace contextRef="#ctx0" brushRef="#br0" timeOffset="1087">918 192 8449,'-5'-4'584,"0"1"1,3 0 929,-3 1-1110,-1-4 1,-1 3-191,-1-2 0,1 2-206,-1 3 0,1 0 18,-1 0 0,0 0-25,1 0 1,-1 4 197,-2 3 1,4 0-21,-2 3 1,2 1-39,-1-1 0,3 3-31,1-1 0,3-1-66,0 2 0,0-4-163,0 0-450,0 0 0,3-3 310,2-1 1,1-2-459,2-3 0,2 0 274,0-3 0,1-3 59,-1-4 1,-1 0 115,1 3 1,-2-1 228,-1 1 1,1-1 22,-1 1 0,1 2 286,0 0 1,-3 4-262,-1-2 1,-1 2-68,2 1 1,-4 4 841,2 1 0,-2 2-555,-1 3 1,1 0-595,1 3 0,-1 0 33,1-3 1,2 2 331,2-2 0,7-1 0,3-1 0</inkml:trace>
  <inkml:trace contextRef="#ctx0" brushRef="#br0" timeOffset="1284">1039 185 7859,'-5'4'2216,"1"2"-1748,0-2 0,1 4-46,3-1 0,0 0-276,0 1 1,2-1-133,1 0 1,3 1-218,0-1 1,0 1 169,1-1 0,2 0-1254,0 1 0,0-2 1287,1-1 0,12-21 0,2-9 0</inkml:trace>
  <inkml:trace contextRef="#ctx0" brushRef="#br0" timeOffset="1459">1218 185 7851,'-7'7'380,"0"4"1,2-2 568,0 3 0,1 0-218,-1 3 0,-2 3-324,1 1 0,0 4-151,-2 1 1,-1 0-145,-1 3 1,0-1-183,2 1 1,3-2-334,0-3 1,3-3-718,0-2 0,1-2 1120,1-3 0,0-14 0,0-7 0</inkml:trace>
  <inkml:trace contextRef="#ctx0" brushRef="#br0" timeOffset="1863">1437 155 7837,'-11'3'553,"2"-2"160,-3 2 1,2 0-213,0-1 1,1 2-3,-1-2 1,1 1-222,-1 2 1,3 2-43,2-2 0,-1 1-202,4 2 1,-1-3-128,3-1 1,0 1-230,0 3 0,4-1 143,1 0 1,1 1-144,1-1 0,3 1 75,1-1 0,0 0-50,-1 1 1,-2-2 135,3-1 0,-3 4 175,-1-2 1,-2 2 86,0-1 0,-1-1 7,1 1 0,-2-1 3,-3 0 0,0 1 1,0-1 1,0 0 197,0 1 0,-3-2-106,-2-1 1,-2-1 123,0-1 0,0-3-222,-1 3 0,0-3-140,1-3 0,-3-1-866,0-3 1,0 0 160,2-1 739,4-2 0,-6-15 0,2-6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24.98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39 170 7555,'-4'4'188,"1"1"0,0-2 580,1 2 1,-3 0-291,3 2 0,0 4-84,-3 1 0,4-1-223,-2-2 1,2 2 6,-2-1 1,2 0-143,-1-3 1,1 0-56,1 1-251,0-4 0,1-2-16,1-4 0,0-5-324,3-3 0,-3-5 269,3 0 1,-1-2-70,2 0 1,0 0 350,-4-2 0,3 2 85,-2-3 0,0 4 213,-1-2 0,0 3-123,3 0 1,-3 4 46,0 1 1,0 3 392,0 2-75,-1 1 1,2 9-125,-3 2 0,1 4-41,2 7 0,-2-2-234,2 3 1,0-1 41,-1 1 0,3-2-131,-2 0 0,2-2 102,-3-3 0,3 1-100,-2-3 0,2-3-84,0-2-136,3-3 0,-1-2 93,0-2 0,0-6-78,-2 0 1,1-4-77,-1 0 0,3-2 76,-1-1 0,1 1 127,-1-1 1,-2 3 44,0 3 1,0 0 199,3 2-113,-1 0 0,1 3 125,-1 1 0,-2 6-30,0 5 0,0 2-75,3 5 0,-3 0-73,0 0 1,-3 2-148,3 0 0,-1 3-325,1-3 0,1 0-109,-3-2 1,2-3 584,1 0 0,4-6 0,1 0 0</inkml:trace>
  <inkml:trace contextRef="#ctx0" brushRef="#br0" timeOffset="183">393 162 7807,'0'8'1016,"0"-1"-627,0 0 0,0 1-83,0-1 0,0 3-152,0 0 1,0 0-98,0 0 0,0-1-97,0 3 0,0-3-232,0 1 0,2-1-1648,1 1 1920,-1-5 0,5-2 0,1-7 0</inkml:trace>
  <inkml:trace contextRef="#ctx0" brushRef="#br0" timeOffset="358">429 0 7809,'-4'0'461,"0"1"160,2 2 1,1-2-488,-1 4 0,1 0-106,1 2 0,0 1-1434,0-1 1406,0 4 0,24 36 0,4 13 0</inkml:trace>
  <inkml:trace contextRef="#ctx0" brushRef="#br0" timeOffset="811">535 251 8272,'-4'0'1938,"-2"0"-1415,4 0-609,-5 0 135,7 0 1,-4-4-62,4-1 0,0 0-127,0-2 0,0 1-141,0-3 0,1 0 281,2-1 0,1 1 94,3-4 0,-1 4-35,-1-4 0,0 4 225,2 0 1,1 0 30,-1 2 1,0 0-82,2 3 0,-2-2 26,0 3-122,1 1 1,-1 5 10,0 2 0,1 2 75,-3 3 1,1 2 42,-4 2 0,1 4-80,-3-1 0,2 0 125,0-2 0,1-1-469,-3 1 1,1-1 86,1-2-478,-1-1 1,3-5-435,-1-1 323,-3-1 0,7-8 275,-1-1 1,-2-4-117,1-4 1,0 0 66,2-2 1,0-1 82,-3-1 1,3 2 325,-1-3 1,0 3-75,2 0 1,-2 1 306,-1 2 0,2 1 99,-2 4 1,-1 3 291,2 1 0,-4 3-243,3 3 1,-2 1 160,1 3 0,-2 4-174,1 1 1,0 2 101,-1 1 1,1 0-353,-3-1 1,2 1 13,1 0 0,-1-3-759,-2 0 0,3 0-191,-1 0 0,4 1 841,-4-3 0,7-4 0,0-2 0</inkml:trace>
  <inkml:trace contextRef="#ctx0" brushRef="#br0" timeOffset="1008">919 147 7809,'0'5'239,"0"1"0,-1-2 402,-1 4 0,1-1-334,-2 0 1,2 3-153,1 0 0,0 2-218,0-2 1,0 1-410,0-2 1,1 0-588,2 0 1,-2-3 1058,4-1 0,3-10 0,4 0 0</inkml:trace>
  <inkml:trace contextRef="#ctx0" brushRef="#br0" timeOffset="1167">957 44 7809,'-4'-3'556,"-1"2"878,3-1-746,0-2-525,-1 3-1780,3-2 1617,0 3 0,17 16 0,4 5 0</inkml:trace>
  <inkml:trace contextRef="#ctx0" brushRef="#br0" timeOffset="1443">1182 140 7809,'-3'-4'0,"1"-3"759,-3 3 0,2-1-144,-2 1 1,3-1-8,-3 1 0,2-2-170,-2 3 1,3 1 34,-3 2 0,0 0 4,-2 0 0,-1 4 158,0 3 1,1 2 119,-1 3 0,2 3-272,1 2 0,-2 0-147,5-2 0,-1 1-290,3-1 1,0 1-177,0-4 0,4 0-265,2 0 0,1-5-524,3 0 0,2-5-99,6 1 0,-2-2 1018,1-1 0,22-20 0,6-4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7:47:28.79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15 192 11212,'3'4'-34,"2"-1"0,3-3-116,-1-3 0,1 2-154,2-4 1,-1 2-167,4-2 1,-4 1 178,1-4 1,-2 0-5,0-2 0,0 2 181,-1-2 1,-2 2-33,0 1 1,-3-1 30,0 1 1,-1 0 150,-1-1 0,-3 2-60,-2 1 0,-2-1 134,0 4 0,-1-1 333,0 3 0,0 0 94,-2 0 1,1 3 341,-4 2 1,4 4-371,-1 1 1,2 3 137,1-1 1,-2 2-99,2 1 1,2 2-1,0 0 0,3 1-353,0-4 1,2 1-227,2 0 1,3-4-931,2-1 0,5-2-64,0 0 0,2-4-2097,0 1 3121,2-3 0,23-22 0,5-8 0</inkml:trace>
  <inkml:trace contextRef="#ctx0" brushRef="#br0" timeOffset="315">271 236 7973,'-3'8'418,"-1"-1"1,-1 0 248,-1-2 1,4 1 108,0-1-570,1-2-74,1 4-336,0-6 0,0 1 174,0-4 1,0-2 45,0-4 0,2 0-21,1-2 0,0 1-162,-3-3 0,3 0 8,-1-3 0,3 1 113,-2 2 0,2-4 67,-3 4 0,4-3 12,-1 5 1,0-2 80,0 2 0,3-2-59,-3 2 0,2 3 23,3 2 1,-2 3-15,2-3 0,-1 3 104,-2 0 0,1 4 25,-1 3 0,0 2-141,-2 3 0,1 2-190,-3 2 1,2 2 40,-3 1 0,1-1-212,-3 1 1,2-2 308,0 0 0,4 10 0,-2 2 0</inkml:trace>
  <inkml:trace contextRef="#ctx0" brushRef="#br0" timeOffset="683">535 163 7912,'4'0'279,"0"0"165,-2 0 1,0 0 34,3 0-296,0 0 0,2 0-401,0 0 1,4-1 15,-1-1 0,2-2-192,-2-1 0,3-4 126,-3 2 0,3-2-113,0 2 1,-2-3 190,-1 0 0,-3-2-83,-2 2 0,-1 0 310,-4 3 0,0-1 89,0 1 0,-6 2 120,-2 0 1,-4 4 186,-1-2 1,-1 6 315,-1 2 1,0 4-75,0 0 1,0 4 339,-1 0 0,2 1-378,-1 0 1,4 1 146,0 0 1,3 0-366,0 2 0,4-2-225,2 0 1,1-1-828,1-4 0,6 2 212,1-2 1,5-1-62,1-4 0,2-2-298,2-3 1,3 0 779,2 0 0,21-20 0,5-4 0</inkml:trace>
  <inkml:trace contextRef="#ctx0" brushRef="#br0" timeOffset="940">820 178 7912,'-7'3'776,"-1"-2"0,3 4-225,0-2 1,1 0 288,-1 0-408,2-3-307,3 4 6,0-4 1,0-4-228,0-1 0,0-1-13,3-1 0,-2-3-65,4 0 0,0-3-6,3 1 0,0-2-7,-1 2 0,1-2 14,-1 2 1,1-1-116,3 1 1,-2-1-108,3 3 0,-2 0-348,2 3 0,2 0 743,0 2 0,22 18 0,4 8 0</inkml:trace>
  <inkml:trace contextRef="#ctx0" brushRef="#br0" timeOffset="1384">1091 75 7868,'-7'-4'202,"2"0"0,-2-1 372,2 0 0,-1 3 145,-2-3 1,1 3-272,0 0 0,1 1 113,1 1 1,0 0-142,-2 0 1,-1 3-81,1 2 1,0 3-99,1 1 1,1 0-27,2 0 0,1 0-129,2-2 1,0 0-164,0 1 1,1-2-224,1-1 0,1-1-43,2-1 1,4-3-598,-2 3 0,0-3 248,3-3 1,1 2-43,0-4 1,-2 2 323,-1-1 0,-1 1 167,1-2 0,0 4 128,-1-2 337,1 2 305,-1 1 1,0 6-345,-3 1 1,0 4 476,-4 1 1,0 1-152,0 4 1,-1 2-32,-2 0 1,2 3-136,-4 3 0,1-2-97,-1 1 1,-2-1-36,2-1 0,0-3 0,-1-2 0,-1-2-103,2-3 1,-1-1-176,-2-4 0,1-2-7,0 0 1,-4-3 11,1 0 0,0-4-160,3-3 1,0-2-216,-2 0 0,2-4-422,0-1 1,2-2 54,3-1 0,1 1-1440,1-1 2243,0 0 0,26-26 0,8-6 0</inkml:trace>
  <inkml:trace contextRef="#ctx0" brushRef="#br0" timeOffset="1614">1256 67 9900,'0'5'1607,"0"0"0,0-3-493,0 3-834,3 0 0,2 3-127,3-1 1,-1-2-123,1 0 0,-1-1-276,0 1 1,1 0-508,0-2 1,0 2 751,2-3 0,19-12 0,6-7 0</inkml:trace>
  <inkml:trace contextRef="#ctx0" brushRef="#br0" timeOffset="1814">1558 1 7865,'-5'3'1173,"-1"1"0,1 4-627,-3 2 0,1 3-201,0 4 0,-4 2-16,-2 6 1,-2-1 166,-2 6 1,0-2-88,-3 7 1,3-2-394,-4 2 0,7-3-256,0-2 1,3-1-392,1 1 1,3-5-88,2-3 0,1-3 718,4-4 0,0-1 0,0 1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0:21.21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7 431 8266,'-4'0'2378,"1"-1"-1702,3-1 0,0 0 59,0-2 0,1 2-254,1-2 1,4-1-50,2-1 1,4-1-152,-2-2 0,3 1-53,2-2 0,-1 0-60,4-1 0,-1-1-140,2 1 0,0 1 160,0 0 0,-2 2-58,1-1 1,-3 2 57,2 1 1,-5 1-20,1 1 1,-5 3 1,1-2 0,-2 3-44,-1 3 1,1-2-74,-1 3 1,0 0 82,1 0 0,-2 2-64,1-2 0,-1 1-38,4-1 1,-1-1-209,0-3 0,3 0-50,4 0 1,-1 0-31,3-3 0,-2-2-45,2-4 0,-1-2-12,3 0 0,-4-1-191,2-1 0,-3 2 26,-3 1 0,0 2-84,-3-1 1,-1 3-309,-3 2 248,-2 1 239,0 3-67,-2 0 174,0-3 81,0 2 1,0-2-39,0 1 0,0 0-240,0-2 1,1 2-739,1 0 1208,-1-1 0,-1-12 0,-4-6 0</inkml:trace>
  <inkml:trace contextRef="#ctx0" brushRef="#br0" timeOffset="544">571 14 7968,'-4'0'1211,"-1"0"-222,4 0-547,-2 0 0,6-3-259,1 1 1,5-1-150,2 1 1,1 2 32,1-2 1,-1 1-177,1 1 0,-1 0 157,-1 0 0,0 1-111,-2 1 1,-1 1 411,-4 4 1,-1 2-114,-3 2 0,-2 1 187,-2 3 1,0 0-13,-5 2 0,0-1 57,1 1 0,-3 1-531,2-3 0,3 0-540,2-2 1,2-1 602,0-1 0,7-16 0,2-7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0:22.58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148 340 7819,'0'-7'519,"-2"1"1,0 2-35,-2-1 1,0 3 441,0-2 1,-2 2-200,2-3 1,-4 4-296,0-1 0,-2 1-226,2 1 1,0 3 38,-3 1 1,3 3-19,-3 1 1,3 3 36,0 4 0,-2 1 0,2 4 0,0-2-105,4-1 1,1 2-90,3-2 0,0 1-749,0 2 1,3-4 384,1-1 1,5-4-1170,1-3 1,5-1 183,0-3 0,3-1 1278,1-3 0,18-26 0,6-6 0</inkml:trace>
  <inkml:trace contextRef="#ctx0" brushRef="#br0" timeOffset="259">335 141 7857,'-7'3'455,"4"-3"0,-2 6 645,2-2 0,-1 2-394,2 0 1,0 3 205,2 0 1,-2 4-349,0 0 0,-1 5-186,3 1 0,0 1-267,0 4 1,0-1-127,0 3 1,3-3-285,-1 1 1,1-4-156,-1 2 1,-1-3-606,3-2 0,-1-1 52,1-3 0,-1-3 1007,2-2 0,9-12 0,0-4 0</inkml:trace>
  <inkml:trace contextRef="#ctx0" brushRef="#br0" timeOffset="617">482 314 7857,'-9'4'0,"-1"1"0,0-2 803,1 1 0,4 3 1124,1-1 0,0 3-881,0 1 0,-1 3-686,3-3 1,0 3-398,2 2 0,1-1-160,1 1 1,1-3-388,4-1 0,-1-2 196,1-2 1,2-1-486,2 1 0,-2-4 369,2-1 1,-1-2-166,1-2 0,1 0 269,-1-4 0,-1 1 196,0-4 1,-2 0 118,1 0 0,-1-2-39,-1 0 1,0-1 134,-5-1 0,2 3-70,-2-1 0,0 0 215,-2-2 0,-2 1-24,0 2 0,-3-2 132,1 4 0,-4-3-46,0 2 1,-3 4-45,2 2 0,0 3-92,0 0 0,2 0-262,-1 0 0,3 3-757,1 1 937,2 2 0,19 9 0,8 2 0</inkml:trace>
  <inkml:trace contextRef="#ctx0" brushRef="#br0" timeOffset="995">783 295 7857,'-12'-4'504,"1"-1"63,0 3 0,3-1 23,-3 1 0,3 1 1402,0-1-1527,-2 2 0,3 2-175,-2 0 1,4 3-354,1-1 1,2 2-11,0 0 0,1 1-45,1-1 1,1 0 96,1 1 0,0-1-161,2 1 1,0 1 15,3 1 0,-1-1-120,1-1 1,-1 0 82,0 1 1,1 0 59,2 0 1,-2-1-41,2 0 0,-2-1 89,-1 0 1,-1 3 40,-1 0 1,-1-1 60,2-1 1,0 1 189,-3 1 0,0-1 2,-2-1 1,-1-1 250,-1 0 1,-2 1-115,-2-1 1,-1-1 183,-2-1 0,2-3-180,-4 1 0,3-1-259,-1-1 1,0-3-380,-2-1 1,2-2-157,0 0 0,2-3-604,0 1 1,4-2 164,1 2 1,1-1 891,1-2 0,17-13 0,5 0 0</inkml:trace>
  <inkml:trace contextRef="#ctx0" brushRef="#br0" timeOffset="1334">893 372 7857,'-3'3'388,"2"3"1,-2-5 1598,3 4-1525,0-4 1,1 4-45,1-3 1,2 0-384,2-2 1,3 0-395,-1-2 0,3 0-718,-3-2 1,2 0 421,-2-3 1,-1 1 137,2-1 1,-2 1 249,-1 0 0,-2-1-34,-2 1 1,1-3 195,-1 1 1,0-1 102,-2 3 0,-3-1 28,-1 1 0,-2 0 19,0 2 1,-3 1 405,-2 3 1,-1 0 76,-1 0 0,1 3 296,1 1 1,0 5-219,2 1 1,-1 2 264,1 1 0,0 3-450,3 1 1,2-1-42,2 2 1,2-1-169,0 2 1,0-2-181,2 0 0,3-5-910,3 1 0,2-4-86,3-1 0,1-1 964,1-3 0,12-16 0,7-5 0</inkml:trace>
  <inkml:trace contextRef="#ctx0" brushRef="#br0" timeOffset="1739">1143 327 7831,'-10'0'371,"-2"3"1,4-2 688,0 3 1,-1 1-381,0 1 0,1 3-166,4-1 1,0 4-276,2-2 0,2 3-62,-3 2 1,3-1-83,0 1 0,2-3-159,0-1 0,4 1 23,0-4 0,1 0-224,1-4 1,0-1-122,0-3 0,0-1 123,3-1 1,0-4-8,2-5 1,-1-2 66,1-2 1,-1 1 68,0-3 0,-1-2 21,2-3 0,0 1-7,-3 2 0,0-3-42,1-2 1,-4-2-144,0-1 0,-1 0-152,-2-1 1,-1 5 273,-1 2 1,-1 4 369,-1 4 44,-3 6 1,0 5 490,-4 4 0,1 5-178,-1 3 0,3 5 432,0 2 1,2 2-391,-3 0 0,3 3-18,-2-1 0,3 3-24,-2 0 1,2 1-386,-1 0 0,1 0-473,-1-1 1,2-1 361,2-2 1,2-1-2915,2 1 2866,3-4 0,13-10 0,5-4 0</inkml:trace>
  <inkml:trace contextRef="#ctx0" brushRef="#br0" timeOffset="2728">1720 391 7813,'0'4'406,"0"1"0,-1-3 611,-1 2 0,1-2-526,-4 2 0,3 1 392,-2 1-695,0 0 0,-3 1-167,1-1 1,0-1-803,2-1 0,-2-3 488,2 1 0,-2-2-483,0-2 1,-3-2 312,1-5 0,-1-1 5,3-2 1,-1-5 229,-2-2 0,2-3 232,-2-4 0,2 1 56,1-1 0,2 0 291,2-2 0,1 4-17,1 1 1,3 4-136,2 2 0,1 5 270,3-1 0,-2 5-124,4-1 1,-2 3-34,1 1 1,-1 2-56,2 1 0,-4 1-70,2-1 0,0 2 84,0 2 1,-1 4 103,-4 2 0,1 4 47,-3 1 1,0 3-67,-2 3 0,-1 4-127,-1 3 0,-1-1-117,-4 3 0,-1-2-131,-1 0 0,-2 3 5,0 0 0,1 2-223,-1-1 1,1-4-7,0-2 1,1-4-718,2-1-351,1-2 528,2-8 420,1-2 1,3-5-271,0-4 379,0-2 1,3-2 69,1 0 0,2-2 0,1 0 0,-1 1-165,0-2 0,3-1-148,-1-1 1,3 2 496,-2-2 0,11-11 0,0-5 0</inkml:trace>
  <inkml:trace contextRef="#ctx0" brushRef="#br0" timeOffset="3542">2053 128 9456,'0'6'991,"0"4"-726,0 0 1,0 6-44,0 3 0,0 4-604,0 5 1,0 1-41,0 3 0,0 0-266,0 0 0,0-4 489,0-4 0,0-5 30,0-6 18,0-3 258,0-4 1,0-4-39,0-4 0,0-2-81,0-5 1,1-1 278,1-3 0,0 3 19,2-1 1,0 1 32,3-1 0,-3 0-80,0 2 1,1 1-1,1 2 1,0 0-136,1 2 0,-1-1-13,1 2 0,0 1-70,1 2 1,0 0 101,3 0 0,-3 1-116,0 1 1,2 2 36,-2 2 0,1 1-140,0-1 1,-3 2 92,1 1 0,-3 2-18,-2 0 0,-1 1-24,1 1 1,-4 0-136,-2 0 0,-2 0-142,-1-1 1,-1-1 112,-1 0 1,-1-3-34,1 0 1,-2-1-26,0-3 0,0-1-43,0-3 1,-1 0 108,4 0 1,-1-3-160,3-1 0,0-3 360,2-1 0,10-25 0,4-9 0</inkml:trace>
  <inkml:trace contextRef="#ctx0" brushRef="#br0" timeOffset="3931">2368 340 7820,'-7'0'783,"1"0"0,0 0-25,-1 3 1,-1-1-293,-1 3 1,1 1 497,4 0 0,-2 2-334,2 2 1,0 1-137,0 2 1,3 0-372,-1-1 1,2 1-210,2 0 1,1 0-33,4 0 1,0-3-169,1-2 1,0-1-325,3-3 0,-3 1 202,3-3 0,-1 0-4,1-2 1,1-3-8,-1-1 0,0-2-7,0 0 0,0-3 227,-2-2 1,-1 1 138,-1-1 0,0 1-36,0-3 0,-2 1 105,-5 1 1,0-2-19,0 2 1,0-4-70,0 4 1,-3-2 196,-1 5 1,-3-1-70,-1 3 1,0 2 8,-3 2 0,3 1-123,-3 1 0,3 3-136,0 2 0,1 0-128,3 2 1,1 0 327,3 1 0,14 11 0,4 4 0</inkml:trace>
  <inkml:trace contextRef="#ctx0" brushRef="#br0" timeOffset="4313">2573 353 7808,'-6'0'1099,"-1"0"-270,1 0-79,-1 0 0,2 0 210,0 2 0,0 2-336,3 2 1,0 4-80,2 0 0,0 2-291,0 1 1,0 0-234,0 0 1,3 0 5,1 0 1,1-3-159,0 1 0,2-4-7,0-1 0,1 0-300,-2-4 0,3 0 101,-1-2 0,1-2-19,0-3 0,0-1-188,2-3 0,0-1 132,-2-2 1,2-1 58,-3 0 0,3 1 182,-3 1 0,1-1 133,-3 1 0,0 2 16,-2 0 0,1 2 481,-3 1 1134,1 2-839,-3 2-143,0 10 1,0-2-214,0 7 1,0-4-137,0 2 1,2-1-231,0 3 0,0 0-295,-2 0 1,2-1-326,0-1 0,3 0-1781,0-3 2369,0 1 0,13-17 0,3-3 0</inkml:trace>
  <inkml:trace contextRef="#ctx0" brushRef="#br0" timeOffset="4611">2855 436 7801,'-6'4'624,"-1"0"1976,1-1-1529,2 2-4,-1-5-1235,4 3-154,-2-3 1,4-3-430,1-1 1,-1-2 472,4-3 1,-1 1-40,2-2 1,1 1 313,-1-2 0,1 1 250,-1 0 1,1-2-148,-1 4 0,0-1 313,1 3 0,-1-1-39,1 1 1,-3 2-37,0-1 1,0 4 622,3-1-704,-1 1 0,0 6-289,-2 1 1,0 5 38,-2 0 1,-1 1-289,1 1 0,-2 2-152,0 0 1,0 2-409,0-2 0,3 0-549,-1-2 0,2-1 159,-2-2 1231,6 0 0,2-15 0,6-3 0</inkml:trace>
  <inkml:trace contextRef="#ctx0" brushRef="#br0" timeOffset="5024">3118 353 7779,'-6'0'201,"-1"0"0,-1 0 340,-1 0 1,1 2-109,1 3 1,1 0 42,0 2 0,1 0-338,1 1 1,3 2 26,-2 0 0,3 2-105,0-1 0,0 1 51,0-2 0,0 2-128,3-4 1,0 1 106,4-3 0,-1-2-203,0-2 0,1-1-34,-1-1 0,3-1-136,2-1 1,1-5-187,1-3 1,0-3 87,0-2 1,2-2-41,0-2 1,2 0 70,-2 0 0,0-3-7,-2 1 1,-1-4 144,1-1 0,-1 1 191,-1-3 0,0 2-118,-5 0 0,2 1 148,-4 1 0,-1 6 311,-1 5 310,-1 3 44,-1 7 1,-2 3-203,0 4 1,-3 5 289,0 4 0,0 1-225,-2 5 0,1-1 52,-1 4 0,3-2-150,0 2 0,0 0 12,-3 4 0,4-2-534,0-1 1,1-1-48,-1 1 0,1-2-134,2 3 0,3-6-368,1-1 0,2-3-1859,1-1 2491,2-6 0,12-15 0,6-10 0</inkml:trace>
  <inkml:trace contextRef="#ctx0" brushRef="#br0" timeOffset="5354">3433 340 7776,'-7'6'1356,"1"-2"1841,2 1-2601,-2-4 1,6 4-154,0-3 0,1 0-248,3-2 0,1 0-146,1 0 0,3-2-304,2 0 1,-1-3-717,1 1 0,-3-2-235,3 0 1,-2-3 550,1 1 0,-2-1 291,1 3 0,-3-3 213,-2 1 0,0-1 135,-2 3 0,-1-1 50,1 1 0,-4 2 202,-3 2 0,-3 1-167,-3 1 1,-1 1 195,-1 1 1,0 5 750,1 3 0,-1 2-182,3 1 1,-2 0-45,4 0 1,-2 3-448,3 1 1,0-1-106,5 1 1,0-2-345,2 2 1,1-5-388,1 1 1,2-4-180,5-1 0,1-1-2105,5-3 2777,2-1 0,28-32 0,6-6 0</inkml:trace>
  <inkml:trace contextRef="#ctx0" brushRef="#br0" timeOffset="5782">3772 295 7760,'-12'0'343,"2"0"1,-2 0 518,1 0 0,1 3-373,-1 1 1,1 2 0,0 0 0,-2 3-184,4 2 0,1 1-112,3 1 1,0 0-26,0 0 0,1-1 68,3 1 0,0-3 25,0-1 1,3-3-40,1-2 1,2-1 12,0-3 0,2 0-109,0-3 0,2-3-156,3-5 1,2-3-592,0-1 1,3-3 64,-1-2 0,1 1-237,2-2 0,-1 1 330,0 1 0,0-4-102,1-3 1,-4 0 244,-1-1 1,-2-2 119,0 1 1,-1-2 1,-1 3 0,-2 4-172,-2 6 1326,-4 6-477,0 5 0,-4 3 269,-1 6 1,1-2-306,-3 3 0,0 3 115,0 1 0,-2 4-26,2 1 1,-1 1 134,1 3 0,-2 3 65,2 3 0,-2 2 295,-1 1 1,1 2-403,0 2 1,-1 5 101,1 4 1,1 0-349,1 4 0,3-3-923,-1 0 0,2-3-948,2-3 0,1-8 1491,4-4 0,5-14 0,1-6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10.05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45 456 8053,'-10'6'754,"-1"1"1,3-1 562,2 1 1,0-3-341,4 0 0,1-2-448,3 0 0,1-2 3,4 0 0,2 0-260,2 0 1,1-2-61,1-3 0,0-1-109,2-3 1,-1 1-178,1-2 0,-1-3-450,1-2 1,1-3 397,1 1 0,1-2-774,-1-3 0,0-1 220,0-5 1,0 2 98,2 1 0,-2 0 256,-2 3 0,-2 2 253,0 3 0,-3 2-88,-1 7 0,-4 0 130,-1 6 0,-2 0 478,2 2 0,-2 0 48,0 3 0,-1 0 258,1 4 1,0-1-400,2 0 0,0 1-15,3-1 1,-1 0-349,1-2 0,1 1-421,1-3 0,2 0-277,0-2 1,2 0-1824,2 0 2529,-2 0 0,17-14 0,1-4 0</inkml:trace>
  <inkml:trace contextRef="#ctx0" brushRef="#br0" timeOffset="306">513 0 8033,'-9'0'692,"5"0"1067,-5 3-1174,8 1 0,-1 2 54,4 1 0,5-1-549,4 1 0,3 0 106,4 1 1,-2 0-737,1 3 0,-1-3 129,2 3 0,0-1-131,-1 1 0,-1 2 335,-1-2 0,-4 3-21,0-1 1,-6 0 68,-1 2 0,-2 1 166,-2 1 0,-2 0 442,-2 0 0,-2-3-310,-5 1 0,-1 0-147,1-2 1,2-2 7,0-4 0,-4-12 0,0-3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15.4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139 199 7974,'0'4'1491,"-2"0"1,-1 1-309,-1 1 0,1 1-55,3-1 0,0 1-627,0 2 1,0 1-59,3 5 0,-2 0-257,3 2 1,0 0-153,3 2 1,-3 0 65,0 0 0,-1 3-161,1-1 1,-3-2 38,1-4 0,-1 0 166,-1-2 0,0 1 12,0-4 1,-3-2-40,-1-2 0,-2-2 190,0 1 0,-3-3-223,1-2 0,-1-2 30,3-3 0,-3-1-219,1-3 0,-3-1-541,2-2 1,-1-3-841,1 0 0,-1-3 195,1 1 1,-2-4-142,3 0 1,0-1 580,4 3 1,-1 0 850,3 2 0,2-13 0,4 0 0</inkml:trace>
  <inkml:trace contextRef="#ctx0" brushRef="#br0" timeOffset="271">172 0 7949,'-4'0'0,"-2"1"666,2 1 1,-2-1 2489,0 1-2312,2-2-854,1 3 0,4 0-2585,1 1 2595,2 2 0,19 9 0,5 6 0</inkml:trace>
  <inkml:trace contextRef="#ctx0" brushRef="#br0" timeOffset="555">313 308 7938,'-4'0'1003,"-2"1"235,2 1 1,-1-1-421,1 3 1,-1 1 214,3 1 1,0 3-582,2 2 0,0 2-105,0 2 0,2-2-188,3 2 0,0 1-109,2-1 0,1-2-525,1-2 0,2-4 55,-3 2 0,1-5-195,0-2 0,-2-1 280,2-1 1,-1-1-100,0-1 0,-1-3 167,2-4 1,-2-2 78,-1 0 0,-1-2 33,-1-2 0,0 2 187,3-2 0,-3 3 67,0 2 0,0 2 165,0-1 0,-1 3 838,0 1-626,-3 3 0,4 4 320,-2 3 1,-1 3-385,1 3 1,-1 1-151,1 1 1,0 2-447,2 0 0,-2 1-496,3-2 1,-1 0-1489,2 1 0,3-4 2168,-1 0 0,15-9 0,1 0 0</inkml:trace>
  <inkml:trace contextRef="#ctx0" brushRef="#br0" timeOffset="906">723 244 7900,'-10'-3'324,"-2"2"0,4-2 527,-2 1 1,0 1 81,-1-1 1,-1 2-360,4 2 0,-1 2-86,3 5 0,0-2-265,-1 4 0,4 0-134,0 2 0,3-3 24,0 1 0,0 0-223,0 2 0,5-3 84,1 1 1,3-3-236,-1 0 1,1 2-163,2-2 0,1 0 71,-1-4 0,-1 2-36,1-2 0,-1 1 48,0 0 1,0 0-16,-1 0 1,-3-2 98,1 1 1,-1 1 55,-2 1 1,-1-2 76,-1 1 1,-1-1 114,-1 2 1,-3 1 535,-1-1 1,-4 1-73,0-1 0,-4-2 167,1 0 0,0-2-442,0 0 1,-1-1-200,2-1 1,-2-2-278,1-2 1,0-1-804,3-6 0,0 1 1098,3-3 0,11-23 0,5-5 0</inkml:trace>
  <inkml:trace contextRef="#ctx0" brushRef="#br0" timeOffset="1148">916 13 7866,'-7'9'521,"1"-2"0,2 6 728,2 0 1,1 2 19,1 2 1,0 4-623,0 1 0,0 2-377,0 2 1,2 0-175,1 2 0,-1-2-163,1 2 1,-3-2-133,2 0 1,-1-1-426,-1-2 1,2 0-89,0-4 0,1-2-1993,-3 0 2705,0-6 0,0-7 0,0-8 0</inkml:trace>
  <inkml:trace contextRef="#ctx0" brushRef="#br0" timeOffset="1388">826 289 8463,'1'3'1407,"1"-1"-422,-2-1 0,7-1-653,-1 0 1,3 0-173,4 0 1,1 0-2042,1 0 1881,1 0 0,29-6 0,6-1 0</inkml:trace>
  <inkml:trace contextRef="#ctx0" brushRef="#br0" timeOffset="2256">1339 96 7840,'0'-13'95,"0"1"47,0 2 0,0 0 553,0 4 1066,0 0-1130,0 2 1,0 4-139,0 4 1,1 6-209,1 2 0,-2 3-147,3 4 1,-2 1-142,1 6 1,-1 1 70,1 0 1,-1 0-90,-1 3 1,0-2-99,0 2 0,0-4-469,0 0 1,0-3-26,3-4 1,-2-3-190,3-3 480,-2-6 0,3-5 161,0-4 1,0-3 237,2-3 0,-1-1-15,1-2 0,2-1 216,2 1 0,1 2-143,1 0 0,-1 2 129,1 1 0,-2 2 72,0 2 0,-1 1-80,3 1 1,0 0 13,0 0 1,-3 3-57,-2 2 1,2 2-69,-2 2 0,-2 2-53,-4 0 1,-1 1-126,-1 1 1,0 2-47,0 0 1,-3-1 51,-1-3 0,-4 1-40,-1-1 0,-2-1-45,0 0 1,1-3-116,-1 0 1,1-1-97,-3-4 1,0 2-267,0-2 1,3 0-34,-1-5 1,1 2-317,-1-3 1,3-1 936,3-1 0,8-15 0,4-3 0</inkml:trace>
  <inkml:trace contextRef="#ctx0" brushRef="#br0" timeOffset="2656">1756 366 7870,'-4'0'3010,"1"0"-1920,3 0-533,0 2 1,5-1-326,2 1 1,1-1-237,1-1 0,1-2-652,3 0 1,-1-2 167,-1 1 0,0-2-134,-2 1 0,-1-2 429,-2 0 1,1 2 1,-1-1 0,-2 1 87,-2-2 1,-4-1 266,-2 1 0,-2 0-33,-1-1 1,-2 4-87,-1 0 0,-3 3 474,1 0 0,-1 1 149,0 3 1,0 1 315,0 6 1,0 0-338,1 4 1,2 2 24,1 2 1,5 1-456,2 1 0,1-1-358,1 2 1,4-3-1152,2-2 1,4-3 814,5-4 0,2-3-1237,4 0 1715,2-4 0,31-20 0,8-4 0</inkml:trace>
  <inkml:trace contextRef="#ctx0" brushRef="#br0" timeOffset="2907">2192 302 7870,'-10'0'854,"-2"-3"0,2 1-315,-3-2 0,0 3 171,0-2 1,1 3-270,-1 0 1,-2 0-70,0 0 1,0 3-109,2 1 1,0 4 62,0 0 0,3 4-17,-1 1 1,3 0 126,0 2 0,3 1-365,3-1 0,2 2 45,0-2 0,1 0-1136,3-3 0,1-1-152,6 0 1,0-5-2007,4 0 3177,2-4 0,22-13 0,5-7 0</inkml:trace>
  <inkml:trace contextRef="#ctx0" brushRef="#br0" timeOffset="3333">2314 321 7856,'-7'0'882,"1"0"1,0 0-108,-1 0 0,1 0 80,-1 0 0,1 0-406,0 3 1,-3 0 14,0 4 0,0 2-209,1 2 0,1 1-77,-2 3 1,5 1-345,2 1 0,1 1 216,1-3 0,1 0-569,1-2 1,1-3 156,4 1 1,2-5-107,2 0 0,-1-4 50,0 0 0,1-2-204,2-5 0,0 0 214,-1-5 0,1-1 74,-3-2 0,2 0 390,-1-2 0,-2 1-134,0-1 0,-1 2 342,-1 0 1,1 1 346,-4 1 489,-1 2-801,0 2 0,-3 5 171,0 2 1,0 2-27,0 5 1,-1 2 45,-1 2 1,1 1-660,-1 1 1,1 0 185,1-1 1,1 0-1358,1-1 0,2 1 205,2-4 1135,1 1 0,7-9 0,4 0 0</inkml:trace>
  <inkml:trace contextRef="#ctx0" brushRef="#br0" timeOffset="3673">2538 308 7825,'-10'3'0,"1"2"1440,3-2 0,-1 2-646,1-1 0,2 4 356,2 0 0,-1 4-470,1-2 0,0 5-191,2 2 1,2-1-393,0-1 0,3 1-249,0-1 1,2-2-163,2-3 1,2-4-404,0 0 0,0-4-384,0 1 0,1-6 458,-1-1 1,0-4 100,0-3 1,-1-1 226,-1-1 1,-2-1 265,1 0 0,-1 0-20,-3-1 0,1 4 112,-3 0 0,2 1 160,-1-1 736,-1 2 538,-2 3-1081,0 2 0,0 5-62,0 5 1,-1 3-93,-1 1 1,1 3 91,-1 0 1,1 0-320,1 2 1,1-2-555,1-3 0,0 2 539,5-1 0,15-4 0,8-2 0</inkml:trace>
  <inkml:trace contextRef="#ctx0" brushRef="#br0" timeOffset="4023">2878 244 7790,'-13'0'679,"1"0"1,2 0-269,1 3 0,0-3 156,0 2 0,1 2-66,1 0 0,2 4 119,0 1 0,3 2-206,2 0 0,0 1-227,0 1 1,0 0-174,2-1 0,2-1-27,2 0 0,3-3-332,-1 0 1,4-1 21,-1 0 0,-1-4-337,0-1 0,0 1 179,1-1 0,0 1-190,-2-3 0,-1 2 247,-1 0 218,-1 3 257,-2-2 0,-1 4 97,-3-1 0,-1 1 450,-1-1 1,-4 0-159,-2 1 1,-3-1 338,2 1 1,-2-2-357,0 0 0,-1 0-37,-1-3 1,1 0-395,1-2 1,-1 0-405,2 0 0,0-1-1000,2-1 1,4-2 479,1-5 0,3 1 932,0-2 0,31-27 0,8-8 0</inkml:trace>
  <inkml:trace contextRef="#ctx0" brushRef="#br0" timeOffset="4348">3071 314 7784,'0'4'1030,"0"-1"1245,0-3 1,3-1-2308,1-1 1,0-2-385,3-2 0,-2 0 263,3-1 1,-1 1-115,0-1 1,1 1-628,1-1 1,-3 1 385,-2 0 1,0-3-47,0 1 0,-1-1 477,-3 3 1,-3-1 506,-1 1 0,-2 2-63,-3 2 0,-4 1 519,-4 1 1,-1 3 118,1 1 1,-1 5 714,1 2 1,1 1-948,1 3 0,4 2-70,3 2 0,3 0 58,3 1 0,2-1-422,2 0 0,3 0-319,3-2 1,4-2-355,3-2 0,4-1-607,0-1 1,0-2-132,3-5 0,0-1 1072,2-3 0,15-26 0,5-6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21.60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26 340 7963,'-6'0'497,"1"0"187,1 0 0,2 1-118,-2 1 1,2 1 104,0 4 1,2 2-206,0 2 0,0 2-46,0 2 0,0 1-410,0 3 1,0 1-113,2-1 1,1-3-132,1-1 1,2-3 51,-2-2 1,2-4-715,1 0 680,-1-4 1,0-2-43,1-4 0,-1-4 137,-2-3 0,1-1-53,-3-1 1,2 0 255,-2 0 1,3 1 32,-3-1 0,0 3 170,-2 1 0,2 4 257,0 1-186,3 2 0,-2 0-35,1 4 0,2 3 136,-2 3 0,2 4-25,0 3 1,3 1-81,-1-1 0,2-1-116,-2 3 0,0-5-71,3 1 1,-3-2-121,3 0 1,-3-4 35,0-3 1,2-2-139,-2 0 1,1-5 15,-3-4 1,0-2-88,-2-4 1,1 0-43,-3 1 1,0-3-126,-2 0 0,0-1-544,0 1 1,0 1 225,0-3 0,0 2-21,0-2 0,0 5-97,-2-1 0,1 2-915,-1 0 1645,1 2 0,4 5 0,0 2 0</inkml:trace>
  <inkml:trace contextRef="#ctx0" brushRef="#br0" timeOffset="334">424 449 11799,'3'-3'537,"3"2"-144,-2-3 0,4-1-440,1-1 1,0 2-68,0-1 1,0 1-366,2-2 0,0-2 211,-2 1 1,-2 0-15,-2 2 1,0 0 32,-3-2 1,0 3 111,-2 0 1,-1 0 60,-1 0 1,-4-1 211,-2 3 1,-4-3 36,2 3 0,-2 1-42,-1 3 1,-1 1 561,-1 4 1,2 0 78,-2 2 0,4 1 298,2 5 1,2-1-516,1 4 0,2-1-48,2 2 1,2-2-482,2 0 0,5-3-345,3 1 1,5-2-1168,3-2 0,0-2 896,1-2 0,1-4 590,-1-1 0,20-18 0,5-6 0</inkml:trace>
  <inkml:trace contextRef="#ctx0" brushRef="#br0" timeOffset="1092">1129 398 7849,'4'-3'469,"-1"-1"151,-3-2 1,0 0-76,0-1 0,0 1 93,0-1 1,-3 1 6,-1-1 1,-2 1-214,0 0 0,-2-1-172,0 1 0,-2 2-102,-3 2 1,0 1-80,-2 1 0,0 6 80,-2 3 0,1 2-104,-1 2 0,1 3 131,3 1 0,1 0-162,1 1 0,5 0-701,4-1 0,2-1 363,2-1 1,3-2-1203,6 0 1,2-3 1515,6-1 0,29-11 0,7-2 0</inkml:trace>
  <inkml:trace contextRef="#ctx0" brushRef="#br0" timeOffset="1443">1354 359 7849,'-9'0'320,"2"0"0,-5-2 491,4 0 1,-3 0-21,2 2 1,-2 0-298,0 0 1,-1 1-202,-1 1 1,0 3-42,1 4 0,2 2 107,1 0 0,1 3-121,1 1 0,0 3-1,5-1 1,0 1-102,2-1 1,0 1-180,3-3 1,2-3-543,4-3 0,0-3 380,0-2 0,1 1-475,2-3 1,1-2 202,0-5 1,0-2-37,0-2 1,0-3 45,-1-1 0,1 0-2,-3-2 0,2 2 229,-4 0 1,1-1 176,-3 1 0,-2-1 329,1 3 1,-4 2-264,1 0 677,-1 2 1,-2 3-225,-1 2 1,1 3 53,-1 3 1,-1 1-314,1 6 0,0-3-48,2 3 0,0 1-195,0 3 0,1-4-680,1 2 0,1-3 726,1 1 0,10 4 0,1-1 0</inkml:trace>
  <inkml:trace contextRef="#ctx0" brushRef="#br0" timeOffset="1726">1482 475 7849,'-3'3'660,"0"0"0,-2-2 171,1 1 563,3-1-1142,-2 2 0,3-4-379,0-1 1,1-3-139,1-3 1,1-1 170,4-2 0,-1-1-104,1 1 1,-1-1 142,0-1 1,1 0 273,-1 1 1,1-1-41,-1 3 1,0-2 220,1 4 1,-1 1-143,1 3 0,-1 3 185,1-1 1,-2 2-128,0 5 0,0 2-144,-3 5 1,2 2-120,-2 1 1,2 1-171,-2 4 1,1-1-481,-1 0 0,1-2-83,2 0 1,0-2-1675,0 0 2354,0-5 0,10-9 0,2-5 0</inkml:trace>
  <inkml:trace contextRef="#ctx0" brushRef="#br0" timeOffset="2001">1668 96 7849,'-3'0'473,"-3"0"0,5 0 1839,-4 0-1090,4 0-558,-2 0 1,4 3-437,1 1 1,0 3-331,4 1 1,-1 0-200,4 3 1,-1 0-271,0 1 1,0 1-1532,3-3 2102,-3 2 0,18 4 0,2 4 0</inkml:trace>
  <inkml:trace contextRef="#ctx0" brushRef="#br0" timeOffset="2249">1906 7 7849,'0'3'805,"-3"3"-227,1-2 1,0 2 711,2 3 1,0 2-506,0 4 0,0 4 191,0 4 1,0 5-444,0 2 0,-1 6-503,-1 0 0,2 0-510,-3-3 0,3-1-94,0 0 0,0-1-721,3-1 1,-3-4 881,2-2 413,2-3 0,0 1 0,2-3 0</inkml:trace>
  <inkml:trace contextRef="#ctx0" brushRef="#br0" timeOffset="2497">1803 321 7832,'6'0'1422,"-2"0"1,2 2-923,-2 0 0,2 1-31,3-1 1,2-1-565,3 1 0,1-1-479,2 1 0,1-1 574,3 1 0,13-1 0,6-1 0</inkml:trace>
  <inkml:trace contextRef="#ctx0" brushRef="#br0" timeOffset="3097">2483 218 7790,'3'-6'505,"3"-3"154,-2 1 0,0-1-162,0 3 1,0-1 51,0-2 0,2 1-94,-2-3 1,-1 2-181,-1-2 1,-1-1-104,-1 1 1,0 0-55,0 0 0,0 0-132,0 2 1,-3 3 132,-1 1 0,-4 4-86,-1-1 0,1 7 138,1 3 1,1 7-27,-1 2 0,1 2 197,0 2 1,2 2-108,2 3 1,1-1-197,1 1 1,0 2 16,0 0 0,0-1-170,0-1 0,3 0-298,1 2 0,2-2-719,0 0 0,1-4 186,-1-5 0,1 1 945,-1-3 0,-2-9 0,-2-4 0</inkml:trace>
  <inkml:trace contextRef="#ctx0" brushRef="#br0" timeOffset="3368">2342 340 7790,'3'0'479,"2"1"150,-3 1 1,3-1-242,0 1 0,1-2-142,3 0 1,1 1-82,2 1 1,2-1-271,1 1 1,-1-1-434,3-1 1,0 1 424,3 1 113,-1-2 0,3 3 0,1-3 0</inkml:trace>
  <inkml:trace contextRef="#ctx0" brushRef="#br0" timeOffset="3619">2611 385 7790,'0'6'-135,"0"1"0,0 0 394,0 1 1,0 0 414,0 0 0,0-1-420,0 0 0,0-1-347,0 1 0,2-1-1652,0 0 1745,3-2 0,2-7 0,3-4 0</inkml:trace>
  <inkml:trace contextRef="#ctx0" brushRef="#br0" timeOffset="3878">2630 154 7790,'-3'-4'431,"3"2"145,-6-1 0,5 2-458,-4-1 0,4 2-105,-1 2 0,2 2-1365,2 5 1352,1 1 0,15 23 0,3 4 0</inkml:trace>
  <inkml:trace contextRef="#ctx0" brushRef="#br0" timeOffset="4149">2746 398 8519,'-4'-3'604,"1"2"74,3-4 0,-2 1-443,0-2 0,1-2-340,3 0 1,-1-1 167,3-2 0,1-1-104,1 1 1,1 1 223,-1-1 1,3 6 123,-1-2 1,1 3 155,-3 0 0,0 1-144,1 3 1,-1 1 46,1 4 1,-3 0-337,0 5 1,-2 3-240,3 2 0,-4 2-1149,1-2 0,1 3 281,-1-1 1077,3-1 0,13 11 0,6 0 0</inkml:trace>
  <inkml:trace contextRef="#ctx0" brushRef="#br0" timeOffset="4405">3041 308 7790,'-13'0'416,"3"0"0,-1 0 624,2 0 0,1 3-496,1 1 1,1 2-16,-1 0 0,3 3-6,0 2 0,2 1-248,0 1 0,1 0-331,1 0 1,3-1 114,2-1 0,1-1-109,3-2 0,-2-4-27,4 1 0,-2-4-286,1-1 0,2-3 1,3-4 0,-2-2-105,2-4 0,1-3-85,-1-1 0,2-2 178,-2-2 1,2 0 180,-2-3 0,-1 0-5,-3-4 1,0 1 15,-2-3 0,-1 0-37,-1-2 0,-4 3-104,0 1 0,-3 5 474,-3 1 0,2 9-145,-3 4 0,-1 6 962,-1 5 0,2 5-36,-1 6 1,2 3 368,-1 3 0,0 4-530,2 2 1,1 2 48,-1 5 1,1-1-467,1 3 0,0 1-121,0-1 1,1 3-1736,1 0 0,2-2 434,5-1 1068,1-4 0,14 7 0,3-1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32.3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168 116 13647,'0'-6'2164,"0"-1"-2213,0 1 0,0-1 96,0 1 0,0-3-121,0 1 0,-1-1-84,-1 0 0,0 1-158,-2-3 1,2 4 217,-2-2 1,-1 3-78,-1 1 1,-3 3 188,1 2 0,-3 3 424,3 4 1,-2 5 261,2 8 0,3 2-297,-2 6 1,5 2-296,0 4 1,1 0 8,1 2 0,1-3-156,1-1 1,4-1-364,3-3 0,2-2-801,0-3 0,1-3 113,1 0 0,-1-5 1090,-2-4 0,0-10 0,-4-6 0</inkml:trace>
  <inkml:trace contextRef="#ctx0" brushRef="#br0" timeOffset="301">1 264 8230,'3'0'796,"3"0"-171,-2 0 0,4 0-255,1 2 1,3-1-157,1 1 1,2-1-964,5-1 0,1 0 149,0 0 600,4 0 0,23-6 0,10-1 0</inkml:trace>
  <inkml:trace contextRef="#ctx0" brushRef="#br0" timeOffset="592">277 270 7882,'-7'9'1035,"1"1"1,2 1-219,-1 0 0,4-1-8,-1 3 0,3 0-467,1 0 0,4-3-190,0-2 1,2 2-116,2-2 1,-1 0-283,1-4 1,1-1-56,2-3 0,0-1-346,0-1 1,-1-2-154,1-5 1,-1-1 318,-1-2 0,1-3-105,-4 0 0,3-3 234,-3 1 0,-1 2 285,-3 2 1,-2 1-102,2 3 1,-2 1 114,0 1 216,-1 4 0,-1 1 474,0 4 1,0 2 367,0 5 1,-2 1-446,-1 2 1,1 1-231,2 0 1,0 0-420,0 0 1,2 0-435,1-1 1,2 0-33,-1-1 0,2 1 554,0-4 0,9 1 0,2-3 0</inkml:trace>
  <inkml:trace contextRef="#ctx0" brushRef="#br0" timeOffset="873">578 341 7867,'-3'3'1376,"-2"1"-886,2-2-303,1-2-153,2 3-323,0-3 0,1-3 398,1-1 1,0-2 8,2-3 1,0 2 87,3-1 1,-1-2-59,0 2 1,1-1 126,-1 3 1,1-1-217,-1 1 1,0 0-52,1 2 1,-1 0-36,1 2 1,-1 2-236,1-3 1,0 6-421,0 1 0,1 4 3,-4 3 1,2 1 678,0 1 0,0 20 0,1 5 0</inkml:trace>
  <inkml:trace contextRef="#ctx0" brushRef="#br0" timeOffset="1152">854 244 7844,'-6'0'522,"-1"2"1,1 1 71,-1 1 1,3-2 781,0 2-928,-1 1 1,2 3-29,1 1 0,-1 2 24,1 0 1,0-1-124,2 0 0,0 3-279,0 2 1,0-2-122,2-2 1,2-3-336,2 3 0,-1-4 32,2 0 1,-2-2-555,3-3 1,0 0 290,-2-2 0,2 0-248,1-2 0,2-2 433,-3-2 0,3-3 52,-2 1 0,-1-2 408,-2 2 0,1 1 0,-4-23 0,0-1 0</inkml:trace>
  <inkml:trace contextRef="#ctx0" brushRef="#br0" timeOffset="1492">1053 84 7816,'-4'-2'1060,"-1"0"1,3 0-61,-2 2-550,2 0 1,0 0 48,2 2 0,0 3-249,0 3 0,0 2-315,2 3 1,0 3-67,2 1 1,-2 4-333,3 3 1,-3 1-62,2 0 1,-2 1-620,2 0 1,-2 1 1142,0 1 0,-1 9 0,-1-1 0</inkml:trace>
  <inkml:trace contextRef="#ctx0" brushRef="#br0" timeOffset="1787">957 257 7796,'3'4'0,"1"-1"201,-2-3 1,-1 0 333,4 0 0,1 0-911,2 0 0,4 0-121,-1 2 1,3-1 496,1 1 0,23-1 0,3-1 0</inkml:trace>
  <inkml:trace contextRef="#ctx0" brushRef="#br0" timeOffset="2073">1162 328 7796,'-3'9'508,"2"-2"-353,-1 2 0,-1-2 311,1-1 1,0 1-259,2 2 1,0-2-153,0 2 0,3-4-56,1-1 0,8-11 0,1-1 0</inkml:trace>
  <inkml:trace contextRef="#ctx0" brushRef="#br0" timeOffset="2363">1194 116 7796,'-7'0'405,"1"0"740,0 0-1152,-1 0 0,2 3-101,0 1 0,2 3 108,3 1 0,12 19 0,2 7 0</inkml:trace>
  <inkml:trace contextRef="#ctx0" brushRef="#br0" timeOffset="2655">1329 296 7796,'-5'-3'327,"1"1"1,2 0 524,-2 2 1,-1 0 126,-1 0 0,2 1-466,-1 1 0,2 2 59,-1 2 0,-1 0-254,2 1 1,1 1-291,2 1 0,0 2 114,0-3 1,0 3-94,0-3 0,3 1-28,1-3 1,3-1-202,1-1 0,-1-3-413,2 2 0,0-6 18,0-1 0,2-2-111,-3 0 0,1-3 256,-3-2 0,0-1 193,1-1 1,-3 0 73,0 0 0,-2 1 125,0-1 1,-1 1-91,-1 1 1,-1 0 89,-1 2 0,-2 1 232,-2 4 1,-1-1-122,1 3 1,0 0-238,-1 2 0,1 2-136,-1 3 1,2 3-903,0 0 1202,0 1 0,10 9 0,-1 2 0</inkml:trace>
  <inkml:trace contextRef="#ctx0" brushRef="#br0" timeOffset="2938">1476 373 7772,'0'6'553,"0"-2"839,0 1 103,-3-4-571,3 2-1151,-3-3 0,3-3 64,0-1 1,2-5-10,0-2 1,5-1 168,0-3 1,1 1-71,1-1 1,-2 2 339,4 0 1,-2 0 180,1 0 0,0 1 108,1 1 0,0 2-220,-2 3 1,2 0 35,0 2 0,-2 1-152,0 3 1,-2 0-128,-1 0 1,-1 5 81,-1 1 1,-3 5-87,2 0 1,-3 1-201,0 3 1,0 0-454,0 2 0,0-2-2692,0 2 3256,0 0 0,-8 16 0,-3 4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28.43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52 7939,'0'-6'0,"0"-1"0,0 1 525,0-1 0,0 1 60,0 0 1,0 1 815,0 1-369,0 3 47,0-2-729,0 3 0,0 5 56,0 1 1,0 7-108,0 0 1,0 4-80,0 0 1,0 4-34,0 0 1,0 4-33,-3 1 1,2 0-133,-3 4 1,2-3-5,-3 1 1,3 0-229,-2 0 1,0-3 30,0-4 1,1-3-233,3-3 0,0-3-130,0-1 0,0-4-112,0-3 338,3-2 0,1 1-3,5-3 0,-1 0-42,2 0 0,1 0 7,2 0 1,2 0-129,0 0 1,2 0-62,-2 0 1,3 0-311,-1 0 1,-2-2 850,0-1 0,-1 1 0,-1 2 0</inkml:trace>
  <inkml:trace contextRef="#ctx0" brushRef="#br0" timeOffset="309">205 257 7939,'-4'4'994,"0"-2"240,2 2 0,0-1-540,4 4 0,3-3-385,3 0 1,0 0-572,3 3 0,-1-1-667,3 1 1,2-1 613,0 0 315,3 1 0,13-4 0,6 0 0</inkml:trace>
  <inkml:trace contextRef="#ctx0" brushRef="#br0" timeOffset="567">423 257 7908,'-9'10'706,"2"0"196,-1 2 1,0 4-365,2 1 1,0 2 34,-1 3 0,-1-2-211,-1 4 1,0 0-120,0 4 1,1-2-670,-2-1 0,4 0-215,0-3 0,3-1-563,1-2 1,2-2 1203,0-2 0,8-2 0,3 0 0</inkml:trace>
  <inkml:trace contextRef="#ctx0" brushRef="#br0" timeOffset="889">642 225 7894,'-10'0'-339,"0"0"655,-2 0 1,1 0 702,0 0 1,1 4-444,-1 2 0,0 1 70,3 4 0,-2 2-218,2 2 0,3 2-33,-2-2 1,5 0-397,0-2 0,1 0-289,1-1 1,3-4-57,1-1 1,3-5 11,1 0 1,2-2-391,3-2 0,-2-2 209,0-2 0,-1-3-281,3-2 0,0 1 381,0-1 0,-3 1 190,1-1 1,-2 0 127,1 3 0,-2-1 323,1 3 1084,-2-1-452,-1 1-354,-2 2 0,-1 5-89,-3 5 0,-3 1 263,-1 4 0,0 0-408,0 2 1,2-1-302,-3 1 0,4 0-304,-1 0 1,1 1 334,1-1 0,9 7 0,1-3 0</inkml:trace>
  <inkml:trace contextRef="#ctx0" brushRef="#br0" timeOffset="1383">789 398 7894,'-6'10'143,"-1"-2"35,1 2 0,-1 1 178,1 2 1,2 2 459,-1 3 1,2 0-323,-1 1 0,0 1-190,2 2 0,1-2-286,-1 1 0,1-1 39,1-1 0,0-5-318,0-1 77,0-4-31,3-3 0,-2-6 161,1-4 0,1-2-34,-1-3 1,2-2 64,-2-4 0,1 1-53,-1-3 1,0 0 22,2-2 1,-2-1-22,3 1 0,-4-3-138,1-1 1,1-2 72,-1-1 1,1 0-212,-1 1 1,0-1 176,2 0 1,0 1 43,3 2 0,-1 1 78,0 2 1,1 4-114,-1 1 0,1 7 477,2 1 1,-2 5 25,2 0 0,0 1 183,-1 1 1,4 1-202,-2 1 0,0 2 131,1 2 0,0 0-134,2 1 0,-3-1-112,-2 1 0,1 0-55,-3 1 0,2-1 75,-4 2 0,-1-2-11,-1 0 0,-1 1 37,-1 1 1,0-1 0,0-1 1,-3-1-156,-1 0 0,-3 1-116,-1-1 1,0 3 11,-3-1 1,3-1-179,-3-3 1,1 0-112,-1 0 1,0 1-341,2-3 0,-1 2-677,1-2 1,1 1-490,1-3 1801,4 0 0,11-17 0,6-5 0</inkml:trace>
  <inkml:trace contextRef="#ctx0" brushRef="#br0" timeOffset="1773">1039 212 7859,'-3'0'303,"0"0"1,2-2 1215,-1 0-125,1 0-479,-2 2 0,3 1-156,0 1 1,-2 1-319,0 4 0,0 2 364,2 2 1,0 1-317,0 1 1,0 0-128,0-1 1,0 1-414,0 0 0,1 0-346,1 0 0,1-3 9,4-2 1,0-1-570,2-3 0,0-1 280,1-3 0,3-1-395,-3-1 0,5-4 504,-1-5 1,1-1 327,-2 2 0,-2-2 300,0 4 1,-3-3-20,0 3 1,-1-1 549,0 3 209,-4-1 103,0 4 0,-4 0-459,-1 3 1,1 0 21,-4 3 0,3 0-420,-2 4 0,0 1-220,0 1 1,1 2-208,1 0 1,1-1 103,-1 0 0,1 1-232,1 2 0,0 0 186,0 0 323,0-3 0,11 5 0,4-2 0</inkml:trace>
  <inkml:trace contextRef="#ctx0" brushRef="#br0" timeOffset="2073">1264 341 7648,'-4'3'2812,"1"-3"-2127,3 3-322,0-6 0,1 0-128,1-4 1,0 1-43,2-1 0,0 1 94,3 0 1,-1-3 78,0 1 0,1-1-123,-1 3 1,1-1 94,-1 1 0,3 0-4,-1 2 1,1-1-126,-3 3 0,-2-1 68,1 3 1,-2 1-138,2 1 0,0 2-90,-3 2 1,0 4-243,-2 0 0,0 0-485,0 1 0,0 0-150,0 4 0,0-1-2056,0 1 2883,0-2 0,0 9 0,0 1 0</inkml:trace>
  <inkml:trace contextRef="#ctx0" brushRef="#br0" timeOffset="2499">1552 251 7823,'-6'0'789,"0"0"1,-1 0 1091,1 0 0,-1 0-971,1 0 1,-1 1 18,1 1 0,0 1-482,-1 4 0,0 0-29,-1 1 0,0 2-32,0 3 1,1 0-58,0 0 0,4 0-565,1 0 1,1-1-89,1-2 1,1 2-242,1-4 0,2 1 131,5-3 0,1-2-438,2-2 1,0-1 244,1-1 1,-2-1-104,4-1 0,-1-2 317,-2-5 0,3 1 141,0-3 1,0 1-14,-2-3 0,-3 0 182,-1 0 1,-1 1 145,-1 1 1,0-1-109,-5 2 1,0-2 115,-2 2 0,-1 0 23,-1 4 1,-2-1 151,-5 1 1,1 2-234,-2 0 0,-1 2-159,-2 0 1,1 1-173,1 1 1,0 1 128,3 1 1,-1 0-983,3 2 1191,-1-3 0,15 13 0,3 1 0</inkml:trace>
  <inkml:trace contextRef="#ctx0" brushRef="#br0" timeOffset="2831">1828 238 7804,'0'-3'1013,"-1"-1"-563,-1 2 1,1 1 223,-3-1 1,2-1-340,-3 1 1,4-1 41,-1 1-31,-2 1 0,3-2 633,-4 3-240,4 0 1,-2 1-270,3 1 1,0 3 98,0 3 0,-1 0-122,-1 3 1,2-1-60,-3 3 1,3 0-305,0 0 1,0 0-184,0-1 0,0 1 171,0 0 1,0 0-115,3 0 0,-3-3-584,2-2 1,2 2 330,0-2 0,2 0-559,0-4 1,1-1 288,2-3 1,-1-1 173,3-1 1,-1-1 134,3-4 0,2-2 34,0-2 1,1-1-252,-1-1 0,0-2-275,2-2 0,2-1-765,-2 1 1513,-1-2 0,2-6 0,-1-5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37.8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513 302 8177,'-6'-5'562,"0"1"0,-1 1-161,1-2 0,-1 0 138,1 0 1,-1 0-241,1 1 0,-3-2-92,-2 2 1,1-1-30,-1 1 1,1 0-63,-3 2 0,-2 2 95,0 0 0,0 3 58,2 3 0,1 4 120,1 0 0,1 5-235,3 0 0,0 2 0,5 0 0,0 0-152,2 0 0,3-3-320,1 1 0,5-4-110,1-3 0,3-3 269,2-3 1,-1-2-684,3-2 1,0-5 164,0-3 1,1-5-85,0-2 1,-1-2 403,0 0 0,1-3 298,-3-2 0,0 1-77,-2 0 1,-3-2 186,-1-1 1,-3 0 179,-2 4 0,-1 1-145,-3 2 1,0 0 46,0-1 1,-3 4 7,-1 1 0,-2 4 255,0 3-373,-1 1 1,1 3-153,0 2 0,1 5-147,1 3 1,3 4 275,-1 5 0,7 16 0,2 6 0</inkml:trace>
  <inkml:trace contextRef="#ctx0" brushRef="#br0" timeOffset="1317">84 385 7935,'-6'4'261,"1"1"126,1 0 1,2 1-18,-3 3 0,1-2-245,-2 4 0,0 1-287,2 2 1,-2 0-164,2 1 0,1-1 325,1-2 0,-10 1 0,-3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0.31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135 327 7917,'0'-3'191,"0"-3"0,0 5 70,0-4 1,0 3 487,0-2-433,0 0 0,0-3 147,0 1 1,0 2-154,0-1-139,-2 1 1,-2-2-190,-2 2 0,-1-1 105,1 3 1,-3 0 114,1 2 1,-4 0 36,2 3 1,0 0 222,-1 4 0,1 2-218,-1 2 0,2 1 108,3 0 0,0 1 0,2 0 0,1 2-96,3 0 1,0 0-415,3-2 1,1 0-147,4-1 1,2 1-435,3-3 1,0-3 273,0-2 0,0-4-328,0 1 1,2-4 362,0-2 1,-1-3 40,-4-1 1,2-4 227,-4-3 1,1 0 33,-3 2 0,-1-2 139,-1 0 0,-3 2-164,1 3 0,-2-1 134,-2-2 1,1 3-137,-3 2 0,-1 0-174,-1 2 1,0 0-169,-1 2-309,1-2 804,-1 6 0,4 8 0,0 6 0</inkml:trace>
  <inkml:trace contextRef="#ctx0" brushRef="#br0" timeOffset="350">296 340 7898,'1'4'2286,"1"-2"-1504,-2-1-741,6-1 1,-2 0-346,2 0 1,1-1 109,2-1 1,-2 0-163,1-2 1,0 0 39,-2 0 1,0-2-223,1 2 0,-3-2 285,0 0 1,-2 0-18,0-1 0,-1 1 448,-1-1 0,-3 2 0,-1-1 1,-2 3 148,-1-3 0,-1 3-21,-1-1 1,-2 2 255,0 0 0,-1 4-163,-1 2 1,1 3 139,1 1 1,0 2 39,2 3 1,2 0-172,2 0 1,3 2-594,2 0 0,0 0-228,2-2 1,5-1-494,3-2 0,3 1 551,-1-5 355,4 2 0,38-27 0,11-3 0</inkml:trace>
  <inkml:trace contextRef="#ctx0" brushRef="#br0" timeOffset="675">552 257 7873,'-6'0'719,"-3"0"1,2 0-154,-2 0 0,2 0-17,0 0 0,-1 0-170,-1 0 0,0 0 53,1 0 0,0 3-147,0 1 0,1 2-44,0 0 0,2 0-140,0 1 1,3-1-142,2 1 1,0 1-174,0 1 1,2-1 110,3-1 0,2-1-407,2 1 0,2-1 215,0 0 1,1 0-22,1-2 0,0 1-20,0-3 1,-3 3-62,1-3 0,-1 2 144,1-2 0,-2 3 134,-3-3 0,0 3 485,-2-1 0,-1 0-225,-3 0 0,0 0 424,-3 2 0,-1 0-217,-4-2 0,-2 2-25,0-2 1,-2-1-138,1-1 0,-1 1-40,2-1 0,-2 1-221,1-3 1,1-3-503,-1-2 1,3 0-691,0-2 0,1-1 79,3-1 1187,1-2 0,12-8 0,2-4 0</inkml:trace>
  <inkml:trace contextRef="#ctx0" brushRef="#br0" timeOffset="1000">655 347 7853,'-3'9'0,"2"-2"527,-4 1 1,3 0 777,-2-2 1,2 0-109,-2 1-968,2-1-916,-1-2 316,3-1 1,1-4-362,1-1 0,-1-2 387,1-5 0,1 0-173,-1-2 1,2-1 329,-2 1 0,3-1 122,0-1 0,-2 0 500,2 1 1,-2 1-285,1 0 1,2 3 176,-2 0 0,0 1 77,0 0 1,1 2 220,1 0 1,0 2-235,1 3 1,-1 3 10,1 2 0,-1 3-215,0 3 0,1 3 0,-1 1 0,1 1-438,-1-1 1,0-1-209,-2 3 0,2-3-467,-2 1 1,0-1 501,0-1 424,0-3 0,5-7 0,1-4 0</inkml:trace>
  <inkml:trace contextRef="#ctx0" brushRef="#br0" timeOffset="1304">828 64 9061,'-6'2'1912,"-1"1"-880,4 2 0,0-2-525,3 4 1,1 1-30,1 1 0,2 2-691,5 0 1,-2 1-406,4 1 1,-2 0-702,1-1 0,1-2 730,2-1 589,0-2 0,20-26 0,4-7 0</inkml:trace>
  <inkml:trace contextRef="#ctx0" brushRef="#br0" timeOffset="1601">1027 0 7830,'0'7'725,"-3"-1"1,2 0-76,-1 1 0,2 2-3,0 2 0,0 2 243,0 2 0,0 4-471,0 4 1,0 3-16,0 2 1,0 1-448,0 3 0,0-1-375,0-1 1,0-2-1062,2-4 0,0-2 341,2-3 0,-2 0 1138,3-2 0,-10-5 0,1-2 0</inkml:trace>
  <inkml:trace contextRef="#ctx0" brushRef="#br0" timeOffset="1671">963 295 13338,'7'-1'305,"2"-1"1,1 2-798,2-2 0,2 1-1749,1 1 2241,4 0 0,18-3 0,7-1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2.90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13 180 7857,'-3'9'275,"2"-2"0,-4 3 39,3-1 0,0-2 397,2 4 1,0-2-547,0 1 0,0 0-292,0 1 1,0-2-1121,0-2 645,0-1 151,3-2 1,0-2 117,1-4 1,1-5-149,-3-3 1,3-5 333,-3-2 0,0-2 147,-2 0 0,2 0 334,0-1 1,0 1 3,-2 0 1,0 0 278,0-1 0,2 2-280,0 1 0,1 0 29,-1 4 1,0 1-78,2 6 1,0 0-13,3 2 1,-1 2-135,1 4 1,0 2 70,1 5 1,-1 4 121,2 4 0,-2 1-119,0 1 0,-1 0 96,0-2 0,0 1-162,-2-3 1,2 1-125,-2-3 1,0 1-60,0-6 0,0-1-273,0-3 0,2-3 182,-2 1 0,1-2-4,-1-5 1,2 0-176,-2-5 1,2-3 92,0-2 0,1 0 0,-1 2 0,1 0 201,-1 1 1,0-1 241,1 3 1,-3 0-51,0 4 1,1 2 127,1 2 0,1 2-57,-1 0 1,0 5 68,1 1 0,-1 5-242,1-1 1,-1 3-285,0-1 0,1 1-387,-1 0 1,1 0-40,2 0 1,-1-1 627,2-2 0,10 3 0,3-3 0</inkml:trace>
  <inkml:trace contextRef="#ctx0" brushRef="#br0" timeOffset="342">443 109 8967,'3'4'1777,"-2"-1"-1440,3-3 1,-2 0-238,3 0 0,1 0-195,3 0 0,1 0-723,-1 0 1,2-3 450,0-2 1,0 0-185,0-2 0,-2 1 39,-2-1 403,-1 1 1,-2 0 55,-2-1 0,-2 2 328,-2 0 1,-3 0-177,-3 3 1,-1 0 99,-2 2 0,-1 1 490,1 1 0,0 2-259,0 5 1,0 1 386,2 2 0,-2 1-303,3 0 0,1 1-103,3 1 0,3-1-420,-1 3 0,2-3-305,2 1 0,4-1-252,5-1 0,4-3-689,2-2 1,1-4 1254,2-1 0,39-31 0,10-8 0</inkml:trace>
  <inkml:trace contextRef="#ctx0" brushRef="#br0" timeOffset="658">828 39 7857,'-13'0'0,"0"-3"337,0 1 1,1 0 515,1 2 0,-1 0-333,1 0 1,0 4 5,0 2 0,0 1-106,2 4 1,2 0-124,2 4 0,0-1-120,3 1 1,0 1-41,2-2 1,1 1-87,1-2 1,1-1-122,4-1 1,-1-2-305,1-5 1,1 1 89,1-3 1,1-1-340,-1-3 1,0-1-91,0-4 1,-1-1 265,2-1 0,-2-2-12,1 0 1,-2 1 254,-1-1 0,1 4 296,-1-2 1,1 2-126,-1 1 0,-2 0 89,1 2 1,-4 0 246,1 2 1,1 2 413,-1 0 0,0 3-171,-2 3 0,0 3-133,0 2 1,2 1-610,0 1 1,3 0-357,-3 0 0,2 0-1408,-2-1 1960,3-2 0,10 2 0,6-2 0</inkml:trace>
  <inkml:trace contextRef="#ctx0" brushRef="#br0" timeOffset="969">969 180 7857,'-3'3'0,"0"3"886,-1-2 0,-1 2-320,3 0 0,-1 1 478,3-1-779,0-2-922,0-1 417,0-3 0,3-3-184,2-2 0,-2-1 349,1-3 1,1 0 231,1-4 1,-2 1 246,1 1 1,-1-1-239,2 1 0,1 1 104,-1-1 0,1 4 46,-1-2 1,0 1 64,1 0 1,0 3-28,1 1 0,2 1-22,3 0 1,0 2-220,0 3 0,-1 2-164,-1 2 1,0 3-246,-2 2 0,-1 3 188,-1 1 0,-2 3-907,0-1 0,-2 2 177,-1 0 838,-1-3 0,-1 14 0,-3 1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5.50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154 33 7962,'0'-4'325,"0"-2"654,0 3-168,0-4 338,0 1-838,-3 2 1,0 2-66,-4 2 1,-1 0-235,-1 0 0,0 0-46,0 0 1,1 2-27,-2 3 0,-1 0 121,-2 2 0,1-1-235,1 1 0,0-1 116,2 0 1,2 1-60,2-1 0,0 1 71,3 2 0,1-4 26,3 1 0,0-1-61,4 2 1,2-1 46,2 1 0,2-3-7,-1 0 1,3 0-3,1 0 1,0 2-6,-2-2 0,0 2-27,0 0 0,-3-2-10,1 1 0,-3-1 75,0 2 1,-1 1-38,-3-1 1,1 3 286,-3-1 1,0 1 66,-2-3 0,-5 1 62,-1 2 1,-3-2-130,1 2 1,-2-2-69,-3-1 1,0-2-169,0 1 0,1-4-230,-1 1 1,0-1-531,0-1 0,2 0 234,1 0 1,0-3-56,-1-1 0,3-2 107,3 0 470,2-4 0,18-14 0,2-6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5.83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10884,'3'4'1288,"-2"-1"-556,4-1 1,-1 2-385,2 2 1,1 4-287,2 0 1,-1 2-522,2 1 1,0 0 353,1 0 1,1 2-1015,-1 0 0,-2 0 167,0-2 0,-1-1 952,0 1 0,2 0 0,3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6.14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0 7899,'-6'7'1047,"2"-1"0,-1 0-531,3 1 0,-3 2 28,1 2 0,-1 2-277,0 2 0,0 1-60,0 3 1,0 3-149,-2 2 0,1 1-258,0 0 1,-3 1-556,0 0 0,1-1 326,1 1 1,2-3-119,0-2 1,3-4 545,2-2 0,0-10 0,0-3 0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6.46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116 13 7899,'-3'-3'912,"0"-1"-634,-1 2 0,-2 1 295,2-1 0,0 1-75,0 1 1,0 0 23,-3 0 1,3 0-414,0 0 1,0 3-20,-3 2 1,3 0-140,0 2 1,1 0 87,-1 1 0,3-1-135,-1 2 0,1-2 136,1 0 0,0-1-89,0 0 0,1 2-14,1 0 0,1-1 12,4 2 1,0-3 0,1 0 0,1 0-178,1 1 0,-2 0-41,0-3 1,2 2 94,-2-2 0,1 4-92,-3 0 0,1 1 172,-1-3 0,-2 2 82,-2 0 1,-2-1 12,0 2 1,0-2 221,0-1 1,-3 1-45,-4-1 0,0-2-14,-3 1 0,0-4 57,-1 1 0,-1-2-180,1-2 1,-1-1-164,-1-4 0,1 0-102,1-2 0,0-1-427,2-2 1,2-2 11,2-1 1,2 2 637,3-2 0,15-19 0,3-4 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6.78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7884,'0'4'466,"0"1"58,0 0 1,0 0 131,0 2 0,0 2 519,0 2 1,0 4-261,0 2 1,0 4-717,3 3 0,-3 1 1,3 0-1,-1 1-379,0 0 1,1 2-455,-1-1 0,0 1 285,2-2 0,-2-3-316,3-2 1,-2-2 121,1-2 543,2-4 0,-5-9 0,2-5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7.10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7867,'0'4'719,"1"-2"210,1-2 1,0 0-537,2 0 0,0 0-180,3 0 1,2 0-375,2 0 0,1 3-355,3-1 0,2 0 516,2-2 0,20-3 0,5-1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7.42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33 84 7844,'0'6'1065,"0"0"0,0-1-502,0-1 0,0-2 428,0 2 0,1-2-383,1 0-699,1 2 0,4-4-415,-1 2 0,1-4 157,2-2 1,-2-2-387,2 0 0,-2-1 443,-1 1 1,0-1-16,-2-2 1,1 2 79,-3-1 0,0-2-157,-2 2 0,0-1 225,-3 3 1,2-1 117,-3 1 1,-3 2 161,-1 0 1,-1 2 81,0 0 1,0 4 335,-2 2 0,0 3-20,2 1 0,-2 2 437,3 3 0,0 2-452,4 0 1,1 2 27,3-2 1,0 4-448,0 0 0,3-3-438,1 1 0,5-1-418,1-3 0,3 0 87,2-4 1,1-1-1979,1-4 2662,1-1 0,13-20 0,6-5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7.7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20 154 7825,'0'4'346,"-3"2"0,2-5 595,-4 3 1,4 1-381,-1 1 0,-1-2-164,1 0 0,0 1-383,2 1-564,0 1-64,0-1-59,0-2 0,2-2 372,0-4 0,2-2-94,-2-2 0,3-4 416,0 0 1,0-3 16,2-2 1,-1 1 160,1-4 1,-1 4-144,1-4 0,-1 4 154,0-1 1,1 2 45,-1 3 0,1-2 90,-1 1 1,0 2-41,1 3 1,-1 2-32,1 4 0,-1 0 102,0 0 0,-2 4-85,-2 2 0,1 4 68,-1 2 0,0 2-222,-2 1 0,0-1-142,0 3 1,0-2 43,0-1 0,1 0-162,1-1 1,-1-1-1692,1-1 1402,2-2 0,-1-6-208,4 0 0,-2-3 341,0-3 1,0-3 340,0-5 0,1-1 34,2-1 0,0 1 374,0-1 0,1 0-203,0 0 0,2 2 283,-3 1 1,3 3-100,-3 0 0,2 2-151,-2 2 1,-1 1 0,2 2-1,-2 1 180,0 1 1,-2 4-219,-1 2 0,1 4-335,-2-2 1,1 3-358,-2-1 0,0 3-359,-2 0 0,1 3 788,1-1 0,-10 2 0,0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8.45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 1 7901,'0'6'0,"-3"-1"0,1-1 0,-1-1 971,1 2 1,2 0-290,-3 0 1,3 1-180,0 3 1,0-2-457,0 4 0,0-2-315,3 1 1,-2 1-216,3 2 0,0-2-555,0-1 0,1-1-635,-3 2 1673,3-4 0,-4 0 0,2-4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8.7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 7960,'-4'0'-439,"1"2"1,3 0-50,0 2 488,0 0 0,17 20 0,5 4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9.13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104 39 7953,'0'-7'1216,"-3"1"1,2 0-869,-3 2-95,2-2 1,-3 3-33,0-1 1,2 1-267,-2 3 1,1 0-30,-2 0 0,-1 0 0,1 1 0,0 0 50,-1 1 1,1 3-49,-1 0 0,2 1-34,0 3 1,0-2 149,3 1 0,-2-1 41,2 0 0,0-1-38,2 1 1,2 0-35,3 1 0,0 0-15,2 0 0,1-1-16,1 0 0,2-1 16,0 0 1,-1 0-119,1-2 1,-1 2 180,0-2 0,0 0 130,-4 0 0,0 1 262,1 1 1,-4-2-166,0 0 0,-3 1-51,0 1 1,-5 1-152,-1 2 0,-2-4 19,2 1 1,-4-1 110,0 2 0,0-4 28,-1-1 0,1 1-243,-1-1 1,1 0-357,2-4 1,1-2-2179,-2-2 0,2-3 2533,1 1 0,5-24 0,2-3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49.9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39 1 7917,'-7'0'101,"3"0"583,0 0-309,0 0 0,-2 0-113,2 3 1,0 0-76,2 4 0,1 0 17,-1 1 1,1 2-56,1 3 0,0 1-128,0 1 1,1-1 75,1 3 1,1-3-130,1 1 0,2-2-145,-2-2 0,2-2 40,0-3 1,1-1 7,-1-1 1,1-3 73,-1 1 1,1-4-82,-1-2 0,0-2-20,1-3 1,-1 0-189,1-2 1,-1-1 52,0 1 0,1-1-69,-1-1 0,-1 1 56,-1-1 0,-2 2 261,2 0 0,-2 3 368,0 0-61,-1 1 496,-1 3-549,0 1 1,2 8 45,0 2 0,0 3 62,-2 1 1,0 1 65,0 1 0,2 2-396,0 0 0,3 1-183,-3-1 1,3-2-1046,-1 2 1239,2-1 0,9 1 0,2 2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0.37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19 161 7869,'-3'6'22,"-3"0"0,5-1 23,-3-1 450,2-3-153,-1 2-373,3-3 0,0-3-9,0-1 0,0-2-187,0-3 1,1 0 160,1-2 0,0-1 32,2 1 0,-2 0 125,2 0 1,-2-1 143,3 1 1,-3 1 163,2 0 0,0 1 3,0-1 1,2 2 32,-2-1 1,-1 2-91,2 1 0,-3 2 64,2 2 0,0 1-93,3 1 0,-3 1-107,0 1 0,0 4-87,0 5 0,1 1-204,-3 1 1,3 1-401,-3 1 0,2-1-43,-2 3 0,1-2-417,-1 2 1,0-3 427,2 1 514,-3-1 0,11 1 0,-2 2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1.0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142 77 7869,'0'-9'0,"0"2"141,0-2 0,0 2 226,0 1 1,0-1 263,0 1 1,-1-1-376,-1 1 0,1 2-330,-4-1 0,3 4 40,-2-1 0,0 1-200,-3 1 1,0 3 144,-1 1 1,0 3 92,-3 1 1,1 1 84,-1 2 1,0 0-48,2-2 0,1 2 62,1-3 0,1 1 299,0-3 1,1 1-146,1-1 1,3-2-171,-2 1 1,3-3-245,0 2 1,3-2 55,1 2 0,4-2-237,0 0 1,4 1 110,-2-1 1,2 0-70,1-2 0,0 0-210,0 0 1,-2 2 131,-1 0 0,-2 1 319,1-1 0,-1 0 135,-1 2 0,0-2 236,-5 3 1,2 0-102,-2 3 0,0-1 84,-4 2 0,-3 0-154,-3 0 1,1 2 43,-2 0 0,0-2-70,0-1 0,-2 0 18,0-2 1,2-2-134,0 1 1,0-4 36,1 1 1,-3-1-140,2-1 1,1-3-5,1-1 1,2-2-212,0 0 1,0-2-108,3 0 1,0 0-798,2-3 1216,3 1 0,9-12 0,5-1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1.43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7753,'5'0'606,"-1"0"1,-2 0 78,2 0 0,-2 0 83,3 0 0,-2 3-296,2 1 0,0 3-94,-3 1 1,1 2-174,-1 3 1,-2 4-34,3 2 0,-3 2-135,0 3 1,-2 1-205,0 1 1,-1 0-513,1 1 1,1-1-124,-1-2 0,1 0-477,1-3 1,1 1 1278,1-3 0,5-8 0,3-3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1.76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13 11598,'4'-3'268,"2"1"1,2 0-269,2 0 0,4 1-771,3-1 0,-1 1 205,1 1 0,1 1 566,1 1 0,11 5 0,4 3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2.10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141 46 7829,'-6'-7'384,"0"3"139,2 0 1,-2 0-119,2-3 1,1 3-117,-2 0 0,3 1 177,-2-1 1,2 3-175,-3-1 1,3 1-236,-2 1 0,0 0-39,-3 0 1,1 3-159,-1 4 0,-1 0 173,-1 4 0,1-1-131,1 3 1,1 0 75,0 0 0,0-2-65,2-1 0,-1 0-104,2 1 1,1 0-78,2-2 1,1-3-93,1-1 1,4-4 90,2 1 0,4-1-148,-1-1 1,1-3-6,0-1 1,3-3-95,0-1 0,0 1 440,-2-2 1,-2 0-106,0 0 1,-3 1 243,3 1 1,-4 3 437,-1 0 547,1 2-681,-7-3 0,3 5 286,-3 0 0,0 2-295,-3 5 0,2 1 0,-3 1 0,2 0-411,-3-3 1,4 2-56,-1 1 0,1 0-897,1 0 0,0-1 1005,0 2 0,9 4 0,1 2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2.5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7808,'3'0'920,"0"0"552,-3 0-1219,0 3 0,0 3 13,0 5 0,0 2-194,0 2 0,0 2-199,0 4 1,0 2-165,0 3 0,-1-1 239,-1 1 0,2-3-564,-3-2 0,3-4 214,0-5 0,0-2-282,0-3 417,0-4 0,0 0 68,0-6 1,2 0-5,0-4 1,2 1 33,-2 0 0,3-3 125,0 1 1,0-1-49,2 3 1,-1-2 91,1 1 0,-1-1 0,0 4 0,1-1 0,-1 1 0,1-1 55,-1 3 1,1 0 53,-1 2 0,0 0 52,1 0 0,-1 0 236,1 2 0,-1 2-120,0 2 1,-1 1-108,-1-1 0,0 1 43,0-1 0,-1 1-50,-3-1 1,0 3-103,0-1 1,0 1-3,0-3 0,0 0-134,0 1 1,-3-1 47,-1 1 1,-2-1-106,-1 1 1,0-2 51,-1-1 0,0 2-120,-3-2 1,3 2 86,-3 1 1,3-3 24,0 0 0,-2 0-10,2 0 1,-1-1 7,3-3 0,-1 0-280,1 0 370,0 0 0,8-14 0,2-4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2.90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45 0 7801,'-3'7'310,"2"-1"1,-4 3 45,3-1 0,-2 6 88,2-1 1,-2 3 37,2-1 0,-3 3-178,3-1 1,-2 2-56,2 0 0,-3-1-90,3-1 0,0 0-83,2-2 0,0-2-684,0 2 0,0-3 404,0-2 0,2-2 193,0 1 11,3 1 0,2-3 0,3 2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3:56.10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58 78 8197,'0'6'-16,"0"-1"59,0-1 223,0 0 0,0 0 182,0 1 0,3-4-93,2 1 0,-2-1-172,1-1 0,1 0-96,1 0 1,1-1 96,2-1 0,-1-1-126,2-1 1,-1-2 0,2 2 1,-3-1-356,3 1 0,-3-2 28,0 2 1,-1-1-156,0 0 1,-2 0-203,0 1 458,-2-2 1,-3-1 79,0 1 1,-1 2 35,-1-1 0,-3 2 18,-3-1 1,-1-1 55,-2 2 0,-1-1 177,1 2 1,-1 0-19,-1 2 0,0 3 132,1 1 1,-1 2 334,0 3 0,0 1-253,0 3 0,3 2 254,2 3 1,-1 2-244,3 2 0,1 2-160,5-1 0,0-1-137,0 0 1,5-4-240,4-3 1,5-3 67,3-5 0,5-4-137,1-3 0,7-4-1160,2-4 0,2-5 1358,-2-4 0,37-36 0,9-9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0:43.98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59 456 7952,'0'4'377,"-3"1"254,-2 0-136,3-2 0,-1 0 285,3-1-383,-3-1-302,2 2 0,-2-6-163,3-1 1,0-2-222,0 0 0,0-4 242,0 0 0,0-2-95,0-1 1,0 0 42,0 0 1,0-2-25,0 0 1,-2-3 104,0 1 1,-2-3 34,2-2 1,-3 1 31,3 2 0,-2 1 21,2 1 1,-1 3 51,1-1 0,1 7 141,-1 1 0,1 4 484,1-1-224,-3 3-124,3-2 1,-3 6 14,3 1 1,0-1-39,0 2 0,2-1-158,0 2 0,3 1-24,-1-1 1,2 1-149,0-1 1,3 0 130,0-2 1,2 0-660,0-2 1,3-2 72,1 3 0,1-3-744,-1-3 0,0 1 264,2-3 889,2-3 0,0-2 0,4-7 0</inkml:trace>
  <inkml:trace contextRef="#ctx0" brushRef="#br0" timeOffset="415">225 97 8302,'0'4'1748,"1"1"-1397,1-3 0,2 3-224,2-1 0,1 2-163,2 0 1,-2 0 24,2 1 1,0-1 8,-1 1 0,1 1-160,-3 1 0,0 0 224,-2 0 1,-1-2-63,-3 4 0,0-1 104,0 1 1,-1 0 191,-1-2 0,-1 0-140,-4 0 0,1-2-21,-1 1 0,0-1-603,-1 0 0,1-1 47,-2 1 1,2-4-636,1-1 1056,2 2 0,1-20 0,3-3 0</inkml:trace>
  <inkml:trace contextRef="#ctx0" brushRef="#br0" timeOffset="866">572 148 7952,'-4'0'440,"1"0"744,0 0-653,3 0 0,-3 1 91,3 1 1,0 0-243,0 5 1,0-2-116,0 6 1,0 0-192,0 2 0,0 2-216,0 0 1,2 2-179,0-2 0,2 0-462,-1 0 0,1-3-448,-2 0 1230,3-3 0,-1-11 0,2-6 0</inkml:trace>
  <inkml:trace contextRef="#ctx0" brushRef="#br0" timeOffset="1085">591 1 7952,'-3'3'590,"0"0"1,-2-1-374,1 0 1,3 1-171,-2-1 0,3 0-299,0 2 1,0-2 251,0 3 0,17 10 0,4 6 0</inkml:trace>
  <inkml:trace contextRef="#ctx0" brushRef="#br0" timeOffset="1347">661 270 7952,'-6'4'3158,"2"-1"-2475,0-3-652,2-3 0,-1-2-512,3-3 1,2 0 262,1-3 1,2 1 48,-1 0 0,1-2 196,2 1 0,-1-1 6,1 2 1,-3 1 102,0 2 0,1 1 87,1-1 1,0 2-34,1 0 0,-3 2 272,0 3 1,1 0 114,1 0 1,0 1-146,1 1 0,-1 4-11,1 3 1,-2 2-133,0 0 1,0 1-121,0 1 0,-2 0-219,-1 2 1,1-1-328,-1 1 0,0-2 380,-2 0-3,3 0 0,-3-3 0,3-1 0</inkml:trace>
  <inkml:trace contextRef="#ctx0" brushRef="#br0" timeOffset="2402">1162 187 7889,'-6'-4'969,"2"-1"1,-2 2-208,2-2 0,0-2-16,0 0 1,0-1-306,0 2 1,-2-1-169,2 1 1,1 0-103,-2-1 0,1 2-129,-2 0 0,-1 2-221,1 1 1,-1 1 242,1-1 1,0 4-252,-1 2 0,3 2 25,0 0 1,2 1-81,0-1 0,1 1 136,1 2 1,0-2 75,0 1 1,3 0 2,1 1 1,2-2 17,1 1 0,-1 0-140,0-2 1,1 0 87,-1 1 0,4-1-96,0 1 0,0-2 74,1 0 1,-3 0 28,0 0 0,2-2 38,-2 1 23,1 1-3,-3 1 0,0 1 291,-2-1-175,-1 0 0,-6 1-101,-1-1 1,-3 1 53,-1-1 0,0-2-58,-3 1 1,3-4-7,-3 1 1,0 1-145,-2-1 1,3 0-244,-1-2 1,3 0-64,0-3 1,-1 2-265,3-3 1,-1-1-1187,4-1 1891,1 0 0,17-6 0,2-2 0</inkml:trace>
  <inkml:trace contextRef="#ctx0" brushRef="#br0" timeOffset="2740">1284 232 7898,'0'3'923,"0"3"-132,0-2 0,0 1 167,3-1 0,-2-1-752,3-3 1,0 0-13,3 0 1,0 0-703,2 0 1,-2 0 98,1-3 0,-1 1-134,0-3 0,-1 0 280,1 0 1,-3 0 3,0-2 1,-2 0 65,0-1 1,-2 0-57,0 0 0,0 1 232,-2 0 1,-2 1-111,-2 0 0,-1 0 214,1 2 1,-3 1 169,1 3 1,-4 0 123,2 0 1,0 0 52,2 3 1,-1 0 236,0 4 0,0 1-233,3 1 1,2 2 125,-1 0 0,4 1-363,-1 1 0,3 2 29,1 0 0,6-1-607,-2-3 1,5 0-158,-1-2 0,5-1-514,0-2 1,2-2 460,-2-2 587,2-1 0,6-15 0,3-4 0</inkml:trace>
  <inkml:trace contextRef="#ctx0" brushRef="#br0" timeOffset="3065">1476 212 7898,'-3'7'929,"0"1"-548,-1 1 1,-1 0 183,3-3 0,0 0-196,2 1 0,0-1-167,0 1 0,0-3-94,0 0-353,0-2 190,3 0 0,-2-2-72,3 0 1,-1-3-174,1-4 1,-3 1 163,1-3 0,1-1-116,-1 0 0,3-2 147,0 2 0,-2-2 260,1 1 0,0 1-129,0-1 0,2 3 309,-2 0-149,2-2 0,0 3 163,1-2 0,-1 5-33,1 2 1,-1 1-101,0 1 1,1 3-206,-1 1 1,1 3 21,-1 1 1,1 2-155,-1 3 1,-2 2-126,1 0 1,-3 3-339,2-1 1,-1 1 134,2-1 0,0-2 449,0-2 0,6-3 0,3-1 0</inkml:trace>
  <inkml:trace contextRef="#ctx0" brushRef="#br0" timeOffset="3433">1778 116 7886,'-7'0'322,"1"0"1,-1 0 524,1 0 0,-3 0-215,1 0 1,-1 0 80,3 0 0,-1 1-421,1 1 1,0 2-78,2 2 1,-1 0-298,3 1 0,0-1 33,2 1 0,0 0 34,3 1 1,-2 0-23,3 0 1,3 0-299,1 0 0,1-1 52,-3-1 0,3 1-193,-1-3 1,3 0 54,-2 0 1,1-2 106,-1 2 0,-1-2 179,-1 0 0,-1 1 73,1-1 1,-1 2 188,0-2 1,-2 1-122,-2-1 0,-1 0 113,-1 2 0,-1-1 11,-1 2 1,-2 0 212,-2-3 0,-3 3-84,1-1 0,-3-1-43,3-1 1,-4 0-346,2 0 0,0-2-179,-1 3 1,1-3-270,-1-3 1,2 2 64,3-3 1,0-1-427,2-1 0,1 0 938,3-1 0,17-14 0,4-3 0</inkml:trace>
  <inkml:trace contextRef="#ctx0" brushRef="#br0" timeOffset="3799">1925 180 7880,'-3'7'2307,"3"-1"-1312,-3 1-433,3-1 0,3 0-444,1-2 1,1-1-258,2-3 1,-1 0-343,1 0 1,-1 0 255,1 0 1,-1-2 31,0 0 0,0-3 43,-2 0 1,1 0-250,-3-2 0,3 1 47,-3-1 1,0 1 134,-2 0 1,0-1 91,0 1 0,-1-1 187,-1 1 4,-1-1 0,-4 2-34,1 0 1,-3 3 479,1 2 1,-1 0-73,3 0 0,-3 2 110,1 3 1,-1 1 167,3 3 0,-1 1 402,1 3 1,0 0-529,2 2 1,1-1 45,3 3 1,0-2-490,0 0 0,3-2 28,1 0 1,5-1-878,1-1 0,2-2-227,1-3 1,-1 0-688,1-2 1,-2-1 1613,4-3 0,10-28 0,2-8 0</inkml:trace>
  <inkml:trace contextRef="#ctx0" brushRef="#br0" timeOffset="4759">2419 206 9932,'0'-4'968,"0"-1"1,-1 2-755,-1-1 1,1-2-37,-4 2 0,3 0 0,-2 0 0,0 2 16,-3 0 0,1 2-26,-1 0 0,1 0 135,0 2 1,-1 4-145,-2 3 1,4 4-162,-1 0 1,3 1-120,-2-1 1,4 2-318,-1 0 0,4-1 195,2-3 0,4 0-64,1-2 0,3-1-176,1-4 0,-1-1-415,3-3 0,1-3 140,-1-1 1,0-5 311,-2-1 0,-1-3 214,-1 1 0,-2-1 137,-3 0 0,0 0 148,-2 0 1,-1 0 6,-3 1 0,-1-1 245,-1 3 0,-1-2-181,-4 4 1,0-1 164,-1 3 0,1 0 63,-2 2 0,2-1-226,0 3 1,1 0-292,0 2 1,0 0-37,2 2 0,1 0-793,3 2 994,0 0 0,6 9 0,1 0 0</inkml:trace>
  <inkml:trace contextRef="#ctx0" brushRef="#br0" timeOffset="5048">2688 33 7850,'-10'-7'259,"1"2"64,3 0 1,-1 0 647,1 3 1110,-1-3-1458,1 5 0,2 0-162,-1 4 1,4 2-92,-1 0 1,1 1-129,1 2 0,0 1 0,-3 5 0,3 0-76,-2 2 1,1-2-79,1 2 0,0 0-81,0 2 1,2 0-307,0 1 0,2-1-933,-2 0 0,3 0 77,-3 1 1,3-2-253,-1-1 0,0-2 1407,0-4 0,-3-5 0,2-3 0</inkml:trace>
  <inkml:trace contextRef="#ctx0" brushRef="#br0" timeOffset="5278">2522 187 7869,'2'4'1110,"0"0"1,3-2-614,-1 0 1,3-1-433,1-1 0,2 0-331,3 0 0,3 0 258,1 0 8,1 0 0,13-3 0,2-1 0</inkml:trace>
  <inkml:trace contextRef="#ctx0" brushRef="#br0" timeOffset="5757">2958 103 7869,'0'-3'175,"0"0"132,0 0 1,0 2 312,0-4 295,0 4-465,0-2-46,0 3-135,0 3 1,0 1-1,0 5 1,0 1 69,0 3 0,0 2-161,0 2 1,0 2-1,0 0 1,-2 1-11,-1 2 1,-1-3-138,2 3 1,-2-3 3,2-2 0,-3-1-142,3-3 1,0-1-38,2-1 0,0-4-181,0-3 1,3-3 66,1 1 0,2 1-79,0-1 0,1 1-129,-1-3 0,3 0 90,2 0 1,-1-3-38,1 1 0,-3-2-125,3 2 1,0-3 537,2 1 0,11-5 0,3-1 0</inkml:trace>
  <inkml:trace contextRef="#ctx0" brushRef="#br0" timeOffset="6024">3105 206 7866,'0'4'1575,"0"-2"-1140,0 1 1,0-1-149,0 2 1,3-2-241,1 2 1,5-1-311,2 1 1,-1-2-429,0 2 0,1-2 423,2 3 268,0-1 0,8 2 0,3 1 0</inkml:trace>
  <inkml:trace contextRef="#ctx0" brushRef="#br0" timeOffset="6238">3304 193 7839,'-6'9'1396,"-1"-1"-1074,1 3 0,-1-1 158,1 1 0,0 3 12,2-1 0,-2 3 181,2-1 1,1 3-445,-2-1 1,3 2-297,-2 0 0,2 0-1071,0 0 1,2-2 252,0-2 885,0-5 0,2-6 0,2-5 0</inkml:trace>
  <inkml:trace contextRef="#ctx0" brushRef="#br0" timeOffset="7227">3554 232 7830,'-3'-7'0,"-2"3"218,3 0 1,-3-1-112,3-1 0,-3 2 618,1-1 1,0 3-319,0-2 1,0 3-350,-3-2 1,-1 3 91,-1 0 1,1 0-99,1 3 1,-2 1 26,-2 4 1,2 0-199,1 3 0,0-2 193,2 1 1,0 0 3,-1 1 0,4 0-51,0-2 0,1-1-107,-1-1-111,1 2 1,5-3 6,1 1 1,1-4-243,1-3 0,0 0 162,5 0 0,-3-2-23,3-3 0,-1 0-142,0-2 0,3-1 90,-3-1 0,0 1 270,-2 1 1,-1 1 155,0-1 0,-1 1 278,0 0 0,-1 2 303,-1 2 40,-3 1 1,2 2-325,-3 1 1,0 2 73,0 2 1,0 2-236,0 1 1,0 2 13,0-3 1,0 4-678,0-2 1,0 0-199,0 1 1,0-1 637,0 1 0,9 1 0,2-2 0</inkml:trace>
  <inkml:trace contextRef="#ctx0" brushRef="#br0" timeOffset="7726">3650 309 7830,'0'12'298,"-2"-1"152,0 0 0,-1 0-104,1 1 1,2 4 65,-3 1 1,2 0-234,-1 0 1,1-2-128,-1 2 0,1-2-317,1 2 1,0-4 246,0 0 0,1-3-300,1-3 0,-1-3 38,1 0 128,-1-2 0,-1-2 1,0-5 1,-2-1 17,-1-3 0,1-1 10,2-3 0,0-1 34,0-1 1,0-3 80,0 1 0,0-2-31,0 0 1,1 0 163,1 2 0,0-1-47,2 1 0,-2 1 86,2 1 1,0 1-108,3 2 0,-1-1 20,1 0 0,-1 1-17,1 1 0,2 2 4,2 2 0,-2 1 9,2 0 0,-2 0-15,1 2 1,-1-1-101,2 3 0,-3-1 14,0 3 0,-1 1-8,0 1 0,-3 2 169,0 2 1,-2 3 177,3 2 0,-4 1-52,1 1 0,-1 2 180,-1 0 0,-2 1-81,0-1 0,-3-2-122,0 2 1,2-3-137,-2-2 0,1-2-87,-2 1 1,-1-3-223,1-2 1,0-1-78,-1-3 1,0 0-349,-2 0 1,2-3 81,-1-1 0,3-2-413,0-3 1,3 1-372,-2-2 1336,3 2 0,9-27 0,6-4 0</inkml:trace>
  <inkml:trace contextRef="#ctx0" brushRef="#br0" timeOffset="8084">3862 187 7830,'-3'3'332,"3"3"1,-4-3 532,2 1 1,1 2 110,-1-2 0,1 2-453,1 0 0,0 1-32,0 2 0,0-2-301,0 2 1,0 0-324,0-1 1,3 2 9,1-2 1,0-1-220,0 2 1,1-4 234,1-1 0,0-2-171,1 0 1,-1-2-310,1 0 0,-1 0 6,0-2 0,-1-2 18,-1-2 0,0-1 175,3-2 0,-1 1 171,1-3 1,-3 3 119,0-3 1,-2 3 200,3 0 0,-3 1 199,2 3 489,-3-2-318,2 6 1,-2-3-202,1 3 0,-1 3 394,1 1 0,-1 2-271,-1 3 1,0 0-164,0 2 1,0 1-287,0-1 1,2 1-400,0 1 0,2-1-104,-2 1 1,3-2 555,0 0 0,9-9 0,3 0 0</inkml:trace>
  <inkml:trace contextRef="#ctx0" brushRef="#br0" timeOffset="8383">4080 277 7817,'-3'4'620,"1"0"952,-2-2-1125,3 0 1,-2-1 215,3 1-987,0-1 0,0 1 164,0-4 1,1-2 23,1-2 1,0 0 198,2-1 1,-2 0 142,2-2 1,1 2-79,1-1 1,-2-1 102,1 0 0,-1 0-118,2 3 1,-1 2 12,-1-1 1,0 2 263,3-1-221,-1 1 1,0 3 61,1 0 1,-3 0-145,0 0 1,0 5-3,0 1 0,0 3-122,-2-1 0,-1 2-241,1 3 1,-1-1-232,1-1 1,-1 1-510,1-1 0,1 0 1018,-1 0 0,6-2 0,-1-3 0</inkml:trace>
  <inkml:trace contextRef="#ctx0" brushRef="#br0" timeOffset="8726">4330 187 7801,'-6'0'359,"0"0"0,1 0 538,1 0 1,0 0-277,-3 0 0,3 0 156,0 3 0,2 0-241,-3 4 1,4 2-157,-1 2 1,1 1-215,1 3 1,0 1-17,0 1 0,1 1-101,1-3 1,1 0-64,4-2 1,0-3-308,2-2 1,-2-1-50,1-3 1,-1-1-432,0-3 0,1-1-9,1-1 1,-1-2 305,-1-5 0,-1 1 245,-2-2 0,1-1 134,-3-2 0,1 0 96,-1 0 1,-1 1-93,1-1 1,-1 1 48,-1 1 1,-1-1 21,-1 1 0,0 0 127,-2 0 1,0 2-56,0 2 1,-2 3-363,2 0-483,-2 2 438,0 0 0,2 4 385,2 3 0,13 9 0,3 3 0</inkml:trace>
  <inkml:trace contextRef="#ctx0" brushRef="#br0" timeOffset="9076">4484 187 8470,'-3'0'2795,"-1"0"-1569,2 0-315,1 0-484,-2 0 0,3 3-174,0 1 1,3 2-16,-1 3 1,0-1-27,-2 2 1,2 1-100,0 2 0,1 0-116,-1 0 1,0-1 13,2-2 1,-2 2-177,2-4 0,-2 1-12,3-3 0,-3 1-134,2-1 0,-2-2 48,3-2 1,-1-1 13,2-1 1,1-5-13,-1-2 1,0-4 85,1 1 0,0-3-51,2-2 1,-2 1 39,1-1 0,2 2-17,-2 0 1,1 2-4,-3 1 0,0 0-123,1-1 1,-1 2-1118,1 5 1446,-1-1 0,-5 7 0,-2-2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04.443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 1240 7871,'0'5'0,"-3"1"0,3 1 409,-2-2 0,1 2 605,1-1 1,3-1-179,1 2 0,3-2-340,4-1 0,3 1-156,2-3 0,2-1-39,0-3 1,2-2 158,3-4 1,2 1-154,1-3 1,0-1 55,-1-3 0,-1 1-237,0-1 0,0 2 49,1-1 1,-4 4-407,-1 0 0,-1 4 25,-1 0 1,2 0-250,-2 3 1,-1 1 274,-3 1 1,-1 0-83,1 0 1,-2 1 149,1 1 1,-1 1 254,0-3 1,0 0-78,-2 0 0,2-3 69,-1 0 0,1-3 3,-2-1 1,2 2-70,3-1 0,-2-2 18,3 1 0,0 0-72,3-1 0,-1-2-138,0 1 1,-2 0 43,0 1 1,0-1-210,0-2 1,-1 2 152,-4-2 0,1 2 25,1-3 0,-4 1 223,-1 1 1,-1 1-123,2-4 1,-5 1 118,2 0 1,-4 0 18,1 0 0,-2 2 121,0-1 0,0 2-184,1 0 1,-1-1-199,-1 5 1,0 1-151,0-1 1,0 3-1299,0-2 1580,-3 3 0,-5-13 0,-5 1 0</inkml:trace>
  <inkml:trace contextRef="#ctx0" brushRef="#br0" timeOffset="473">878 695 7867,'3'4'675,"-3"-2"203,2-2 1,-1 0-145,1 0 0,2 2-296,2 0 0,2 0-532,0-2 0,3 1-161,-2 1 1,6-1-304,-1 1 0,-1 1 417,-1-2 1,-1 4-12,-1-1 1,-3 3 265,-2 0 1,-1 2 165,-4 1 0,0 3 47,0-1 0,-1 2 420,-1-2 0,-2 0 78,-1 0 1,1 2-628,-1 1 0,2-1-555,0-2 0,-2-1-534,2 2 0,1-2 891,2-1 0,6-6 0,0-5 0</inkml:trace>
  <inkml:trace contextRef="#ctx0" brushRef="#br0" timeOffset="1415">1434 218 7807,'0'-4'786,"0"-2"1,-2 5-191,0-2 1,-1 1 428,2 0 0,0 2 36,-1 2 0,1 2-485,1 4 1,-1 5-132,-1 5 1,2 4-165,-3 3 1,3 2-95,0 0 0,0 3-165,0 0 0,0 0-232,0-7 1,0-2 2,0-2 0,2-5-869,0-4-668,3-4 1229,-4-3 1,1-8 111,-2-1 1,0-7 120,0-1 1,0-3 95,0-1 0,-1-2 20,0 0 0,-1-2 0,-2 2 1,2-3 47,-2 1 0,0-4 251,1 0 0,-2 0 190,3 1 1,-1 2-209,3 1 0,0 2 394,0 3 1,3 4-80,2 3 1,0 1 106,4 5 1,-2 0-278,3 2 1,-2 0-64,2 2 1,0 0-45,2 0 1,1 0-221,-1 3 1,-1-2-1092,2 2 1,1 1 614,0 0 0,2 2 543,-2-3 0,6 10 0,-1 4 0</inkml:trace>
  <inkml:trace contextRef="#ctx0" brushRef="#br0" timeOffset="1723">1470 338 7817,'4'3'767,"-2"-3"0,-1 3-309,1-3 0,-1 0 277,3 0 0,4 0-537,1 0 0,2 0-450,2 0 1,2 0-2170,1 0 2421,1 0 0,12 3 0,3 1 0</inkml:trace>
  <inkml:trace contextRef="#ctx0" brushRef="#br0" timeOffset="1997">1434 538 7817,'-4'3'1749,"2"3"1,2-5-1299,0 3 1,5-3-390,1 1 1,6-1-273,2-1 1,3 0-73,2 0 1,-1-1-346,3-1 1,0 1-602,3-3 1228,0 0 0,14-5 0,3 0 0</inkml:trace>
  <inkml:trace contextRef="#ctx0" brushRef="#br0" timeOffset="2274">1724 404 7817,'-8'6'378,"0"-2"0,0 5 527,2 0 0,2-2 59,0 3 1,3 0-672,-1 2 1,1-2-492,1-2 0,2-1 94,0-1 1,2-3-485,0-1 438,2-2 0,0 0-80,0-2 0,0-3 236,-2-4 1,1-1 84,-1-1 0,0 0 132,0-1 0,-3 1 35,3-2 1,-2 1 72,3 0 0,-2 0-106,0-1 0,3 2 10,-2-1 0,1 1-84,-1 1 0,1 2 37,0 1 1,-1 3-59,3 2 1,-1 1-28,0 1 1,-1 6-93,0 1 0,-1 5-176,1 2 1,-2 2-272,1 2 1,-1 0-122,0 0 1,-1 1-586,2-2 1,0 0 408,-1-1 733,3-3 0,3-4 0,4-3 0</inkml:trace>
  <inkml:trace contextRef="#ctx0" brushRef="#br0" timeOffset="2559">1936 387 7817,'0'3'1348,"-3"-1"1,3-1 274,-2 1-1094,1-1 0,2 2-460,1-3 1,2 0-433,4 0 0,-1-2-51,0 0 0,3-3-404,-3 1 1,2 1 405,-4-1 0,1-1-259,1 0 1,-2-1 339,-1-1 1,1 2 11,-3-2 328,-1 1 1,-3 0 90,-2 0 0,-2 2 367,1 3 0,-4 1 1,-1 0 1,0 1 440,0 4 0,2 3-267,1 2 1,0 2 170,1 2 1,1 0-612,0 2 0,2 0-290,3 3 0,1-3-358,1 0 1,3-3 229,2 1 0,3-5-277,2-3 0,1 0 493,0-4 0,14-17 0,5-4 0</inkml:trace>
  <inkml:trace contextRef="#ctx0" brushRef="#br0" timeOffset="2846">2153 447 7817,'-5'4'1046,"-2"1"1,1-3-152,1 3 1,0-2 1035,1-3-1000,3 0-526,-1 0 1,2-3-222,0-2 0,0 0-155,0-4 0,0 1 92,0-2 0,0-2-47,0 2 1,0-4-218,0 1 0,2-1-229,2 2 1,2 0-529,-1 2 0,4-1 48,-2 0 1,4 3-506,-1-1 0,2 4 1357,0 1 0,13 9 0,4 5 0</inkml:trace>
  <inkml:trace contextRef="#ctx0" brushRef="#br0" timeOffset="3136">2371 344 7806,'-9'0'859,"-1"0"223,3 0 1,0 0 45,-1 0 1,-1 0-518,1 0 0,-1-2-196,1 0 1,0 1-227,-1 3 0,1-1-146,0 3 0,2 1 93,2 0 0,0 4-171,2-2 0,-1 3 18,3-3 1,1 0-171,1 1 0,2-2-468,4-2 1,-1 1 211,4-3 1,-4 0 27,4-2 1,-2-3 112,2 0 1,-1-3 75,-2-1 1,0 2 85,-2-1 1,2 0 158,1 3-13,-2-3 1,0 5 183,-2-1 0,1 2 368,-2 2 0,1 5-220,-4 2 0,1 5-45,-2 2 1,0 5-218,0 4 1,0-1-237,0 2 0,0 0 175,0-1 1,0 0-97,0-1 1,-2-2 39,1-4 1,-3-3-90,2-1 1,-3-3 213,0-4 1,1 1-45,-3-3 1,1-1 104,0-2 0,0-2-174,0 0 0,-1 0-93,-1-2 1,2-4-240,-3-5 0,4-3-609,0-2 1,0-2 371,3-2 1,1 0 597,1-3 0,18-36 0,6-6 0</inkml:trace>
  <inkml:trace contextRef="#ctx0" brushRef="#br0" timeOffset="3423">2564 332 8696,'-2'5'1664,"0"-2"0,1-1-580,1 2 0,3 0-620,0 0 1,3 1-196,0-1 0,0 1-1284,0-1 1,2 1-63,0 0 1,2-1-571,-2 0 0,2 1 1647,-1-3 0,11-13 0,4-6 0</inkml:trace>
  <inkml:trace contextRef="#ctx0" brushRef="#br0" timeOffset="3711">2734 296 7801,'-6'6'574,"0"0"0,0 0 809,0 1 0,1-1-583,0 2 1,0 1 138,-1 3 0,-1 3-194,0 1 1,-3 4-298,3 3 1,-5 3-184,0 3 1,2-2-976,-2 1 0,4-2-366,0 0 0,4-2 1076,2-5 0,7-15 0,1-9 0</inkml:trace>
  <inkml:trace contextRef="#ctx0" brushRef="#br0" timeOffset="4590">3103 199 7860,'0'4'1366,"0"-1"-879,0-1 0,0-1 373,0 3 1,3-2-615,0 3 0,6-3-34,1 1 1,2 1-231,0 0 1,2 2-245,-1-3 1,4 1-308,-3 0 0,0-2 359,-2 1 0,-3 2-121,0 1 0,-4 0 380,0 3 0,-3 0 169,-4 3 0,-2 0 215,-1 0 1,-5 2-231,1 0 0,-3 2 26,0-2 1,0-2-167,0 2 0,0-2-131,2-1 1,0-1-267,1-1 1,2-3 333,0-1 0,12-19 0,2-6 0</inkml:trace>
  <inkml:trace contextRef="#ctx0" brushRef="#br0" timeOffset="5007">3623 163 7845,'-8'0'546,"0"0"0,2-2 775,2 0 0,0 0-493,-3 2 1,2 3 157,-1 3 1,-1 1-449,2 6 1,-2 0 5,2 6 0,-1 2-206,2 0 1,-1 3-115,4 0 0,-1 0-184,2 0 1,2-1-289,5-2 0,0-4-314,2-5 1,3-3 179,2 0 1,2-5-474,-2-2 1,-1-5 295,3-3 1,0-3-63,3-6 0,-4-1 351,-1-4 0,1 1 45,-1-4 1,-2 2 119,-2-4 1,-2 2-64,0 2 0,-4-1 72,-2 0 1,-2-1-31,-2 0 0,-2 3 199,-4 2 0,0 2-75,-2 4 1,0 3 115,-2 1 1,0 4-177,-1 2 0,2 4-108,1 2 0,-1 2 170,3 2 0,-3 6 0,2 5 0</inkml:trace>
  <inkml:trace contextRef="#ctx0" brushRef="#br0" timeOffset="6058">4355 260 7906,'0'-6'0,"-3"0"865,-1-1 0,0 4-207,1-1 0,-1-1-98,-3-1 1,2 1-158,-2-2 0,-2 4 16,0 1 1,-3 2-161,0 2 1,-2 2-52,0 4 1,-2 4 168,2 2 0,0 4-57,2 1 1,2 0-64,2 0 1,2-2-210,2-1 1,1 1-229,3-3 1,3-3 55,1-3 0,4-2-173,2-2 0,1-1-97,2-3 1,0-5-506,1-1 1,-2-5-137,2 0 0,1-2 516,0-4 0,-1 4 321,-3-1 1,-1-1 126,1 1 1,-4 2 200,1 2 1,-2 3 385,-2-2 136,-1 5 0,-3 5-299,0 5 1,-1 3 213,-1 6 0,1 0-172,-1 4 1,1-2-488,1 1 1,0-2-690,0 0 1,1-1 630,1-1 150,5-2 0,7-8 0,5-1 0</inkml:trace>
  <inkml:trace contextRef="#ctx0" brushRef="#br0" timeOffset="6383">4488 332 7842,'-9'3'408,"3"0"1,-1 1 1615,2 0-1196,2 1 0,-1 0 41,-1 2-403,4-4-370,-2 0-312,6-3 0,1-3 43,2-1 1,-1-4-190,2 0 0,-2-2 234,2-1 0,1 0-80,0-1 1,0 0 383,-2 0 1,2 1-11,0 0 1,0 3 144,-2 1 1,0 2-89,1-2 1,-2 4 55,1 1-180,1 1 1,-2 7 37,-1 2 1,1 5-217,-3 1 1,-1 3-341,-1-1 0,2 1-989,0 1 0,3 0 243,0-2 1165,-3 2 0,9-9 0,-1 2 0</inkml:trace>
  <inkml:trace contextRef="#ctx0" brushRef="#br0" timeOffset="6716">4784 218 7830,'-6'0'1419,"0"2"0,-2 0-708,-1 1 0,4 1 249,1 3 0,-1-1-370,0 3 1,-1 0-233,2 3 1,-1 0-159,4 0 0,-1 2-247,2 0 1,3 0-352,0-4 1,3-2 224,0-1 1,2-4-263,2-1 0,0-2 171,0-2 1,0-2-174,2-4 0,0-2 92,0-2 0,1-1 116,-1-1 1,-1-3 33,2 1 1,-1-3-31,0-1 0,-2 0-53,0-2 0,-2 0-7,2-2 1,-3-3-205,2-1 1,-4 4 207,-2 1 1,-1 5 84,0 4 0,-2 6 883,-2 5 0,-1 4 26,-1 3 0,-1 3 403,0 5 0,0 5-556,2 0 1,-2 6 162,3-1 1,-1 1-161,1 2 1,1-1 49,0 3 0,0-2-509,1 3 1,0-2-411,0 0 1,0 0-2945,0 0 3250,2-3 0,8 2 0,2-3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14.619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180 392 7916,'0'-7'264,"0"4"162,0-3 0,0 2-55,0-2 0,-2 2 98,0-1 0,-2 1-178,1-2 0,-2 1-50,1 1 0,-2 0-159,0-3 0,-2 4 150,-1 1 0,-2 1-231,0 1 0,-1 1 115,-1 1 0,-1 2 110,1 5 1,-1 1-59,3 3 1,2 0-9,0 2 0,4-1-77,1 3 0,2-2-112,0 2 0,2-4-341,0-1 1,2-3 148,3-1 0,3-1-35,3-3 0,1-1-57,1-3 0,0-4-233,2-2 1,0-3 118,2-4 0,-3-2-125,1 0 0,-2-2 213,0 2 1,-2-2 236,0 2 1,-4 0 238,-1 2 0,0 2 84,-4 1 0,0 4 808,-2 0-794,0 3 0,0 4 136,0 6 0,0 0 2,0 3 0,0 1 22,0 2 1,0 0-704,0 0 0,2-1 246,0 1 1,3 0-1031,0 0 0,-2-2 1092,2-1 0,10-5 0,6 1 0</inkml:trace>
  <inkml:trace contextRef="#ctx0" brushRef="#br0" timeOffset="353">385 0 7898,'-3'4'656,"-1"-1"65,2 0 0,1 1 554,-1 4 0,1 2-606,-1 3 0,1 4 63,-1 2 0,1 5-279,1 4 1,-1 3-53,-1 1 0,2 1-595,-3 3 1,3 0-14,0 0 0,0-3-103,0-3 1,0-3-264,0 1 0,0-3-807,0-4 0,0-1-711,0-7 2091,0-1 0,3-20 0,0-4 0</inkml:trace>
  <inkml:trace contextRef="#ctx0" brushRef="#br0" timeOffset="657">315 276 7898,'-4'0'2188,"1"0"1,4 0-1748,1 0 0,2 2-450,2 0 1,4 1-282,0-3 1,5 0 289,2 0 0,30 0 0,8 0 0</inkml:trace>
  <inkml:trace contextRef="#ctx0" brushRef="#br0" timeOffset="966">745 379 7898,'-10'3'1035,"3"3"0,-1-5 448,3 4-230,0-1-956,4 2 0,1 0-276,4-2 1,3 0 153,1-2 0,0-1-110,3 1 0,-1-3-116,3-2 1,0-2-321,0 1 0,0-4-377,2 0 1,-2-3 219,0 2 1,-1-1 217,-3 1 1,-1-2 115,-1 0 1,-3 1 248,0-1 0,-2 4-77,0-2 1,-2 0 202,-2 0 0,-4 1-96,-3 1 0,-1 2 82,1 0 0,-4 2 168,0 3 1,-2 4 59,0 2 0,1 4 214,-3 3 1,2 2-113,0 2 0,2 2 217,0 0 1,3 2-360,1 1 1,3 1-307,2-1 0,1-2-556,3-2 1,3-3-108,4-2 1,4-1-403,4-1 0,4-5 1016,0-4 0,37-29 0,13-9 0</inkml:trace>
  <inkml:trace contextRef="#ctx0" brushRef="#br0" timeOffset="1333">1091 302 7872,'-6'-3'0,"-3"2"439,0-4 1,-1 4 668,1-1 1,-1 1-270,1 1 0,-2 1-234,0 1 0,-1 4 38,2 5 1,-2 2-247,1 2 0,2-1-36,0 3 1,2 0-188,1 2 0,2 0-161,2-2 1,2-4-51,2-5 1,2-1-288,5-3 1,0 1-337,2-3 1,1-2 8,-1-5 1,1-1-359,1-3 0,-1 1 511,1-2 1,-1 0-43,-1-1 1,0 0 215,-2 2 1,0-2 134,-3 0 1,0 2 60,1 0 1,-4 2 102,-1 1 1,1 1 1054,-1 1-62,1 3-196,-9 6 0,2 3-274,-5 7 0,2 2 150,1 0 1,-1 2-343,1 2 1,-1 0-144,1 3 0,2-1-11,-1 3 0,1 0-113,-2 2 1,0-2-849,2-1 1,-1 0-160,3-4 1,-1 1-1788,3-3 2755,0-2 0,6-8 0,1-3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17.97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7 468 7846,'-4'0'2681,"1"0"-3986,3-2 1305,0 1 0,12-19 0,2-1 0</inkml:trace>
  <inkml:trace contextRef="#ctx0" brushRef="#br0" timeOffset="1686">334 128 7846,'0'-6'-378,"0"2"0,0 0 1516,0-1-255,0 2 122,0-3-688,0 5 0,0-1 57,0 4 0,-2 5-55,-1 3 0,-1 5 128,2 2 1,-1 4-98,1 0 0,-1 4-320,-1-2 0,0 1-226,2 0 0,1 1 82,-1-2 0,-1 2-228,1 1 0,0-3 227,2-2 115,0-1 0,6-1 0,1 1 0</inkml:trace>
  <inkml:trace contextRef="#ctx0" brushRef="#br0" timeOffset="2075">481 282 7846,'-6'4'235,"-1"2"0,2-3 888,0 4 1,0-1-382,0 1 1,0 2-149,-2 1 1,2 3-198,0 2 0,0-1-19,3 1 1,0-1-231,2 1 1,0-2-245,0 0 1,3-1-15,1-4 0,3 1-238,1-3 1,2-2-353,3-2 0,-2-1 205,-1-1 1,1-1-50,2-1 0,1-2 139,-1-5 0,1 1 131,-3-3 1,-1 3 71,1-3 1,-4 1 33,2-3 0,-3-2 2,-1 0 1,0 0 73,-3 2 0,0-2-47,-2 0 1,0 0 135,0 2 1,-4 1 147,-2 1 0,-1 1 55,-4 3 0,1 0 29,-1 5 0,-1 0-126,2 2 0,0 2-58,-1 0 0,3 3-101,0-1 0,3 2-119,0 1 0,4-1 175,-1 0 0,21 12 0,6 3 0</inkml:trace>
  <inkml:trace contextRef="#ctx0" brushRef="#br0" timeOffset="2535">693 295 7846,'-4'3'756,"-1"-1"171,0 2 0,3 0-122,-1 3 1,1-1-183,-1 0 1,1 4 34,-1 0 0,3 2-266,-2 1 1,1 0-59,1 0 1,0 0-280,0 0 0,3-3-225,1-2 1,2-1 48,0 0 0,0-3-163,1 0 1,0-2-435,2 0 0,-2-4 218,1 0 1,2-4-6,-2 0 0,1-1 56,-3-4 1,0 3-93,1-3 1,-1 0 189,1-2 1,-2 1 118,0 2 1,-2 0 162,-1 4 1,-1 0 320,1-1 516,-1 4 0,-1 0-82,0 6 1,0 0 283,0 4 0,0 0-456,0 1 0,0 2 68,0 0 1,0 2-179,0-1 1,0-1-12,0 1 0,1-3-249,1 0 1,-1-1-121,3 0 1,1-4-11,1-1 1,1-1-144,-1-1 1,1-1-247,2-1 1,-2-1 64,1-4 1,0-2-119,1-2 0,-1-1 164,2-1 0,-2 0-69,1 1 0,-2-2-185,-1-1 1,1 1-289,-1-3 1,0 2 146,-2-2 0,2 2-953,-2 0 1612,-1 2 0,3 6 0,-3 1 0</inkml:trace>
  <inkml:trace contextRef="#ctx0" brushRef="#br0" timeOffset="2884">1059 347 7827,'-4'2'1930,"0"-1"-287,2 1-40,2-1-1227,-3-1 1,3 0-106,3 0 1,-2 0-153,3 0 0,1-1-136,1-1 1,2 1-101,1-4 1,0 1-10,0-2 0,-2 1-330,2 1 1,-2 0 154,-1-2 1,0-1-13,1 1 0,-3-1-61,0 1 1,-2-1-98,0 1 0,-2 0 95,-2 2 1,-2-1 103,-2 3 1,-3 0 480,-2 2 0,-3 0-172,-1 3 1,0 1 581,2 4 1,0 0-143,0 3 1,1 0 155,1 2 0,0-1-362,3 1 1,1-2-19,3 0 0,2-1-341,0 3 1,4-3-465,3-1 0,1-2-56,3-1 0,3 0-1674,3-2 2282,3-1 0,9-12 0,7-1 0</inkml:trace>
  <inkml:trace contextRef="#ctx0" brushRef="#br0" timeOffset="3218">1315 244 7800,'0'-9'27,"-2"-1"65,0 0 0,-3 0 306,1 4 0,-2 0 222,-1 2 1,-2 1-178,-2 3 1,0 1 33,0 1 0,-1 2-132,2 2 1,0 1-140,2 2 1,1-1 121,3 2 1,0-1-32,2 2 0,2-2 33,-2 2 1,2 1-178,2-4 0,1 1-100,4 0 1,1-2-56,1 2 1,3-2-215,1-1 0,-1-2-317,3 1 0,-1-2 291,-1 2 1,0 0-17,-1-3 1,-1 3-45,0-1 1,-4 0-331,-1 0 431,-2 0 0,-5 2 213,-4 1 0,0-3-81,-8 0 0,1 0 171,-5 0 1,2 1-127,-3-3 0,3 3-31,-2-3 0,3 0-699,-1-2 1,2 0 14,0 0 1,4-3 738,2-1 0,18-25 0,7-6 0</inkml:trace>
  <inkml:trace contextRef="#ctx0" brushRef="#br0" timeOffset="3539">1527 0 7800,'0'4'317,"0"-1"155,0-1 1,0 2-56,0 2 1,2 4 169,0 0 1,0 8-54,-2 1 1,-1 4-156,-1 1 1,-1 1 216,-4 0 0,2 2-316,0-1 1,0 1-254,0-3 1,2 0-262,-1-1 0,2 2-529,0-4 1,1-2-12,1-4 0,0-2 774,0 0 0,0-9 0,0-2 0</inkml:trace>
  <inkml:trace contextRef="#ctx0" brushRef="#br0" timeOffset="3859">1437 270 7800,'4'0'1297,"0"0"1,1 0-955,4 0 0,1-1-135,3-1 1,5 1-905,1-1 1,2 1 695,1 1 0,20-3 0,9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23.29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19 173 7886,'-2'7'73,"0"-1"179,-2 0 0,2 1 436,0 2 0,-1 1-264,1 3 0,0 0-149,2 2 1,0-1-127,0 1 0,0 1-18,0-1 1,0-3-128,0-1 0,1-3 114,1 0-426,-1 0 302,4-5 0,-4-1-133,1-4 0,1-2 96,-1-5 0,1-1-7,-1-3 1,-1-1-620,1-1 1,1-3 265,-1 1 0,0-2 111,-2 0 1,2 2 156,0 0 0,1-2 30,-3 0 1,0-2 154,2 4 1,-1-1 295,1 1 1,2-1-78,0 3 0,2 1 165,0 3 1,3 2-148,-1 3 0,4 1-239,-2 1 1,5 3-301,0-1 1,0 2 101,-3 2 0,3-1-141,0 3 0,0 1 291,-5 1 0,5 9 0,-1 2 0</inkml:trace>
  <inkml:trace contextRef="#ctx0" brushRef="#br0" timeOffset="342">39 192 7886,'3'0'762,"0"0"1,0 0-571,1 0 0,3 0-73,1 0 0,2 0-188,3 0 1,3 0-399,1 0 0,1 0 19,1 0 0,1 0 448,-1 0 0,9 9 0,2 2 0</inkml:trace>
  <inkml:trace contextRef="#ctx0" brushRef="#br0" timeOffset="670">13 378 7886,'-3'4'600,"2"-1"1,-1-1-154,4 0 0,3 0-300,3-2 0,3 0-182,4 0 1,1 0-489,4 0 0,2-1-54,1-1 0,2-1 577,1-4 0,16-8 0,6-2 0</inkml:trace>
  <inkml:trace contextRef="#ctx0" brushRef="#br0" timeOffset="1000">404 244 7877,'-3'6'625,"0"-2"1,-3 1-170,2 0 0,-1 1-159,3 3 0,-1-2-161,1 4 0,1-3-117,-1 1 1,1-2 46,1-1 1,0 0-249,0 1 173,0-4 1,1 0-158,1-3-159,-1 0 0,4-3 77,-3-1 0,2-2-63,-2-3 0,3-1 141,0-3 0,0 1 103,2-1 1,-3-2 21,0 0 0,3-2 162,1 2 0,1 0-38,-3 2 1,1 0 198,-1 0 0,3 3-22,-1-1 1,3 5 79,-3 0 0,1 4 134,-3 0 0,0 4-64,-2 2 0,0 4 75,-2 3 1,-1 4-196,1 2 0,-1 2-244,-1 0 1,-3 0-121,1-2 0,0 1-369,2-1 0,0 1-970,0-1 0,0-1 239,0-3 1178,3-3 0,20-18 0,9-7 0</inkml:trace>
  <inkml:trace contextRef="#ctx0" brushRef="#br0" timeOffset="1334">642 250 7853,'-4'0'4083,"1"0"-3381,3 0-503,3 0 1,1 0-123,2 0 1,0 0-155,1 0 0,0-2-14,1 0 0,0-3-207,0 1 0,-1 0 180,0 0 0,-1-1-107,1-1 1,-4 0-221,-1-1 0,0 1 126,0 2 0,-1-1 35,1 0 1,-4 2 265,-3-2 1,-1 4 224,-3-1 0,1 4 66,-2 2 1,1 3 292,-2 1 1,2 0-119,-2 3 0,1 2 291,1 2 1,4 0-309,-1 0 1,4-1-378,0 1 1,1 0-401,1 0 1,6-3-195,2-3 1,4-2-640,0 0 0,4-4 1179,1-1 0,33-27 0,8-7 0</inkml:trace>
  <inkml:trace contextRef="#ctx0" brushRef="#br0" timeOffset="1671">872 289 7846,'-2'3'0,"1"3"707,-1-2 0,-1 0-69,1 0 1,0 0 24,2 3 0,-3-3-319,1 0 1,0-2-134,2 3 1,0-3 113,0 2-273,0-3 63,0 2-310,0-3 1,0-3-241,0-1 0,0-2 83,0 0 0,0-1-81,0-2 0,0 0 57,0-2 1,2-1-86,0 2 1,3-5 164,0 0 1,-1 0 58,2 3 0,-1-1-40,4 0 1,0 2-62,0 1 338,2 2 0,11 4 0,5 5 0</inkml:trace>
  <inkml:trace contextRef="#ctx0" brushRef="#br0" timeOffset="2018">1142 192 7799,'-7'-4'365,"1"0"1,2 2 167,-1 0 0,1 1-136,-2-1 0,-3 1-29,1-1 1,-4 2-136,2 2 0,-3 2 93,1 2 0,-1 1 108,0 2 0,2-2-64,1 4 0,4 0 154,-1 2 1,3-3-271,0 1 1,1-3-58,3 0 0,3 0-151,1-2 1,3 0-264,1-2 0,2-1-558,3-3 1,0-3 279,0-1 1,2-2-78,0 0 0,-3-1 73,-1 1 1,-1-1-254,1 1 1,-2 0 454,-3-1 0,-1 1 309,-1 2 0,-3 1-111,2 0 209,-3 3 1,-3-2 487,-1 4 1,-1 3-165,1 4 1,-1 0 87,3 0 1,0 1-219,2 3 0,0 0 44,0 2 1,0-1-51,2 3 0,0-2-68,2 0 0,-2-1-90,3 1 1,-4-2-182,1 2 1,-1-1-164,-1-1 0,-1-3 89,-1 1 0,-1-3-31,-1 1 1,-4-4 53,2-1 0,-3-3-53,1 1 1,0-1 32,-3-1 0,2 0-84,-1 0 0,1-1-163,-1-1 1,2-1-946,-1-1 1304,5-4 0,7-17 0,4-9 0</inkml:trace>
  <inkml:trace contextRef="#ctx0" brushRef="#br0" timeOffset="2361">1270 173 7816,'3'7'0,"-2"-3"791,1 0 1,1-2-131,-1 3 0,3-1-23,-1 2 1,2 1-190,0-1 0,1 0-18,2 1 0,-1-1-235,2 1 1,-1-1-138,2 1 1,-1-3-174,3 0 1,-2 0-433,0 0 1,-1-1-965,3-3 0,0 0 1510,0 0 0,0-9 0,-1-1 0</inkml:trace>
  <inkml:trace contextRef="#ctx0" brushRef="#br0" timeOffset="2689">1482 205 7804,'-4'7'319,"-1"-1"39,0 0 0,0 4 155,-2 0 0,0 5 489,-2 2 0,-1 3 92,-2 1 0,-1 4-527,0 3 1,-2 2-39,0-2 0,-1 1-569,3-4 1,-1 0-654,6-6 1,0-1-156,4 0 1,-1-1 847,3-2 0,5-3 0,4-2 0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35.17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34 6 7936,'-6'-2'1740,"0"-1"-1177,1 3 1,0 0-292,2 3 1,-2-1-51,4 4 1,-1-1-70,2 0 0,0 1-159,0 2 1,0-1-95,0 2 0,0 0 152,0 2 1,0-2-31,2 0 0,-1-1-99,3 1 1,0-2-61,4 0 0,-2-1 141,1-3 0,1 2 44,-1-4 0,3 1 37,-1-2 1,-1 0 145,2 0 1,-1 0 29,2 0 1,0 0-48,0 0 1,0 0 100,0 0 0,-2 0-26,0 0 0,1 0-89,1 0 1,-3 0 26,-1 0 1,-1 3 120,0 0 0,-1 2-122,1 0 0,-2 1-5,0-1 0,-1 3-279,-1-1 0,0 1 91,1-3 1,-1 0-876,1-2 0,2 2-107,0-4 0,1 1-510,1-2 0,0 0 572,2-2 887,-2-1 0,3-10 0,-1-1 0</inkml:trace>
  <inkml:trace contextRef="#ctx0" brushRef="#br0" timeOffset="461">320 105 7955,'-4'0'1091,"-1"0"-491,5 0-182,-3 0 1,3 0-365,3 0 1,0 0 40,3 2 1,-1-1-217,0 1 0,1 1 64,-1 1 1,3-1 47,-1 0 1,0 1 77,-2 2 1,0 0-118,-2 1 1,0 0 154,1 2 0,-2-2 1,-2 2 1,0 2 267,0 2 0,0 0-89,-2-2 0,-2 0-363,-1 0 1,-1-2-340,1 0 1,-1-2-556,1 0 0,0-1 970,-1 0 0,-4-15 0,-1-4 0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43.990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99 83 7917,'0'-6'112,"0"3"0,0-1 474,0 0 1,0 1 307,0-1 316,0 1-774,0-3 0,0 1 370,0-1-513,0 3-48,-2-2 1,-2 2-179,-1 0 1,0 0 159,-1 3 1,0 1 77,-1 1 1,0 3-38,-2 4 0,1 2 99,0 0 0,1 2-193,-1 2 0,2 0-17,1 3 0,2-4-453,1 1 0,1-3 257,1 1 1,3-2-936,3 0 0,0-4 195,3-1 0,2-5-187,2 1 0,2-2 438,-3-2 0,2-2 130,-1-3 0,-2-1 184,2-3 0,-2-2 198,-2 0 1,-1 0-45,-3 2 1,0 0-14,-1-2 0,-2 1 156,-2-1 0,0 3 31,0 0 1,-2 0 75,-2 3 0,-2-2-48,-1 2 0,-1 1-87,3 3 0,-1 1-319,1 0 0,0 2-87,-1 0-235,0 0 1,1 2 0,2 2 585,0-1 0,10 6 0,3 1 0</inkml:trace>
  <inkml:trace contextRef="#ctx0" brushRef="#br0" timeOffset="399">270 0 7917,'-4'0'912,"-1"3"0,3-2-47,-2 3 1,2-3-355,0 1 0,1 1-24,-1 0 1,1 2-102,1 0 1,0 3-132,0 0 1,0 2-86,0 1 1,2 0 0,0 4 0,2-2-15,0 1 1,1-2-111,-2 1 0,2-1 21,-1-1 1,0 0 20,-1-2 1,2 0-238,-4-1 0,4-3-176,-4-1 73,4 0 1,-4-2 73,2 0 1,-1-2-14,-1-2 0,2-3 82,-1-1 0,1-5-107,-1 3 1,2-5-201,0-2 1,1 1 104,-2-1 1,2 1-57,-1-3 1,-2 3-105,3-1 0,-2 2-87,2 1 1,1 0 19,-1 1 1,1 3-588,-1 1 1125,0 3 0,1 14 0,0 4 0</inkml:trace>
  <inkml:trace contextRef="#ctx0" brushRef="#br0" timeOffset="732">468 110 12673,'5'-2'108,"0"-2"-230,1-1 0,-1 1-683,1-2 1,1 2 372,0-3 1,0 1 36,-3 0 0,0 1 260,-2 0 1,0-1 30,0 1 1,-1-1 15,1 0 1,-4 1 298,-2 2 1,-1-1-103,-1 2 1,-1 0 86,0 2 1,-2 3 487,2 3 1,-3 0 12,3 2 1,0 2 263,1 1 1,0 2-539,1 2 1,0-1-167,2 0 1,0 1 96,3 2 1,0-3 137,0-1 1,4-2-1002,1 0 0,2-3-1065,2-2 0,4-1 295,-3-4 1,3 1 1278,-2-2 0,16-25 0,6-5 0</inkml:trace>
  <inkml:trace contextRef="#ctx0" brushRef="#br0" timeOffset="989">627 154 7900,'-4'5'424,"-1"1"1,4-2 1673,-2-1-1484,1 1 1,0 0 829,2-1-1300,0-1-107,0 0 54,0-2 26,0-2 0,1-1-70,0-3 0,0 0 92,1-1 0,0-2-176,0-2 1,1 0 6,-2 1 1,2-2 94,0 1 1,3 2-139,-3-1 0,2 3-73,0-3 1,-1 2-300,2 0 1,-1 4-141,2-1 0,-1 3-485,2 0 0,-2 1 1070,4 1 0,8 12 0,6 4 0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45.905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83 5 7896,'-1'-2'740,"0"0"1113,0 1-1023,-4 1 1,5 3-332,-2 3 0,1 0-102,1 3 1,0 2-217,0 2 1,0 2-97,0 2 1,0 0-117,0 3 0,2 0-297,-1 0 1,2 1-137,-1 0 1,-1-3-583,0 0 1,0-1-1308,-1-3 2353,3 0 0,-5-8 0,1-1 0</inkml:trace>
  <inkml:trace contextRef="#ctx0" brushRef="#br0" timeOffset="202">1 164 11519,'5'0'702,"1"0"-531,2 0 0,2 1-365,3 1 1,3 0-580,0 1 1,2-1 509,1 1 263,-1-1 0,13 3 0,1-2 0</inkml:trace>
  <inkml:trace contextRef="#ctx0" brushRef="#br0" timeOffset="407">254 187 7879,'-6'8'604,"2"2"170,1-3 0,1 3-283,0-1 0,2 1-26,0-1 1,0 1-462,0-3 1,0 3-364,2-4 1,1 2 358,1-3 0,8-13 0,0-5 0</inkml:trace>
  <inkml:trace contextRef="#ctx0" brushRef="#br0" timeOffset="613">226 27 7879,'-3'1'146,"1"1"-740,1-1 594,1 3 0,13 14 0,2 6 0</inkml:trace>
  <inkml:trace contextRef="#ctx0" brushRef="#br0" timeOffset="875">325 236 7879,'-4'0'1219,"1"0"1,1 0-774,-2 0 1,3-1-8,-1 0 0,1-3-581,1-3 0,1 0 24,1-2 1,1 0-86,0-2 1,2 0 185,-1-1 0,1 4-104,0-2 0,1 4 200,-1 1 0,-2-1-20,1 3 1,0 0 80,1 2 129,1 0 0,-1 3 190,0 2 1,0 3-161,-2 3 0,-2-2-81,2 1 0,-2 0-78,2 3 1,-1-1-94,-1-1 0,0 1-122,1 0 1,0-2-389,0-2 0,1-1 145,-2 0 0,1-3-280,2-1 1,-1-2 306,0-2 1,3-1-43,-3-3 0,0-2-36,1-1 1,-1-1 332,2-1 1,1 1 522,-3 0 1,2 1-353,-1 1 0,1 0 350,0 3-227,1 0 1,-1 2 164,1 1 1,-1 2-143,1 2 0,-1 1-198,0 5 0,0 0-246,-2 4 0,0-1-120,3-1 1,0 3-467,-1 0 1,1-1 37,-1 0 0,-1 0 711,2 0 0,0-3 0,5 1 0</inkml:trace>
  <inkml:trace contextRef="#ctx0" brushRef="#br0" timeOffset="1201">654 193 11055,'4'0'384,"0"0"0,-2 0-929,1 0 90,1 0 0,2 0 127,-1 0 1,1-1-85,-1-1 0,0 0 207,-2-1 0,2 0-83,-4-3 222,4 0 0,-4 0 164,0 1 1,-2 0 40,-1-1 0,-2 2 354,-2 0 1,0 1 560,-1 3 1,-1 0-461,0 0 1,0 3 556,0 3 1,1 0-348,1 3 1,1 1-29,-1 3 1,4 1-415,0 2 0,1-1-179,1-1 0,1 1-204,3-1 0,0 2-351,5-3 0,0-3-1188,2-3 1,1-1 777,-1-3 0,2 0 782,-1-3 0,13-20 0,1-4 0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08:02:48.222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17 185 7847,'-3'2'912,"-1"1"1,1 1-375,0-1 1,0 1 164,3 1 1,0 1-313,3-3 0,-1 2-209,4-2 0,1 0-144,1-1 0,1-1-191,1-1 0,0-1 46,1-1 1,-1-1-124,1-3 1,-1 1 158,-1-1 0,-2 0-68,0-2 0,-3 0 6,0 0 0,-3 2 64,1 0 0,-1-3 190,-1 2 0,-3-1-153,0 3 1,-3-1 25,-1 1 0,0 0-6,-2 2 0,1 0-22,-1 3 0,0 0 431,-2 0 1,1 5-181,0 2 0,1 3 239,1 1 1,1 2-11,2 2 1,0 1 167,2 0 0,0 1-459,3 0 1,3-3-399,0 1 0,4-3-329,2 1 1,4-4-717,2-2 0,1-1-1815,0-3 3103,0 0 0,15-18 0,4-3 0</inkml:trace>
  <inkml:trace contextRef="#ctx0" brushRef="#br0" timeOffset="301">231 240 7847,'-5'5'807,"2"0"1,-2-1-364,4 0 1,-3-1 16,3 3 0,-2-1-76,1 1 1,2-1 156,-2 1 0,1-2-839,1-1 283,0-2-161,0 2 149,0-8 1,0 1-6,0-5 0,2-1 124,-1-1 1,2 0-75,-1-2 0,-1 1 11,3-1 1,-1 2 175,1 0 0,1 0-80,-2 0 0,1 2 15,2 2 0,0 1-382,0 0 1,0 3-8,2 0 0,2 1-52,-1 0 1,0 4 131,0 2 1,-3 4-49,2 3 1,-3 0-91,-1 4 1,0-1-144,-2 3 0,2-2-680,0-1 1129,-2-2 0,5 6 0,0 0 0</inkml:trace>
  <inkml:trace contextRef="#ctx0" brushRef="#br0" timeOffset="527">495 152 7847,'-5'-4'804,"-1"0"220,1 3 0,-1-3 192,1 2-423,-1 0-1260,1 2 0,-1 1-353,3 1-373,0 0 945,3 4 248,0 0 0,11 1 0,1 2 0</inkml:trace>
  <inkml:trace contextRef="#ctx0" brushRef="#br0" timeOffset="1020">462 163 7847,'-5'2'488,"1"-2"0,1 4 1891,0-3-1785,1 0 0,2 2-71,0-1 1,3-2-329,0 2 0,3-1-271,1-1 1,0 0-699,3 0 0,-4-1 465,4-1 0,-2 0-89,2-2 1,-1-1 97,-1 2 0,0-2-126,0 0 1,0-1 164,-3 0 1,0 1 273,-1-1 1,-2 1-5,-2 0 1,0-1 295,0 1 0,-1 1-56,0 0 0,-3 2-104,-1-1 1,-3 1-131,1 1 1,-2 0 72,2 1 1,-3 2 3,0 3 1,0-1 170,0 2 0,1 0 275,-1 1 0,3 1 34,0 3 1,1 3 355,0 1 0,2-2-262,0 2 0,2 0-341,4 2 0,0-2-665,4 0 1,0-2-319,5-2 0,0-2-677,0-1 1,3-5 583,0-1 0,0-1 751,0-1 0,9-15 0,2-4 0</inkml:trace>
  <inkml:trace contextRef="#ctx0" brushRef="#br0" timeOffset="1326">654 174 7843,'-3'5'448,"-1"1"0,3 0 665,-1 1 0,1 0-582,1 2 0,0-2-47,0 2 0,0-2-402,0 0 0,2 0-309,0 1 0,2-2-423,-2 0 1,1-1 324,-1-1 0,2-2-69,-2 1 458,2-1 1,-4 0 143,3-4 1,-3-1-58,0-2 1,0 1 268,0-4 0,0 0-90,0-1 1,0-1 157,2-1 1,-1-2-379,1 0 1,0 0 26,0 2 1,2-2-573,0 0 1,-1 1 117,1 3 0,1-1-180,2 0 0,3 2-165,-1 2 1,2-1-606,0 2 0,1 1 1267,1 2 0,5 12 0,5 2 0</inkml:trace>
  <inkml:trace contextRef="#ctx0" brushRef="#br0" timeOffset="1787">902 140 7810,'-7'-2'960,"-1"1"-480,4-2 0,-2-1 467,3 1 1,-3-2-526,1 4 0,-1-4-56,1 4 1,-3-1-136,2 2 0,-2 1-135,3 1 0,-1 3 291,1 4 0,-1 1-132,3 2 0,-1 0-163,2 1 0,0 0-74,2-2 0,0 0-219,0 0 1,3-1-73,3-3 0,-1 0-355,3-6 1,-1 1 267,0-2 1,3 0-173,-3-2 0,1-2 113,0-3 0,-2 0 96,1-2 0,-1 2 150,0 0 1,-3 0 87,1-1 1,-3 3 158,4 0 0,-4 3 73,3-2 462,-3 2-373,1 2 0,-1 4 230,1 1 0,-1 5-9,0-2 1,0 3-133,-1 0 0,0 2 20,0 2 0,0 1-115,0 0 0,0 1 13,0-1 1,0-1-50,0 0 1,-1-2-4,0 1 1,0-2-6,-4 1 0,2-3-26,-2-1 1,-1-3 119,1 0 0,-1-2-181,-2-2 1,2 1-178,-2-3 0,2 0 31,1 0 1,-1-3-193,-2-1 1,3-1-366,-1-3 1,2-1-724,2-1 1,-2-1 349,2 0 1,1-2 976,1 0 0,14-19 0,4-4 0</inkml:trace>
  <inkml:trace contextRef="#ctx0" brushRef="#br0" timeOffset="2045">1005 140 7810,'-1'4'2049,"0"0"1,-3 0-1389,2 1 1,0-1-79,4-1 1,0 1 54,1 2 1,1-1-512,4 1 1,-1-1-468,1 0 0,-1 1-211,1-1 1,0 1-610,-1-1 0,2 1 397,-1-3 0,-1 0-519,1-3 1,-2 0 1281,1 0 0,1-12 0,1-4 0</inkml:trace>
  <inkml:trace contextRef="#ctx0" brushRef="#br0" timeOffset="2283">1154 140 7786,'-2'6'0,"0"-2"1659,-1-1 1,1 1-568,-1 2 1,1 1-224,0 3 1,0 0-247,-3 1 1,3 5 132,-3 0 0,3 4-490,-2 0 1,-1 2-342,2-1 0,-1 3-300,-1-3 1,4 2-587,1-5 0,0 0 961,0-3 0,0-2 0,0-2 0</inkml:trace>
  <inkml:trace contextRef="#ctx0" brushRef="#br0" timeOffset="3194">1605 261 7805,'2'-5'0,"1"-1"0,-3 1 451,0 0 0,2-4 45,-1 1 0,2-1 0,-1 0 1,-1-1-152,0 0 0,0-1 23,-1 2 1,0 1 1,0 3 0,-2-1-39,-2 0 0,-1 4-33,0 0 1,-3 2-39,1 2 0,-3 1 131,1 4 1,-2 4-147,0 2 1,3 2 76,-2-1 1,3 2-125,0 1 0,1-1-96,3 1 1,0-3-176,3-1 1,1-2-351,1-2 0,3 0-537,5-3 0,2-2 348,0-4 0,4-4 8,-2-2 1,4-5 97,0-2 1,1-3-109,-3 0 0,-1-3 193,0-1 0,-1-2 56,1 1 1,-4 0 317,-2 1 1,-2 1-134,0-2 1,-1 1 153,0 2 1,-3 0 52,-2 3 1,0 3 341,-1 2 28,-2 2-44,-1 5 1,-2 5 144,1 4 0,0 3 373,2 0 0,-2 4-2,2 1 0,0 2-339,0 1 0,2 1-42,-2 0 0,2 3-292,0 0 0,0 0-288,0 0 1,0 2-425,0-2 1,2 0-727,2-1 1,1-4 688,0 2 553,3-2 0,8-14 0,4-1 0</inkml:trace>
  <inkml:trace contextRef="#ctx0" brushRef="#br0" timeOffset="3560">1835 217 7805,'0'4'423,"0"0"1,0-2 413,0 1 72,0-2 0,0 4-485,0-1 1,1-2-64,1 0 0,0 1-300,4-2 0,-1 1-198,1-2 0,0 0-421,1 0 0,0 0 228,3-2 1,-4 1 23,4-3 0,-3-1 109,0-3 0,-1 1-124,0-1 0,-3 1 112,1-1 1,-3 1 220,1-1 1,-1 0 132,-1 1 1,-3 0-63,0 1 1,-3 1 303,-1 1 1,0 2 15,-2 2 0,0 0 173,-2 2 1,0 2-137,0 3 0,1 2 59,2 2 1,1 1-70,-1 1 0,4-1-17,0 2 0,3-1-317,-1 2 0,2-2 25,2 3 0,1-3-937,3-2 0,2-1-109,1 0 1,3-4-650,1-3 0,2-1 528,-3-1 1046,4 0 0,24-33 0,11-8 0</inkml:trace>
  <inkml:trace contextRef="#ctx0" brushRef="#br0" timeOffset="3818">2165 179 7803,'-4'-2'476,"0"1"0,2-2 669,-3 1 1,1 1-574,0 0 1,-1 0 7,-1 1 0,1 0-206,0 0 0,-2 0-133,0 0 1,1 1 93,-4 0 0,3 5-129,-2 0 1,2 5 148,0-3 0,1 3 9,0 0 0,1 1 48,-1 0 1,4 0-240,0 0 0,1 2-128,1-1 1,3-1-373,0-3 0,5 1-629,0-2 1,3-3-856,0-4 1,2 2 866,2-1 0,-1-1 944,1-3 0,12-20 0,4-8 0</inkml:trace>
  <inkml:trace contextRef="#ctx0" brushRef="#br0" timeOffset="4110">2247 300 7781,'-3'6'967,"-2"-1"1,4-2-312,-3 2 1,3-4-202,0 3 1,0-3-27,1 3-49,0-2-50,0 0-197,0-2 0,0-2 11,0-2 0,0-1 145,0-1 0,0 0-118,0-1 1,0-1 38,0-4 0,0 2-105,0 1 0,1-2-18,1 2 1,2 0-324,0 1 1,1-1-591,0 0 1,3 0-97,0 2 0,1 1 121,0-1 801,-1 1 0,12 5 0,1 2 0</inkml:trace>
  <inkml:trace contextRef="#ctx0" brushRef="#br0" timeOffset="4419">2390 229 7776,'0'5'385,"0"1"0,0-3 1526,0 1-1435,0-3 1,1 1-29,1-2 0,-2 0-269,4 0 1,0 0-140,1-2 0,1-1-490,2-2 0,-1-1 318,1 1 0,0-3-627,2 1 1,-4-2 350,4 1 1,-3-1 53,0 2 1,-3-2 13,-1 1 1,-1 1-47,0 2 0,-1-1 290,-1 0 1,-1 2 193,-1 0 1,-3 1 363,-2 3 1,-3 1-294,1 1 1,-2 3 801,-2 2 1,1 3-191,-1 0 1,2 2 80,3 0 1,-3 3-450,4-2 0,0 2-49,2 0 0,0 0-267,1 0 0,2-2-147,2-2 0,3 0-986,2 0 0,1-4 640,3-2 0,1-3-2487,3-1 2883,0 0 0,11-15 0,2-4 0</inkml:trace>
  <inkml:trace contextRef="#ctx0" brushRef="#br0" timeOffset="4803">2604 157 7749,'-5'0'0,"-1"0"0,1 0 0,-1 2 1759,1 0-1027,0 2 0,-1-1 29,0 3 1,3 1-207,1 0 0,0 3-35,0-1 1,0 1-249,2 2 0,0-2-152,0-1 0,0 1-443,0-3 0,2 0 262,0-1 0,2-3-132,-1-1 0,3 0-185,1 0 1,-1-2-511,2-4 0,1-2 276,0-1 1,0 0-151,1-2 0,0 0 415,0-2 1,-2 2 244,1 0 0,-3 0 333,2 0 0,-2 1-217,-1 3 1,0 1 1194,-1 0-765,1 3 0,-4-1 87,1 4 0,-2 1-51,-2 3 0,-1 2 213,-1 0 1,0 1-434,2 0 1,-1 1-329,2 1 0,1-3-993,-2 2 0,1-3 647,1 2 1,1-2 413,1 1 0,15-20 0,7-4 0</inkml:trace>
  <inkml:trace contextRef="#ctx0" brushRef="#br0" timeOffset="5161">2857 108 7737,'-5'0'-312,"-3"0"701,1 0 1,-2 0 676,3 0 0,0 2-465,-2-1 1,3 2 88,0-1 0,1 1-282,0 2 1,2 0-172,0 1 0,2-1-164,0 1 1,0 0-175,2 1 0,1-2-70,2 1 0,2-2 68,0 1 0,-1-2-615,4 2 0,-2-3 158,1 2 0,1-1-252,-3-1 0,2 0 348,-2 2 1,-1 1 87,1-2 1,-2 1 276,-2-1 1,-1 1 172,-1 2 1,-1 0 414,0 2 0,-1-1-352,-4-1 0,-1-1 290,-1 1 1,-4-1 88,3 1 0,-1-1 294,0 1 1,-1-2-364,-2-1 1,0-2-78,1 2 1,0-3-378,3 0 1,-3 0-351,2 0 1,1 0-80,3-3 1,2 2-1369,1-2 1804,1-1 0,14-11 0,2-3 0</inkml:trace>
  <inkml:trace contextRef="#ctx0" brushRef="#br0" timeOffset="5545">3011 168 7724,'-4'0'1626,"-1"2"0,5 0-273,-1 2-1092,0-4 0,3 3-412,2-3 0,1 0-104,0 0 1,1-1-403,2-1 1,-1 2 164,1-4 1,0 0-288,1-1 1,-3-1 338,2 1 1,-2-1 148,-1 0 0,1 1 132,-1-1 1,-1 1 38,-3 0 209,0-1 1,-2 1 90,0 1 0,-3 2 296,-4 2 0,0 1 95,-3 0 1,0 3 564,0 4 0,0-2 216,0 4 0,0-2-576,0 4 0,1 0-257,0 0 0,2 0-102,3 0 1,0 2 85,2-1 1,0 0-447,3-3 0,1 1-303,1-2 1,1 1-281,5-3 1,0 2-680,3-2 0,1-2-2924,1-3 4129,3-1 0,45-35 0,13-9 0</inkml:trace>
  <inkml:trace contextRef="#ctx0" brushRef="#br0" timeOffset="5903">3368 102 7709,'-14'0'0,"2"0"0,-1 0 1679,2 0 0,2 0-511,-1 0 0,2 0-220,-3 0 1,1 2-391,2 0 1,1 2 100,-1 0 0,1 1-370,1 3 0,0-2-146,5 1 1,-1 1-40,2-1 1,1 2-202,0-1 0,2 0-242,3-1 1,1-1 30,1 1 0,3-1-392,-3 0 1,5-2 185,-3-1 1,1 1-216,-2 2 1,1-1 340,-1 1 1,1-3 143,-3 1 1,1 0 201,-3 4 0,0-2 222,-2 0 0,0 1 42,-3-2 0,0 1 201,0 2 1,-3-2 502,0 1 0,-4-1-315,0 0 1,-3-1 171,1-1 1,-2 0-615,0-2 0,1 1-309,-1-1 0,1 0-558,-1-2 0,3-1-2220,-3 0 2918,1 0 0,-10-19 0,-3-1 0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6:56.6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0 8094,'-4'0'489,"1"0"12,1 0 411,1 0-529,-2 2 0,3 0-96,-1 1 0,0 1-51,1 0 0,0 1-51,0 1 1,1 1 18,0 2 0,-1 1-108,1 2 1,1 2-75,-1-1 1,0 1 35,-1 1 0,0 0-192,0 1 0,1-2 95,0 2 0,0-1-76,0-2 0,-1 1 53,1-2 1,0 0-98,0-1 1,0 1 79,-1 0 0,1-1 50,0-1 1,0-2-21,-1 2 0,0-2 30,0 0 1,1 0 40,1-1 1,-1 0-44,-1 1 1,0-2 121,0 1 0,0-2-53,0-2 1,0 1 11,0 0 1,0 0-37,0-1-4,0 1-9,0-1 46,0 0 84,0-1-91,0-1 355,0 1-213,0-2 288,2 0-271,-2 0 0,2 0 121,-1 0-92,0 0 1,2 0-96,-1 0 0,0 0 106,0 0 1,1-1-32,1 0 1,0 0-113,-1 0 1,1 1 48,1 0 1,0 0-187,0 0 0,1 0 21,2 0 1,-1-1-87,0-1 1,0 1-74,1 1 1,0 0 135,1 0 1,-1 0-140,-1 0 1,1 0 99,0 0 1,0 0-42,1 0 1,-1 0 64,0 0 0,0 0-208,1 0 0,-2 0 120,0 0 1,-1 0 49,0 0 0,0 0-186,2 0 1,-1 0 112,0 0 0,-1 0-60,0 0 1,0-1 75,0 0 0,0-2 103,-1 2 1,1-1-28,-1 1 1,0 0-54,-1 1 49,-3-2 177,3 1 0,-4 0-374,3 2 0,-2 0 79,0 2 1,-1-2-1842,0 1 2030,2-1 0,0-8 0,2-3 0</inkml:trace>
  <inkml:trace contextRef="#ctx0" brushRef="#br0" timeOffset="548">287 316 8081,'-2'0'746,"-1"1"-191,1 0 591,0 1-608,0-1 1,4 0-98,0 1 0,2 1-163,1-1 1,0 1-15,3-1 0,0 2-34,1-1 1,-1 1 3,-1 0 1,1-1-175,1 1 1,-1 0 105,0 0 1,-2 1-253,0-1 0,-2 2 75,1-1 0,-2 1-64,-1 0 1,-1 1 32,1 0 0,-2 0 126,-2-1 0,0 1-117,-1-1 1,-1 1 75,0 0 1,-1-1-229,1 0 1,-3 0 77,1 0 0,-1 0-437,0 0 1,1-2-142,0-1 0,0 1-1148,0-2 1833,1 2 0,1-12 0,0 0 0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6:58.63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193 90 7946,'0'-6'143,"0"2"1,-1-4 91,0 0 0,1 2 171,-2-2 0,2 3-150,0-2 0,0 1-62,0-1 1,1 2 83,0-1 0,1 1 14,-2 1 0,0 1 332,2 2-403,-2 1 1,2 2-6,-2 3 1,0 1 18,0 4 0,0 2-265,0 2 0,0 0 39,0 1 1,0 1 10,0 1 0,0-1-38,0 0 1,2 0-275,-1-2 0,2-1-493,-2 1 1,2-1 381,0-1 1,0 0-707,1-3 0,-1 1 122,0-3 987,-1 1 0,-2-9 0,-2 0 0</inkml:trace>
  <inkml:trace contextRef="#ctx0" brushRef="#br0" timeOffset="225">120 180 8034,'-4'0'400,"-1"0"431,1 0 939,2 0-1359,0 0 1,5 0-45,2 0 0,1 0-395,2 0 1,1 0 103,1 0 0,2 0-283,-1 0 1,2 0 179,0 0 1,1 0-1928,0 0 1954,2 0 0,5 0 0,4 0 0</inkml:trace>
  <inkml:trace contextRef="#ctx0" brushRef="#br0" timeOffset="593">394 193 8034,'-6'0'560,"0"-2"0,-1 1-154,1-1 1,1 0 853,0 1-925,1 0 1,0 1-176,0 0 1,1 0 43,0 0 1,1 2-82,0 2 1,1-1-68,-1 2 0,2 0 120,0 1 1,0 0-172,0 0 0,0-1 50,0 0 1,0 0-245,2 1 1,0-1-28,3 0 1,0-1-125,1-3 1,1 1 97,1-1 0,-2 0-73,3-2 0,-2-2 37,2-1 1,0-1 64,-3-1 0,2 0-98,-1-1 1,1-1 54,-3 1 0,0-1 214,-2 0 0,-3-1-49,2 0 1,-2 1 183,-2 1 0,0 1-131,-4 2 1,0 0 50,-2 1 0,0 1-343,-2 2 0,1 0 100,1 2 0,-1 0 230,3 3 0,3-1 0,4 0 0</inkml:trace>
  <inkml:trace contextRef="#ctx0" brushRef="#br0" timeOffset="1283">650 18 8000,'-4'0'1015,"1"2"-532,2 0 0,1 2-165,0 1 0,0 1-137,0 3 0,0 2-6,0 3 1,0 2-149,0 2 0,0 0-217,0 1 1,0-3 243,0-1 1,0-1-107,0 0 1,0-3-67,0-2 0,0-2-119,0-3 188,0-2-1,0 0 6,0-6 0,0 1-75,0-2 0,1-1 13,1 0 1,1 0 92,0 0 1,1 0-69,0-2 1,0 2 41,0 2 0,1 0-36,1 0 0,-1-2 80,2 2 0,-1-1 10,1 2 1,-1 1 14,1 0 0,0 1 144,1-1 0,-1 1 8,-1 3 1,-1-1-108,-1 4 0,0-2 70,-2 4 1,2-1-84,-3 1 1,0 0-21,-2 2 0,0 0 28,-2-1 1,0 0-41,-3-1 1,1 0 41,0-1 1,-1-2-11,0 0 1,-2 0-111,3-3 0,-2 1 93,2-2 1,0 0-344,-1 0 0,2-1 105,0 0 0,-1-2-1456,1-1 1649,1 0 0,7-16 0,4-3 0</inkml:trace>
  <inkml:trace contextRef="#ctx0" brushRef="#br0" timeOffset="1660">834 172 9050,'5'-1'-273,"-1"0"0,2-1 53,-1-3 1,1 1 15,0 0 0,-1-1 92,1 1 1,-2 0-203,0-2 271,1 1 1,-2-1 53,1 1 0,-3 3 1,-2-1 0,-2 2 199,-1-1 0,-3 2 391,1 0 0,-1 0-289,0 2 1,-1 0 688,0 2 0,1 1-395,2-1 1,-1 2 322,0-1 1,0 3-343,4-1 0,-2 1-73,3 1 1,0-1-14,1 1 0,0 1-153,2 0 0,1 0-509,3-1 1,2-1 198,1-2 0,-1 1-1286,4-3 1,-2-1 677,1-2 1,2-1 568,3-1 0,14-31 0,4-8 0</inkml:trace>
  <inkml:trace contextRef="#ctx0" brushRef="#br0" timeOffset="2735">1313 159 7902,'2'-3'-285,"-1"0"0,0 2 1157,-1-2 0,0 2 176,0-2 370,0 2-464,-2-3-555,0 2 1,-3-1-191,1 2 0,0 0 35,0 1 0,-2 0-166,0 0 0,-1 2 92,2 1 1,-3 1-58,0 2 1,2 1 102,1 1 1,0 1-278,1-1 0,0 1-35,1 0 0,1-1-132,2 0 0,0 0-403,0-1 1,3-2 337,1-1 0,2 0-122,1-3 0,2 0 120,0-3 0,1 0-277,0-2 1,-1-2 138,3-2 0,-3 0 188,1-2 1,-1 1 87,-1-1 0,1 1 158,-2 1 1,-1 1-176,-2 1 1,-1 2-315,0 1 1632,-2 1 1,1 4-540,-2 1 0,-1 2 484,-1 1 0,0 2-443,1-2 1,0 2-386,0 1 0,0-2-439,1 1 0,1-2-555,0 3 1,0-2 732,2 1 0,5-5 0,4 0 0</inkml:trace>
  <inkml:trace contextRef="#ctx0" brushRef="#br0" timeOffset="3819">9 505 8851,'-2'0'2851,"-2"0"-2384,3 0 1,-1 2 53,2 1 0,0 1-166,0 2 0,2 1 3,1 1 1,-1 1-110,1 1 1,0 1-214,1 0 1,1 1 73,-1-2 0,0 2-191,1-2 1,-3-1-11,1 0 0,0-1 10,-1-1 0,2-1-499,-3-1 0,2-2 271,1 0 1,-2 1-505,0-3 478,0 0 0,1-3 340,-2 0 0,2-4 37,-2 1 1,3-4 85,-3 1 1,1 0-130,-1-2 0,-1-1-25,2 1 0,0-1-150,0 1 1,0-2 129,0 2 1,0 0-441,-1 2 1,0-1 178,0 1 0,0 1-1383,0 3 798,0 0 892,1 4 0,0 7 0,0 5 0</inkml:trace>
  <inkml:trace contextRef="#ctx0" brushRef="#br0" timeOffset="4252">244 574 7952,'-4'-4'478,"-1"-1"-165,1 1 0,0-1 501,0 1 1,1 0-265,0 2-329,0-2 1,-1 4-274,-1-2 0,1 2 98,-2 2 1,2 0 13,-2 4 0,1 0 169,0 3 0,1 0 1,-2-1 1,3 1-1,-2 1 0,3-1 103,-1 1 1,1 0-316,2 0 0,0-3 104,0 0 1,2-1-575,1-2 0,1 1 273,2-4 1,0 1-574,3-2 1,0-3 324,-1-2 1,0-1-332,1-2 0,0 0 279,-1-2 1,0 1 168,0-1 0,-1-1 265,-1 1 0,-1 2-71,0 0 1,-2 4 642,-1-2-336,0 1 583,-1 2 1,-1 4-240,0 3 0,0 1-32,-1 2 1,0 0-283,0 2 0,0-2-199,1 0 0,0 0-164,0 2 1,0-2 128,0-2 0,0 0-2063,0 1 2076,2-1 0,4-5 0,3-3 0</inkml:trace>
  <inkml:trace contextRef="#ctx0" brushRef="#br0" timeOffset="4560">334 437 8110,'-3'0'1423,"-1"0"-1309,4 0 53,-2 2 0,4 0 36,-1 3 1,2 0 18,-1 1 0,1 1 130,0 1 0,0 0-69,0 2 1,0 1-36,-2 2 0,3 0-96,-3 0 0,2 0-70,-2 1 1,1-1-804,-1 1 0,0 0 451,2-3 1,-1 0-943,0-1 0,0-3 1212,1 0 0,2-9 0,1-4 0</inkml:trace>
  <inkml:trace contextRef="#ctx0" brushRef="#br0" timeOffset="4760">437 561 7929,'0'2'0,"0"2"0,0-1 0,-2-1 373,0 1 0,1 0-84,1 1 0,0 0-251,0 1 0,0 0-5,0 1 1,0 0-272,0 0 1,1-1-1195,1 0 1432,0 0 0,3 0 0,2-1 0</inkml:trace>
  <inkml:trace contextRef="#ctx0" brushRef="#br0" timeOffset="4935">462 458 7912,'-3'0'713,"1"0"-250,0 0-1614,-2 0 1151,4 0 0,10 12 0,4 2 0</inkml:trace>
  <inkml:trace contextRef="#ctx0" brushRef="#br0" timeOffset="5413">577 570 7911,'-4'-3'0,"-2"1"514,1 2 0,-1 0 38,0 0 0,1 0-18,-1 0 0,1 3-145,0 1 1,0 0-134,-1 4 1,3-2-25,0 2 1,2 0 12,-1-1 0,2 0-106,0 1 1,0-1 78,2-1 0,0-1-284,3-2 0,0 0-94,0-1 0,0-1-88,3-1 1,-2-3 70,1-1 0,3-4-170,-1 1 1,0-2-168,0-1 1,-1-2 212,0 0 0,1 0-82,0-1 1,-1 0 65,-1 1 1,-1-1 77,-2 0 1,1-1 85,-1 0 1,-2-2 113,0 2 1,-2 0-27,-2 3 0,2 2 476,-2-1-7,0 2 0,2 4-80,-2 1 176,0 2 1,1-1-214,0 4 0,0 0 281,1 3 0,0 1-205,0 1 0,0 1 122,0 0 1,0 3 97,0 0 1,0 2 10,0 0 0,0-1-26,0 1 1,0 0-139,0 0 1,0 1-456,0 1 0,1-1 111,0-2 0,0 2-1128,2-2 1,-1 0 597,1 0 0,1-3 444,-1-2 0,6-7 0,3-1 0</inkml:trace>
  <inkml:trace contextRef="#ctx0" brushRef="#br0" timeOffset="6503">898 450 7872,'-3'0'541,"1"0"1,0-2 266,-1 1 302,2 0-350,-1-1-65,2 1-160,0-1 276,0 2-394,0 2 1,0 1-4,0 1 1,0 0-58,0 0 0,0 2-130,0 2 1,0 0 29,0 0 0,1 1-43,0 1 0,0 0-218,0 1 1,0-1 91,-1 4 1,0-4-282,0 3 1,1-2 39,1 3 0,-1-3-68,-1 0 0,0-1 65,0 2 1,0-3 78,0 1 0,0-3 99,0 1 1,0-3-107,0 1 337,0-1-160,0-1-24,0-2 22,0 0 854,0-2-261,2 0-163,0 0-252,3 0 1,-1 0-40,0 0 0,0 0-65,0 0 1,1 0-83,-1 0 0,1 0-210,1 0 0,0 0-770,1 0 1,1 0 496,-1 0 0,1 0-1172,1 0 0,-1 0 734,0 0 1,0 0 837,0 0 0,2 4 0,-1 0 0</inkml:trace>
  <inkml:trace contextRef="#ctx0" brushRef="#br0" timeOffset="7152">1138 518 7872,'-3'0'0,"0"0"1229,2 0-616,1 0 1,-3 0 675,1-2-543,0 2-468,2-2 0,-1 4 41,0 0 0,-1 4-70,2 0 0,0 2 144,0 1 1,2 2-129,-1 1 0,0 0-39,-1 1 0,0 0-61,0 0 0,2 0-141,0 1 1,-1-3-77,-1-2 1,0-1-1,2-1 0,-2-1-851,1-1 521,0-3-620,-1 0 706,0-6 0,0 0-78,0-2 1,0-2 12,0 0 1,0-1 121,0-1 0,0-1-79,0-2 0,0 0 77,0 1 0,0-3-20,0 1 1,0-2 48,0 2 1,0 0 435,0 1 0,-1-1-184,0 1 0,1 2 651,-2 4 1,2 0-101,0 1 0,0 3 969,0-1-340,0 3-322,2-3-492,0 3 0,3-1-133,-1 2 1,0 0-233,2 0 1,0 0 60,0-2 0,2 2-435,0-1 0,1-1-257,-1 1 1,1 0-634,1 0 0,-1-1 178,1 1 1,-1-1 1044,0 2 0,0 6 0,-1 1 0</inkml:trace>
  <inkml:trace contextRef="#ctx0" brushRef="#br0" timeOffset="7470">1159 556 11986,'3'0'1280,"-1"0"1,3-1-757,0 0 0,3-2-164,1 2 0,2-3-664,1 3 0,2-2 286,0 2 0,1-2-2462,2 2 2480,-1-1 0,8 2 0,0 0 0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44:04.85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14 287 7866,'-7'0'2255,"3"3"1,2-2-1765,4 1 0,2-3-78,6-2 0,0-4-329,4 0 0,0-2-258,-1 0 1,3-2 25,0-3 1,3-2-237,0 0 1,0-3 85,-1 1 1,0 0 108,-2 0 0,-3 3-118,1-1 1,-3 2-1,-5 3 0,-2 3 422,-1 4 129,-3 2 0,0 0 218,-3 4 1,0 3-116,-1 4 0,-2-1 199,1 4 1,0-1-154,0 3 1,0 0-98,2 2 1,-1-1-297,2 1 0,-1-1 84,3 1 0,0-1-896,0 3 0,0-2-264,0 0 1,3-2 1075,2 0 0,13 0 0,4-1 0</inkml:trace>
  <inkml:trace contextRef="#ctx0" brushRef="#br0" timeOffset="531">1021 75 7886,'-2'-5'339,"-1"1"1,-2 1 531,1-1 0,-3 1-347,1-1 1,-2 2 34,-1 0 0,1-1-70,-4 1 1,1 0-128,-3 4 1,0 2 126,1 3 0,1 3-83,1 1 0,0 2-49,0 1 0,1 3-68,3 1 0,2 0-21,1 0 1,2 0-136,0 3 0,4-4-124,3-1 0,2-2-430,2-3 0,2-1 288,5-3 1,-1-3-294,4-2 0,-1-2 199,3-2 0,-1-2-706,1-3 0,-3-3 241,0-1 1,-3-4 67,1-1 1,0-3 236,-2 0 0,1 0 38,-6 1 1,-3-2 112,-4 2 0,1-2 20,-1 0 1,-5 2-132,-3 2 1,-6 2 104,1 3 0,-5 2-44,0 4 1,-3 3 285,1 4 0,-20 17 0,-5 7 0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43:58.41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20 151 7932,'-7'4'1292,"3"-1"-647,-1 0 412,3-2 0,0 2-451,4-3 0,3-3-69,4-2 1,2-1-161,3-1 1,2-3-404,3-1 1,1 0 47,3 0 0,-2 0 30,2 0 1,-2 1 51,-3 3 0,1 1 129,-3 1 1,-1 2 34,-3 3 1,-2 1-132,-4 1 0,-2 5 467,-1 4 0,0 2-163,-1 1 0,0 0 37,-2 2 1,0-3-262,0 3 1,0-5-340,0 3 1,3-5-83,2 0 0,2-4 253,2 0 0,1-4-1112,4 2 0,1-4 527,1-4 1,2 0-1431,5-6 0,-2-1 245,2-1 1721,-2 2 0,6-20 0,1-3 0</inkml:trace>
  <inkml:trace contextRef="#ctx0" brushRef="#br0" timeOffset="284">520 0 7932,'-3'0'1332,"-1"0"1,5 0-773,2 0 1,0 0-583,4 0 0,1 1 40,1 1 0,2 0-599,2 2 1,0 0 357,-1 1 1,1 1-111,-2-2 0,1 3 142,0 2 1,-2-1 129,-4 1 0,-2 1 146,-2-1 1,-1 3 284,-1 0 1,-3 1 123,-1 0 0,-6 3-227,-1 0 1,-1 0-536,0-2 0,0 0 197,0-1 0,0 3 71,0 0 0,-4-3 0,2-3 0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44:00.07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14 570 7869,'-4'0'1672,"-1"0"-328,4 0-898,-2 0 1,4-1-186,4-1 1,2 1-32,7-2 0,4 0-558,2 1 0,4-2 118,3 1 0,4 0-65,1 1 1,1 1 274,1-1 0,19 1 0,4 1 0</inkml:trace>
  <inkml:trace contextRef="#ctx0" brushRef="#br0" timeOffset="534">693 433 7929,'3'-7'81,"-2"0"29,1 0 0,-1-2-831,-1 0 1,0 0 302,3 2 1,-3-2 666,3-1 1,-2 1-160,-1 2 1,-1 1 488,-2-1 1,0 1-244,-4 1 1,-3 0-186,-2 2 1,-1 2 10,-3 3 1,-2 3 161,-2 4 1,1 2 331,1 5 0,3 0-182,-1 2 0,2 2 392,3 3 1,2 3-342,4-1 0,2 0-94,3 0 1,2 1-233,2 2 1,5 0-138,7-5 1,2-3-70,5-4 1,3-3-346,4-1 1,0-5-380,-3-5 0,1-4 410,2-3 1,-2-6-433,2-3 0,-2-4 262,-1-1 0,-3-3-99,-3-1 0,-2-1 207,-3 3 1,-3 0 167,-7 5 0,-2-2 5,-4 2 0,-1 0 101,-1 2 0,-5 1-263,-4 2 0,-2-2 74,-1 1 0,-2 0 21,-3 1 0,-1 2 277,-3 4 0,2 2 0,-2 3 0,-1 0 0,1 0 0,3 1 0,4 1 0,5 2 0,2 3 0,4 0 0,3 0 0,13 5 0,5 3 0</inkml:trace>
  <inkml:trace contextRef="#ctx0" brushRef="#br0" timeOffset="776">782 542 7910,'-4'0'-650,"-2"0"1,5 1 337,-1 1 0,1 0 1139,1 2 0,0 1-269,0 2 0,6 3 148,0 1 0,6 3-386,-1 2 1,2 1-270,1 4 1,2-1-247,0 1 0,2 0-476,-2 2 1,2-1-1095,-2 3 1765,0-3 0,4 11 0,2-1 0</inkml:trace>
  <inkml:trace contextRef="#ctx0" brushRef="#br0" timeOffset="1035">1173 487 7863,'3'0'-216,"3"0"198,-1 0 1,3 0 755,2 0 0,4 0-222,0 0 1,4 0-1067,0-3 0,3 3 146,2-3 404,-2 2 0,6 5 0,-3-1 0</inkml:trace>
  <inkml:trace contextRef="#ctx0" brushRef="#br0" timeOffset="1295">1186 597 8554,'12'0'989,"-1"0"1,1 0-1006,4 0 1,2 0-414,2 0 0,1 0 429,-1 0 0,19 9 0,5 3 0</inkml:trace>
  <inkml:trace contextRef="#ctx0" brushRef="#br0" timeOffset="1620">1666 480 7862,'-7'0'2274,"0"0"-532,4 0-148,-1 0-1119,14 0 0,-2 0-70,8 0 0,4 0-369,0 0 0,5 0 41,1 0 1,0 0-1340,2 0 1,-1 0 1261,0 0 0,1 4 0,-1-1 0</inkml:trace>
  <inkml:trace contextRef="#ctx0" brushRef="#br0" timeOffset="2696">2310 56 7874,'-2'4'518,"0"1"0,-3-3-111,3 3 0,-1 0 314,1 4 0,1 5-276,-2 4 0,3 6 85,0 3 1,0 5-109,0 7 1,0 2-169,3 5 1,-2 1-224,4-1 0,-3-2 131,3 2 1,-4-4-131,2-1 0,0-3 135,-1-3 1,1 0-293,-1 1 0,-1-4 61,1 0 0,-1-2-230,-1-1 1,0 0 58,0 3 1,0-6-63,0-1 0,0-3 420,0-4 1,-2-1 42,-1-4-54,-2-2 1,4-2-67,-4-4 1,3 1 27,0-1 0,1-2 39,1 2 8,0-4 0,0 5 250,-3-4 347,3 3 267,-3-4-650,3 2 0,0-2 626,0 1-126,0-1-147,0 2-473,3-3 0,-2 0 19,4 0 1,-1 0-1,3 0 0,1 0-14,1 0 1,2 0-105,2 0 0,2 1 112,1 1 1,1-1-617,4 1 1,0-1 294,2-1 0,1 2-1463,4 0 1,-3 1 760,0-3 0,-2 0-1126,2 3 0,-3-2 315,1 1 1606,-2 2 0,0 6 0,-1 4 0</inkml:trace>
  <inkml:trace contextRef="#ctx0" brushRef="#br0" timeOffset="3179">2345 21 7884,'4'0'1717,"1"0"1,2 0-1065,5 0 0,2 0-483,4 0 0,2 0 14,8-3 0,-2 2-1357,6-4 1,1 3 1172,4-3 0,7 4 0,5-2 0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44:06.38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124 830 7840,'-14'-4'0,"3"1"-156,0 3 1,0 0 131,0 3 1,-2 1 871,4 2 1,0 4-129,2 2 0,-1 1-35,1 3 1,-1 2-105,6 2 1,0 1-155,2 0 1,1-2-386,1 0 1,4-3 66,3-2 1,4-3-443,1-2 1,0-5 258,4-1 0,1-2-232,1-1 1,1-7-179,-1-2 1,1-3-484,0-2 1,-4 0 278,-1-2 0,-2 1 240,-3-4 0,-1 2 406,-3-1 0,-3-1-42,-2 3 0,-2 0 138,-2 5 1,-3-1-91,-4 3 1,-4 0 155,-3 5 0,-2 1-29,2 3 0,-3 0-6,1 0 0,1 3-285,1 1 1,1 0 52,2 1 0,2-2-585,2 2 732,4 1 0,17-5 0,7 2 0</inkml:trace>
  <inkml:trace contextRef="#ctx0" brushRef="#br0" timeOffset="579">789 823 7840,'-10'0'1746,"5"0"-682,-2 0 217,2 0-697,1-3 0,1 1 95,6-2 0,3 2-20,3 0 0,3-1-244,0 0 1,1-1-286,3 2 1,-1-1 53,1 3 1,1 0-229,-2 0 1,4-2 93,-3 0 0,-3-1-125,-1 3 0,-4 3 18,1-1 1,-2 3-8,-2 0 1,-2 2-193,-3 2 0,-3 2 74,-2 2 0,-4 1-117,-2 0 1,-5 0 95,0 2 1,-3-1 134,1 4 0,1-4-17,1 1 0,2-2 413,0-3 0,4 1 103,0-3 0,4 0 307,1-2 0,2 0 251,3 0-630,0 0 0,3-1-278,2-2 0,4 2 100,2-4 1,2 0-713,1-2 0,2 0 380,0 0 1,3 0-1593,-1 0 1,1 0 131,-1 0 1,2 1-1631,-2 1 3241,-1-1 0,12 14 0,0 1 0</inkml:trace>
  <inkml:trace contextRef="#ctx0" brushRef="#br0" timeOffset="1464">960 14 7845,'5'-2'636,"-1"-1"0,1-1 10,2 2 0,3-1 127,1 3 0,6 0-291,4 0 0,2 0-153,5 0 0,0 3-232,1 2 0,0-1 85,3 3 0,0-4-403,0 4 0,-5-2 229,-4 2 0,-2-1-543,0-1 1,-7 0-6,-2-2 0,-5 2-146,-2 0 0,-2 1 399,-3 0 0,0 1 69,0 0 0,-1 3 155,-1 1 1,-3 2-88,-4 1 1,3 2 487,-3 0 0,5 5-176,-3 0 1,2 4 485,-2 0 0,3 2-78,2 0 0,-1 3 132,1 0 0,-1 3-124,3 2 1,0-1-193,0 2 0,0-1-242,0 0 0,1-3 80,1 0 1,2-3-175,3 3 1,-2-3 119,-1 1 1,1 1-115,2 1 0,-4-1-35,0-2 1,-2-1-77,1 0 1,-1 0-53,1 2 1,-1-2 63,-1 2 0,0-4-32,0-1 1,3-3 78,-1 1 1,2-3 497,-1-2 1,1 1-203,-1-3 0,1-3-867,-2-3 1,1-4 15,0-1 422,-3 1 1,4-4 613,-4 2-213,0-2 305,0 4 0,0-5 133,0 4-378,0-4 1,-4 5-106,0-4 0,0 0-295,0-2 1,-3 3-47,-2-1 0,-4 0-143,2-2 0,-3 0-48,-2 0 1,-1 0 123,-4 0 0,-2 0-808,-3 0 0,-3 0 404,0 0 1,1-2-744,3 0 0,4-3 97,0 3 1231,1-4 0,11-10 0,0-6 0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50:21.81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1103 8592 7995,'0'-4'450,"0"-4"1,-1 5 374,-2-2-291,3-3-132,-4 7-153,4-3 0,0 9 5,0 3 1,0 2-63,0 3 0,0 1 34,0 5 0,0 2 106,0 3 1,0 5-48,0 1 1,3 3 118,-1 2 0,1 5-399,-3 3 0,0-19 0,0 0 240,0 22 1,0-2-254,0 0 0,0-5 122,0-1 0,3-1-328,0 1 1,-1-5 58,-2-3 0,3 0 79,-1 3 0,1-1-20,-3 1 0,0-4-58,0-2 1,0-1 200,0-1 1,0 1 1,0 2 0,0-4 51,0-2 1,0-2-80,0 3 1,0-1 349,0-3 0,0 0-315,0-2 0,0-4 123,0 1 0,0-4-113,0 0 1,0 0-4,0-2 1,0-3 225,0 1-176,0-5 415,0 3 2957,0-4-3451,0 4 158,0-3 0,4 3-43,2-1 0,0-2-125,3 1 0,2 1 63,-1-1 1,6-1-502,0 2 1,1-2-335,2-1 1,1 0-668,2 0 0,2 0 523,1 0 1,0 0-1076,2 0 1967,-2-4 0,18-12 0,-22 6 0,1-1 0</inkml:trace>
  <inkml:trace contextRef="#ctx0" brushRef="#br0" timeOffset="1">1013 8600 8111,'5'0'0,"1"0"0,-3 0 385,2 0 0,4 0 584,5 0 1,2 0-521,3 0 0,6-2-211,5-1 0,3-4-238,2-2 0,-5-2 0,2-4 0,4-2 0,1 0 0</inkml:trace>
  <inkml:trace contextRef="#ctx0" brushRef="#br0" timeOffset="2">1373 8755 7962,'4'0'1166,"-1"4"0,1-3-497,2 2 1,-1-2-33,3-1 0,-1 0-239,7 0 1,0 0-481,2 0 0,4-3-393,2 0 1,1 0-627,1 3 0,0 0 1101,-2 0 0,13 11 0,-1 3 0</inkml:trace>
  <inkml:trace contextRef="#ctx0" brushRef="#br0" timeOffset="3">1846 8820 7962,'0'9'0,"-1"-4"1379,-2 1-355,2-4-190,-3 5 0,4-6-332,0 5 1,2-4-270,0 0 0,3 0-201,3-2 1,3-4-238,-1-1 1,5-4 164,-1-2 0,1 0-80,1-3 0,2-4-517,1 2 1,-2-6 270,2 0 0,-2 1-40,0-1 0,-4 4 39,0 0 1,-3 0 435,2 2 1,-6 3 175,-1 2 1,-3 5 626,1 1-521,-2 2 0,-1 1 277,0 4 1,-1 3-31,-2 3 0,2 2-146,-1 0 0,1 0 264,1 4 0,-2 1-260,0 3 1,1 0-297,-2 4 0,3-3-380,0 3 0,0-3-449,0 3 1,0-2 628,0 2 40,0 2 0,6-7 0,4 3 0</inkml:trace>
  <inkml:trace contextRef="#ctx0" brushRef="#br0" timeOffset="4">2752 8698 7956,'0'-5'1395,"0"-1"1,0 4-685,0-3 0,0 2-285,3-3 1,2 3 69,7-2 1,-2 2-203,3-2 0,1 1-256,5-3 0,-1 1-87,1 0 1,-2 2 113,0 2 0,-5-2 26,-1 1 41,-2 1 1,-2 6 278,-1 1 1,-6 3-138,-6 2 0,-2 3 84,-3 3 1,-1 1 57,-1-1 0,-2-2 98,4 0 0,0-1-320,4 4 1,-2-4-11,1 1 1,3-4-375,3 0 0,1-1 234,1 0 0,1-2-971,1-1 1,4-3 493,5-3 0,1 0-1530,5 0 1,3 0 275,1 0 1687,-1-3 0,5-7 0,3-3 0,0-2 0,2-1 0</inkml:trace>
  <inkml:trace contextRef="#ctx0" brushRef="#br0" timeOffset="5">2017 9433 8006,'-3'-6'0,"1"1"0,-4 2 558,-1-3 0,1 5-20,-3-2 1,-2 2 54,1 1 0,-5 1 93,1 2 0,-1 2-256,-1 6 1,-1 0 341,1 6 0,0-2-286,-1 6 1,4-2 160,-1 4 1,7-5-223,-1 4 0,5-3-321,1 3 1,0-7-197,2 2 1,5-6-255,3-1 0,4-1 38,5-4 0,-1-1 197,0-4 0,3-2-816,0 0 0,4-3 352,-2-7 1,2 0-213,-1-4 1,-2-1 280,-4 1 0,0-4 139,-2-2 1,-3 2 185,-3 1 1,-4-1 78,-1 2 0,-2-1-56,-1 2 1,-4 1-71,-1 3 1,-5 2 69,-1 6 0,-3 1-56,0 4 1,-1 0 159,2 0 0,0 4-177,3 1 0,4 3-171,-3-1 1,6 2 401,1-1 0,41-3 0,-15-4 0,2 1 0</inkml:trace>
  <inkml:trace contextRef="#ctx0" brushRef="#br0" timeOffset="6">2482 9490 8411,'-8'3'948,"-4"-1"0,3 4-293,-1-4 1,3 2 1188,5-1-1296,1-2 1,6 3-535,3-4 1,2 0 26,6 0 1,0 0-1315,5 0 0,1 0 1273,3 0 0,0-5 0,3-2 0,2 1 0,1-1 0</inkml:trace>
  <inkml:trace contextRef="#ctx0" brushRef="#br0" timeOffset="7">2808 9604 7905,'-7'5'0,"1"-1"1363,0-1 1894,1-3-1912,0 4-243,2-4-1273,14 0 0,-4-4 176,10-1 0,-6-2-591,3-1 1,-2-3 455,2 0 1,0-1-123,-3 1 0,4 1-15,-2-3 1,-1 2-376,-1-3 1,-1 4 437,-3-1 1,1 5 365,-3 1 0,0 2 1445,-3-3-1232,-1 5 0,3 1 294,-4 5 0,0 5-231,0 1 1,-3 3-243,0-4 0,1 5-81,2-1 1,0 1-202,0 1 0,0 1-364,0-1 0,0-2-803,0-1 0,2 0 1253,1 1 0,18-7 0,2-3 0</inkml:trace>
  <inkml:trace contextRef="#ctx0" brushRef="#br0" timeOffset="8">2988 8405 7916,'-4'3'3215,"-4"-2"-2110,7 6 1,-1-3-507,4 2 0,7 0-133,4-3 1,4 0-246,5 0 0,1-2-264,6 2 1,3-3-74,3 0 0,1 0-537,2 0 1,-2 0-169,-3 0 0,-5 3 476,-3 0 0,-3 2-211,-5-2 1,-3 3 156,-6 0 1,-3 1 287,2 1 0,-6 0 73,1 1 0,0 2 26,-2-1 1,0 2 63,0-1 0,-2 1 524,0 5 0,1-1-186,-2 0 1,2 2-176,-2 0 1,2 4 180,-1 2 0,0 1-93,2-1 0,-2 4 105,-1 2 0,0 5-37,3 0 0,0 1-210,0-1 1,-3 0 105,1 3 0,-1-1-48,3 1 0,0 1-59,0-3 1,3-1 84,-1-3 1,4 1-601,-3 0 1,1-3 281,-2 0 1,-1 0-182,2 3 0,1 1 63,-2-2 1,1 0-79,-3-8 1,2-3 129,1-2 1,3 0 48,-4-3 1,1 2 358,-3-5 0,3 0-144,-1-3 1,1 2 610,-3-1-610,0 0 0,0-3 782,0 0-597,0 0 0,0 1 15,0-1 0,0-3 235,0 0-367,-3 1 0,-2 2-301,-3 0 1,0-3 98,0-3 0,-3 2-202,0-1 1,-3 0 104,4-3 0,-6 0-1309,-1 0 1,1-1-74,-3-2 1,-1 1 1486,1-3 0,-5-7 0,-4-4 0,0-1 0,0-1 0</inkml:trace>
  <inkml:trace contextRef="#ctx0" brushRef="#br0" timeOffset="9">3788 8600 7979,'-1'-10'200,"-2"2"0,2-2 896,-2 5 516,2-3-645,1 0-323,0 0-138,0 4-137,0 0-88,0 12 0,1-2 142,2 8 0,-2-4-84,2 4 1,0 2 171,0 3 1,0 3-78,-3 1 0,1 3-168,1 5 0,-1 1-152,2 3 1,-2 3-125,-1 2 1,-1-16 0,0 0-14,-1 0 1,1 1 0,-2-1 0,0 0 64,2-1 0,-1 0 1,0 21 44,2 1 0,0-2-155,0-3 1,0-3-120,0-7 1,0 1-8,0-1 0,0-2 94,0-1 0,0-1 53,0-1 0,-1 2 43,-2 3 1,2-2-159,-2 0 1,2-3 98,1 0 1,0-4 30,0 1 1,0-5 282,0 0 1,0-5-292,0-4 334,0 1-258,0-1 368,0-4-100,0 0 1835,0-4-1936,4 0 83,-3 0 345,3 0-420,0 0 1,0 0 119,4 0 1,0 0-182,1 0 0,-1 0-217,4 0 0,-2 0-166,3 0 1,1 0-459,5 0 1,0 0-1095,2 0 0,1 0 869,-1 0 1,3 0-389,-3 0 0,1 0 1304,3 0 0,8 4 0,9 0 0</inkml:trace>
  <inkml:trace contextRef="#ctx0" brushRef="#br0" timeOffset="10">3796 8510 11326,'12'-4'955,"1"1"-679,3 3 1,4-3-444,1 0 0,4 0-357,2 3 0,2 0-1371,0 0 1528,3 0 0,4 7 0,6 2 0</inkml:trace>
  <inkml:trace contextRef="#ctx0" brushRef="#br0" timeOffset="11">4082 8771 7954,'-5'5'1980,"1"3"-1374,4-3 1,0 5-2,-4 1 0,4 6-186,-3-1 0,2 6-457,1 0 1,0-1-126,0 4 0,0-5-154,0 4 1,1-5 238,2-3 1,-3-3-122,4-5-551,-4 0 445,0-4 0,0-4 74,0-9 1,0-2 67,0-5 0,0-2 88,0-1 1,0-2-74,0-3 0,3-1 9,0 1 1,0-1 118,-3 1 0,1-1 132,1-3 0,0 3 4,3-2 1,1 2-122,2 3 0,0 2 298,0 1 0,3 5-115,0 0 1,1 7 106,-1 2 0,2 3-141,3-1 1,-3 2-82,-3 1 1,0 1 27,-3 2 1,1 1-139,-3 4 0,1 3 40,-2 1 1,-2-1 50,-2 0 0,-2 2-31,-2 3 1,-2-2 5,1-1 0,-3 0-55,1 0 0,-2 2-24,1-4 0,-3 1-144,0-1 1,1-4-118,1 2 0,1-1-363,0-2 1,0-3 683,-1 0 0,12-24 0,3-7 0</inkml:trace>
  <inkml:trace contextRef="#ctx0" brushRef="#br0" timeOffset="12">4285 8862 7954,'-7'7'0,"-1"-1"2858,3 0-1223,1-5-194,4 6-1001,0-5 0,4 1-494,1-3 1,3-2-251,3-1 0,-1-4-190,4 2 0,-3-3 335,2-3 0,-2 2-212,3-2 0,-4 2-602,0 0 0,1 2-414,-2-2 1309,4 1-23,-7 3 636,2 2 0,-2 6-196,-3 3 1,0 4 7,-3 1 1,-1 4-570,-2-2 1,2 3 221,-2 0 0,-5 14 0,-1 5 0</inkml:trace>
  <inkml:trace contextRef="#ctx0" brushRef="#br0" timeOffset="13">4963 8862 7922,'-1'5'1169,"-1"0"0,0 1-653,0 2 0,1 1-143,1 2 1,0 2-121,0 6 0,0-1-167,0 1 1,0 1 132,0-1 0,0-3-202,0-2 1,0-2 63,0 2 1,0-5-278,0-4 175,0-3 1,0 1-258,0-6 0,0-2-12,0-6 1,0-3-146,0-5 0,0-2 115,0-3 1,0-1-28,0-2 1,2-1 122,1-5 0,3 4-98,-4-6 0,4 4 510,-4-5 0,4 5-159,1 1 1,-1 4 492,3-1 1,-1 6-175,0 5 0,-2 3-7,2 5 1,-4 4-165,4 1 1,-1 3-145,1 3 1,0 1-139,0 4 1,0 3 81,0 0 1,-3 4 116,-3-2 0,2 0-73,-1 4 0,-1-5-87,-2 4 0,0-2 48,0 2 0,-2-2 32,-1 0 0,-3-1-176,1 0 0,-3-1-211,0-4 0,0 0-361,0 1 0,0-5 331,-1-1 0,1-3-1042,0 0 1445,0-3 0,14-34 0,-1 12 0,0 1 0</inkml:trace>
  <inkml:trace contextRef="#ctx0" brushRef="#br0" timeOffset="14">5240 8780 7919,'-8'0'0,"0"0"2244,0 0-966,3 0-767,1 0-459,4 0 0,4-1 125,2-2 0,4 2-439,0-1 1,2 0 203,-5 2 1,4 0-336,1 0 1,-2 0 248,-1 0 0,-2 0-59,2 0 0,-4 0 208,1 0 0,-3 2 383,2 0 0,-4 0 427,3 4 1,-4-1-387,0 3 1,-4 1 113,-1 2 0,-2-1-95,-1 4 1,2-4 37,1 4 0,1-4-206,-2 1 0,2 1-688,4-1-14,0-1 1,2-1-540,3-1 1,2-3-1139,6-3 1,1-1 2098,3-1 0,20-25 0,-15 9 0,0 0 0</inkml:trace>
  <inkml:trace contextRef="#ctx0" brushRef="#br0" timeOffset="15">4196 9408 7932,'-3'5'1502,"0"1"1,0-1-1056,3 4 0,0 0-100,0 2 0,0 2-207,0 6 1,0-1 78,0 4 1,2-1-380,0 1 1,-1 0-9,2-3 1,-2 1-195,-1-4 1,3-3-238,-1-3 279,1 0 163,-3-6 1,0-2 62,0-4 0,-3-3-123,1-7 0,-1-1 135,3-6 0,0 1-232,0-4 1,0-1 31,0-3 1,0 0 16,0-1 0,1 2 316,2 0 0,-2-1-147,4-1 0,-1 3 215,1-1 1,0 5-81,4 3 0,-2 1 106,2 0 0,-1 6-30,0 1 0,3 7 203,0-1-148,0 2 0,-3 5 118,0 1 1,-4 3-35,-1 3 0,-2-1-106,-1 3 1,0 0-152,0 1 1,-1 1 84,-2-1 0,2 2-289,-5 0 1,1-1 90,-3-1 0,-1 0-462,2-3 1,-2 3 128,1-4 0,0 1-49,0-2 1,-1-3-555,-2 1 1052,2-1 0,-10-19 0,2-2 0</inkml:trace>
  <inkml:trace contextRef="#ctx0" brushRef="#br0" timeOffset="16">4408 9457 7932,'-8'0'40,"0"0"1559,-1 0-735,5 0-675,1 0 0,3 0-269,3 0 0,1 0 79,5 0 0,-1 0-114,0 0 0,0 1 75,1 2 37,2-2 1,-2 3 48,2-1 0,-5-2 232,-1 1 0,-2 2-36,3-1 0,-4 3 145,0 0 1,-1 1 68,-1 1 0,-2 3-115,-1 0 0,-3 3-60,0 0 0,-1-1-25,-1 0 0,0 1-239,-1 2 1,4-3-50,0-3 1,3 3-41,-1-3 1,2 1-309,1-2 1,1-5-534,2-2 0,2 0-1676,2-2 2589,5 0 0,23-15 0,-14 6 0,2 0 0</inkml:trace>
  <inkml:trace contextRef="#ctx0" brushRef="#br0" timeOffset="17">5085 9506 7859,'-8'0'1226,"4"0"1,-3 1-647,5 2 0,-1-1-191,3 7 0,0-2-245,0 6 0,0 2-76,0 4 0,0 2-80,0 3 1,0 4 157,0-2 1,0 2-121,0-4 1,0-3 10,0-2 0,0-3-52,0-2-115,0-2 7,0-8 1,0-2-25,0-7 1,-1-4-187,-2-8 1,2-3-173,-1-1 1,1-4 189,1-2 1,0-2-36,0-3 0,0-4 116,0 0 1,0 1 261,0 3 0,2-4-11,1 1 0,3 3 26,0 5 0,-2 3-61,2 6 1,-1-1 216,3 9 0,3 2 75,0 6 0,1 0-73,-1 2 1,-1 4-76,4 1 1,-5 3-57,2 0 1,-2 0 80,0 1 0,-4 0-16,1 1 1,-5 0 130,2 0 1,-2 0-144,-1-3 1,-1 2 18,-2 2 1,2-2-167,-5 2 0,-2-2 98,-3 0 1,-1-1-270,1 0 0,1 0 91,-4 1 0,4-3-407,-4 0 1,2 1-49,-2-5 1,-1 1-1027,5-3 963,-1 0 622,6 0 0,27-22 0,10-5 0</inkml:trace>
  <inkml:trace contextRef="#ctx0" brushRef="#br0" timeOffset="18">5371 9417 7859,'-8'0'925,"2"0"1342,1 0-1042,0 0-633,0 0 1,1-2-596,4 0 1,5 1 87,3-2 0,1 1-652,5-1 0,-4 3 429,4-3 0,-1 2-456,0 1 0,2 0 26,-4 0 35,0 0 145,-3 0 553,0 4 0,-4 0 394,-1 5 1,-6-2-329,-6 2 1,2-1 271,-5 0 0,1 0-166,0 1 1,-3-2 85,3 2 0,1-4-178,1 0 1,4 0-288,0 0 250,2 3-264,0-3 1,4 1-301,1 0 1,3-2 181,3-1 1,3-2-221,0 1 1,1 1 170,-1-1 0,-1 0 29,3 0 0,-3-1 245,1-1 228,-2 3 1,-2 2-123,-2 3 0,-1-2 112,-4-1 0,0 1 246,-4 2 1,-1 0-161,-6 0 0,1-1-292,-3-2 1,0 2 110,0-5 0,-3 2-925,3-4 0,-3 0-215,0 0 1,2-4 965,1-2 0,-5-33 0,8 14 0,-1 1 0</inkml:trace>
  <inkml:trace contextRef="#ctx0" brushRef="#br0" timeOffset="19">5379 8486 10777,'8'0'1354,"1"0"0,3 0-1032,4 0 1,5 0-288,3 0 0,4-1 127,2-2 1,1 2-422,-1-1 1,0 1 248,-2 1 1,-4 0-303,-2 0 1,-4 0-149,1 0 188,-6 3 1,-1 2 111,-7 3 1,-2-2 217,-3-1 1,0 1-26,0 6 0,0-4-76,0 4 1,-2-1 70,-1 0 1,1 1-4,2-1 0,0-1-36,0 3 0,0-2 115,0 3 1,0-1 147,0 4 0,0 2-92,0 0 0,0 4 114,0 2 0,0 0 7,0 5 0,0 3-119,0 6 0,0-2-222,0 1 0,0 0 283,0 3 0,0 1-148,0 0 1,0-2-49,0-7 1,2 0-194,1-6 1,1 3 8,-2-6 1,-1 1-108,2-6 1,1 1-81,-2-4 1,1 0 98,-3 1 1,2-1-18,1 0 1,0 1 311,-3-1 1,3 3-79,-1 0 0,1 0 50,-3-3 1,0 3 227,0 0 0,0-1-53,0-4 1,3 0 98,0-3 1,0 0-62,0-3 0,-2-3-90,1 1 1,1-4-167,-1 0 169,-1 0-253,6-2 135,-6 3 0,5-1 84,-3 4-35,0-1 1,-2 3 307,2 0-206,-3 0 1,4 1-21,-4-1-408,0-4 193,0 4-53,0-7 176,0 2 240,0-3-267,-4 0 0,1-1 85,-3-1 0,-2 1-93,0-2 1,0 2 28,-3 1 0,-1 0-373,-2 0 0,-1 0 156,-2 0 0,-3 0-618,-2 0 1,2 0-125,-2 0 1,1 0-1330,0 0 2225,0 0 0,-6-18 0,-3-5 0</inkml:trace>
  <inkml:trace contextRef="#ctx0" brushRef="#br0" timeOffset="20">6309 9058 7892,'-4'0'2249,"-4"0"-542,7 0-632,-2 0-772,10 0 0,3 0-907,9 0 0,3-2 386,5 0 0,2 0-1166,4-4 0,3 4 1384,-1-3 0,-8 3 0,2 1 0,2 0 0,-1-1 0</inkml:trace>
  <inkml:trace contextRef="#ctx0" brushRef="#br0" timeOffset="21">6456 8951 9841,'0'6'682,"0"-1"0,0-2-22,0 2 0,0 5-209,0 3 1,0 3-627,0 4 0,1 1 166,2 7 1,-1 1 8,3 3 0,0-1 0,-1 3 0,2 3 0,1-1 0</inkml:trace>
  <inkml:trace contextRef="#ctx0" brushRef="#br0" timeOffset="22">7085 8576 7876,'0'-13'59,"0"3"0,0 0 130,0 2 0,0 0 194,0 0 0,0 3 835,0-1-272,0 4-204,0-1-312,0 10 0,0-1-86,0 8 1,0-1 53,3 3 0,-2 4-40,2 3 0,0-1 83,0 3 0,0 4-97,-3 4 0,0 1-73,0 4 1,0 2-493,0 4 0,0-20 0,0 0 316,0 0 1,0 1-1,-1 1 1,-1 0-123,1 1 1,-1 0-1,0-1 1,-1 0 71,1-3 1,1 0-1,-1 21-168,2-3 1,0-4 32,0-5 0,0 0-100,0-5 0,0 0 44,0-2 1,0-2-48,0-1 0,-1-2 113,-2-3 0,2-1 427,-2 0 1,2-1-333,1-1 0,-2-5 341,-1-4 7,1 1-127,2-2 142,0 0 1265,0-4-1463,0-4 1,0 3 168,3-2 1,1 0-94,5 0 1,0-1-10,2 2 0,1 0-282,5-4 0,-1 5-305,4-2 1,-2 1 42,3 0 0,2 1-201,1-2 0,1 2-1296,-1 1 1,1 1 796,2 2 1,-4-1 996,2 3 0,15 7 0,-16-2 0,0-2 0</inkml:trace>
  <inkml:trace contextRef="#ctx0" brushRef="#br0" timeOffset="23">7117 8437 7894,'0'-8'915,"1"1"-495,2 1 1,-1 0 257,3 3 1,4 1-216,4 2 1,4 0-152,2 0 1,3 1-270,5 1 0,3 0-229,5 4 1,0-4 185,3 3 0,-6 0 0,3-1 0,4 3 0,-1-1 0</inkml:trace>
  <inkml:trace contextRef="#ctx0" brushRef="#br0" timeOffset="24">7493 8698 7908,'-4'8'239,"1"3"138,-3 0 1,-1 3 505,5 0 0,-4 4-445,4 2 0,-4 1-23,3-2 1,-2 4-524,3-1 0,-1 0 129,3-4 1,0 0-162,0-7 1,0 1 175,0-5-484,0-2 0,0-2 242,0-6 1,0-4 13,0-4 1,0-5 121,0 0 0,0-1 98,0-5 1,0-1-5,0-4 0,0 2-41,3-2 1,-2 1 137,2 2 1,0-1-62,0-3 0,3 4 9,0-1 1,1 2-48,1 4 1,1 0-4,2 2 0,-2 5-16,2 1 1,1 3 6,-1 2 1,0 2 147,-3 4 1,0 4-80,0 2 1,-3 1 167,-2 1 0,-2 3-68,-1 0 1,0 4-17,0-2 1,-4 2-116,-2 2 1,-2-1 14,-3 0 0,2 0-87,-2-3 0,1 2-225,0-4 0,0 1-330,0-2 1,-3-1 299,3-2 1,-1 1-631,3-6 0,2 1-93,1-3 1002,3 0 0,9-14 0,7-5 0</inkml:trace>
  <inkml:trace contextRef="#ctx0" brushRef="#br0" timeOffset="25">7623 8788 7908,'-8'8'944,"0"0"227,3 1 0,0-2 690,3-2-832,1 3-465,-2-8-333,6 4 0,3-5-556,4-2 0,0-2-32,0-6 1,3 1-246,0-3 0,0 0 415,1-1 0,-4 2-319,1 4 1,-2 0 713,-1 0 0,0 1-172,0 1 281,-3 3 1,1 4-173,-3 1 0,0 2 620,-3 5 0,-1 2-337,-2 3 0,2 1-400,-1 2 1,1-1-410,1 0 1,0-2-1798,0 0 2178,0 0 0,7-2 0,2 0 0</inkml:trace>
  <inkml:trace contextRef="#ctx0" brushRef="#br0" timeOffset="26">8203 8796 7885,'0'5'681,"0"1"1,-3 0-220,0 1 0,0 5 239,3-1 1,0-9-624</inkml:trace>
  <inkml:trace contextRef="#ctx0" brushRef="#br0" timeOffset="27">8210 8845 12514,'3'-28'130,"2"-5"172,0-3 0,2-1-208,-1-1 0,4-1 58,1 1 1,0 2-113,-3 6 1,3 6 18,0 5 1,1 7-106,-1 3 1,-5 5 172,2 7 0,-3 3-16,1 4 1,0 0 67,-3 4 0,-1 2-86,-2 3 1,0 0 189,0-2 1,0-1-173,0 0 1,-2 0-207,-1-2 0,-2 0-68,2-3 0,-3-1-213,4-1 0,-4-1-304,0 0 1,-1-2 309,-2-1 1,2-3-477,-2 1 0,1-2 316,0-1 1,3-1-507,-1-2 0,2 1 1036,-2-3 0,13-33 0,0 13 0,0 1 0</inkml:trace>
  <inkml:trace contextRef="#ctx0" brushRef="#br0" timeOffset="28">8537 8600 7885,'-4'5'1094,"0"-1"-821,-4-1 1,2-2 2213,1 2-1133,3-2-476,-2-1-758,12 0 0,-6 0-268,7 0 1,-3 0-223,2 0 391,1 0 1,-2 0-1280,2 0 1027,-5 0 1,2 1-72,-3 2-211,0-3 1826,-3 7-673,0-2 0,-4 3 303,-1 0 1,-2 0 259,-2 1 0,2 2-587,-2-1 1,1 5-167,0-1 0,0-2-145,3 2 1,-1-4-435,3 4 1,1-4 171,5 1 1,0-2-1110,5-1 1,-2-1-342,5-1 1,2-1 1406,0-3 0,10-12 0,2 0 0</inkml:trace>
  <inkml:trace contextRef="#ctx0" brushRef="#br0" timeOffset="29">7460 9384 7645,'0'-5'2474,"0"1"-1950,0 4 1,0 7-59,0 1 1,0 9 23,0 2 0,0 5-350,0 3 0,0-1 74,0 5 0,0 1-228,0 3 0,0-1 75,0-4 0,0-2-345,0-7 1,0-4-130,0-6 39,0-2 1,0-5 168,0-4 1,0-8-13,0-6 1,0-2-101,0-3 0,0-5 24,0-2 0,0-6 3,0 2 0,0 1 82,0 0 1,0-1 172,0-2 1,1-1-13,1 0 0,0 4 241,4 2 1,-4 5-48,4 3 1,-1 5 56,4 0 1,-1 5-46,0 0 1,1 2-69,2 4 0,-2 1-33,5 2 1,-4 0 21,1 0 1,-2 1-127,0 2 0,-3 1 104,1 4 1,-1 1 100,-4 2 1,1-1-57,-3 4 1,-3-3 147,1 2 1,-8 1-344,2 2 0,-2-1 115,2-1 1,-1 1-175,-1-5 0,0 4 89,0-3 0,0-1-600,2-5 1,0 2 301,0-5 1,3 2 359,-2-4 0,17-19 0,0-4 0</inkml:trace>
  <inkml:trace contextRef="#ctx0" brushRef="#br0" timeOffset="30">7721 9384 12112,'8'0'-598,"0"0"1,1 0 400,-1 0 18,0 0 151,0 0 1,-1 0 530,-1 3-156,-3 2 0,-3 4 120,-3 2 1,-2-2-153,-3 2 1,0 1 74,0 2 1,1-1-75,1 1 0,-1-4-64,1 4 0,2-3-484,2 3 0,1-7 224,1 1 0,1-2-1116,1 2 0,6-3 16,3-3 0,4-1 1108,1-1 0,6-8 0,2-5 0,4-1 0,0 0 0</inkml:trace>
  <inkml:trace contextRef="#ctx0" brushRef="#br0" timeOffset="31">8235 9408 7930,'0'-4'0,"0"-1"0,0 3 669,0 0 1,-1-1 500,-1 3-600,0 0 0,-1 3-181,3 3 1,0 6-85,0 4 0,-3 4-221,1 4 0,-2 1 90,1-1 1,2 4-81,-1 2 0,0 1 74,2-1 1,-2-3 51,-1-5 0,1-2-216,2-4 1,0-3-826,0-2 323,0-5 0,0-4-433,0-4 0,0-7 281,0-5 0,0-6 241,0-4 0,0-1 31,3-5 0,-2 0 150,2-3 0,-1 1-22,0-1 1,0-2 164,4 0 1,-4-3 251,4 5 0,-3 3 26,2 5 0,-3 5 217,4 0 1,0 7-56,1 2 0,2 5-160,-1 0 0,0 4-50,0 0 1,1 2-23,-2 2 1,2 0-159,-1 4 0,-1-1 239,-2 3 0,0 0-151,-2 1 0,-2 2-26,1 3 1,-3 0-17,-2 0 0,-4 1-102,2-1 1,-2 1 119,-1-2 0,-1 1-290,2-3 1,-2 3 92,1-3 1,-3 0-394,0-3 0,1-3 15,1 1 1,1-4 545,0 0 0,0-26 0,-1-8 0</inkml:trace>
  <inkml:trace contextRef="#ctx0" brushRef="#br0" timeOffset="32">8513 9351 7930,'-9'0'0,"2"0"0,-2 0 0,1 0 2553,0 0-1113,4 0-363,0 0-839,4 0 1,4 0-343,1 0 0,2 0-485,1 0 0,1 0 465,-2 0 1,2 0-636,-1 0 1,0 3 346,0-1 1,-1 2-564,-2-1 161,3-2 652,-3 6 281,-1-3 1,0 2 352,-4 0 1,0-4-115,0 3 1,-3-2 376,0 3 1,-3-4-84,0 4 1,0-4-220,1 4 0,-3-3-282,3 2 8,1 1 0,1 2-320,3 0 0,0-3 87,0 1 1,1-4-65,1 4 0,3-3-236,3 2 1,1-2 179,-2 3 1,2-3-201,-1 4 295,0-1 1,-1-1 395,-1 4 1,0-2-150,-3 2 0,-1-4 357,-2 0 1,-4 1-229,-1 2 1,-3-3-154,-3 1 1,1-4-243,-3 0 0,-1-1 139,-2-1 0,2 0-1095,1 0 0,3-1 1074,-1-1 0,2-20 0,1-8 0,0-4 0,-1 1 0</inkml:trace>
  <inkml:trace contextRef="#ctx0" brushRef="#br0" timeOffset="33">8586 8454 7930,'5'3'248,"2"1"370,-2 1 0,3-1 126,3-4 1,3 2-299,5 1 0,2 0-420,7-3 1,1 0 76,3 0 1,3 0-599,-2 0 1,-3 0 317,-5 0 1,-2 0-425,0 0 1,-7 3 265,-6 0 0,-1 0 21,-4 0 0,-1-2 52,-4 5 1,-1 0 132,-2 1 1,-1 4 591,-5 1 1,1 2-273,0-1 1,0 6 526,0 0 1,0 1-309,-1-1 0,4 1 178,-1 5 1,2-1-176,-2 1 0,3-1-173,3 1 0,0 3-126,0 2 0,0-1 105,0 1 1,-3 0-142,0 3 0,1 0 79,2 3 1,0 0-349,0 6 0,-3-2 295,1 1 0,-1-1-144,3 2 0,0-3-38,0 0 1,0-4-64,0-5 0,0 1 13,3 0 0,-2-6 52,2-1 0,-2-4-36,-1 2 1,1-3 46,2 2 1,-2-5-74,1 0 1,0-4 13,0 2 0,-1-4 678,2 4 0,1-4-164,-2 1 0,1-2 169,-3-1 1,0-2 387,0-1-575,0 1 1,0 1-362,-3-1 0,1-2 157,-3-2 1,-1-1-170,-2 2 1,0-2 65,-1-1 0,-2 0-540,-3 0 0,2-1-67,-2-2 0,-2 2-287,-3-5 0,-1 1-669,1-3 0,0 2 206,-2 1 1292,2-1 0,-11-13 0,0-2 0</inkml:trace>
  <inkml:trace contextRef="#ctx0" brushRef="#br0" timeOffset="34">9181 8608 7904,'0'-8'480,"-3"0"1,2 0 302,-1 0 414,-3 0-327,4-1 172,-3 1-165,4 4-446,4 0 1,-1 8-79,3 2 1,1 1-92,-5 5 1,5 4 125,-2 5 0,-1 4-132,-2 2 0,-1 3 84,-1 5 1,0 4-349,0 4 0,0 3 124,1-20 1,-2 0-1,-1 1 1,1 0-290,-2 3 1,0 0 0,1-1 0,0 0 182,-1 1 1,0 0 0,2 0-1,0-1-86,-3-2 1,2 0 0,1 0 0,0-1-112,-1 15 0,1 1-151,1-7 0,-3-1 149,0-4 1,0-1-115,3-5 0,0-3 320,0 1 0,0-4-45,0 1 0,-3-4 462,1-1 1,-1-1-394,3 4 0,-1-5 465,-1-1 1,0 1-330,0-2 1,-2 2 240,2-4 1,-1-3 104,3 0 307,0-2-205,0 3 68,0-5-377,0 3 0,1-4 98,2 0 0,-2 3-2,5-1 1,-3 1-130,6-3 0,-3 0-87,5 0 0,2 0 21,0 0 0,4 0-471,2 0 0,0 0 242,5 0 1,-1 0-1439,4 0 1,-2 0-63,0 0 0,-1 0-558,1 0 0,-1 0-1726,-3 0 3796,-1 0 0,-11 4 0,-1 0 0</inkml:trace>
  <inkml:trace contextRef="#ctx0" brushRef="#br0" timeOffset="35">9214 8584 7904,'-3'12'350,"-2"-3"-292,-3 2 1,1-3 822,1 1 0,0-4 207,3 1-324,1-4-564,2 1 0,3-3-116,2 0 1,0-3 122,1-2 1,-2-5-124,2-2 0,0-1 105,-4 2 0,4-4 61,-3 2 0,0-3-265,-3 0 1,0 1 48,0 1 0,0-1 9,0 1 0,0 2 74,0-2 1,0 3 128,0-3 1,0 4-70,0 0 1,1 1-55,1 4 0,2-1-181,5 3 1,2 0 80,3 3 1,1 0-254,2 0 0,3 0 146,2 0 1,2 3-1347,4 3 1,-3-2 1429,2 2 0,6 3 0,0 4 0</inkml:trace>
  <inkml:trace contextRef="#ctx0" brushRef="#br0" timeOffset="36">9435 8682 9298,'-5'-4'3033,"1"3"-2355,4-3 1,7 4-265,1 0 1,6 0-673,-1 0 0,3 0-645,0 0 1,4 2 902,2 0 0,10-2 0,6-2 0,4 1 0,0 0 0</inkml:trace>
  <inkml:trace contextRef="#ctx0" brushRef="#br0" timeOffset="37">9753 8739 7927,'-4'6'557,"-1"-1"0,-3-3 819,1 4 0,1-4 361,1 1 519,3-2-1773,-2-1-264,11 0 1,2-5-803,4-3 1,4-1 448,-1-5 1,0 0-320,3-5 1,-1 1-45,2-1 0,-4-1-457,3-2 1,-1 2 485,-2 1 1,-2 0 210,0 2 0,-6 0 1175,1 7-826,-1-1 0,-7 7 890,1 4 1,-4 5-467,-4 5 0,2 4 176,-2 5 0,2-1-304,-2 4 0,0-1-204,3 4 1,0-3-419,3 0 0,0-3-576,0 2 1,3-2 809,0 3 0,25-4 0,4 2 0</inkml:trace>
  <inkml:trace contextRef="#ctx0" brushRef="#br0" timeOffset="38">10740 8624 7888,'0'-7'0,"0"-2"-1501,-3 1 1501,2 0 0,-5 0 518,3 0 0,-4 4 219,2 1 1,-3 2 247,-3 1 0,1 4-399,-4 1 1,4 6 104,-4 3 1,4 5-73,-1 2 1,2 0-228,0 1 1,5-1-463,2 0 0,1 1 111,1-6 1,4 2-187,4-7 1,4-1-140,1-5 1,5-1-315,-2-4 0,6-3 64,0-2 1,-2-4-459,2-7 0,-1 0-56,1-1 0,-2-2 512,-4 0 1,0-3 76,-3 3 0,-1-2 459,-4 2 0,-3 2 0,-3 4 0,-4 2 0,-3-3 0,-6 4 0,-10 3 0,-4 2 0,-3 1 0,-1 0 0</inkml:trace>
  <inkml:trace contextRef="#ctx0" brushRef="#br0" timeOffset="39">9549 9245 9648,'1'-4'1506,"2"0"1,2 1-985,6 0 1,-1 0-292,3 0 0,4 2-59,2-2 0,0 3-143,-3 0 0,-2 0-63,-1 0 1,-3 3-26,1 3 1,-4 1-159,-2 1 0,-4 1 120,-1 2 0,-4-1 268,-4 4 0,-1-1-166,-2 4 1,-1-2 409,-5-1 1,1 2-30,0 0 1,2-2 85,0 2 1,2-3-134,-2 1 1,2-1-73,4-2 0,4-2-593,1 2 0,3-2 288,3-1 1,5-3-876,5 1 1,4-4 466,2 0 1,2 0-1205,3-2 1,5-4 1649,0 2 0,-2-6 0,3-1 0,2-1 0,0 1 0</inkml:trace>
  <inkml:trace contextRef="#ctx0" brushRef="#br0" timeOffset="40">10267 9368 7863,'-3'4'723,"0"-1"1090,-2-3-1218,3 0 0,-1 2-172,6 0 0,2-1-685,3 2 0,4-2 238,2-1 0,1 0 24,1 0 0,10-2 0,5 0 0,2 0 0,-1-1 0</inkml:trace>
  <inkml:trace contextRef="#ctx0" brushRef="#br0" timeOffset="41">10544 9466 7851,'-11'4'3599,"2"-1"-1672,-3-3-653,8 0 1,6-3-739,6-3 1,5-1-499,1-1 1,3-3-532,1 0 0,0-3 381,1 0 1,-2 2-166,0-2 1,-1 1 230,0-1 0,-3 0-327,-2 3 1,-3 0 42,-3 3 1,2 2 733,-4 1-114,-1 4 0,-2-2 263,0 9 1,-1 0-252,-1 8 1,0-2-70,0 4 0,-2-2-190,2 5 0,-1 1 113,3-1 1,0 4-986,0-5 1,0 1 406,0-2 0,0-1 422,0 0 0,14-10 0,5-3 0</inkml:trace>
  <inkml:trace contextRef="#ctx0" brushRef="#br0" timeOffset="42">10847 8323 7848,'0'8'1237,"0"-3"1,0 1 299,3-4 0,2 4-695,7-3 0,3 0-209,4-3 0,5 0-467,0 0 0,4 0-350,5 0 1,0-3-278,-1 0 1,0-3 359,-2 4 1,-3-1-109,-2 3 1,-4 1 156,-2 2 1,-8 2-214,-3 6 1,-5 2-74,0 3 1,-3 4 581,-3 2 1,-4 4 97,-5 2 0,-2 2 319,1 0 1,0 5 277,-1 4 1,4 0-721,-1 2 0,5 3 140,1-1 1,3-18 0,2-1-119,-2-1 1,1 1 0,1 22-146,0-6 0,0 2 104,0-2 0,0 4-414,3-1 0,-1-2-28,3-3 1,-3-3-223,1 4 0,0-3-267,0 3 1,-1-6 401,-2-3 1,0 0 116,0 3 1,0-4 29,0-2 0,0-4 107,-3-2 0,1-2-69,-3 0 0,-1-6 356,-1-2 1,0-2 306,-1-1 0,1-3-216,-4-2 0,0-2 16,-1-1 0,-2 0-229,1 0 0,-2-1-566,-2-2 1,1-1 230,0-2 0,-1 0-1238,1 0 0,0-2 660,3-3 0,1 2-154,4-2 0,3 1 977,2 0 0,17-14 0,8-5 0,0-4 0,1-1 0</inkml:trace>
  <inkml:trace contextRef="#ctx0" brushRef="#br0" timeOffset="43">11524 8869 11017,'8'5'1749,"0"-2"0,5-2-1224,3-1 1,1 3-902,5-1 1,3 1-456,1-3 1,5 3-2126,-4 0 2956,0-1 0,12-2 0,4 0 0</inkml:trace>
  <inkml:trace contextRef="#ctx0" brushRef="#br0" timeOffset="44">11507 9000 7853,'5'0'3496,"2"0"-2569,-1 0 0,3 0-923,4 0 0,5 3-62,6 0 58,1 0 0,-2 1 0,3 2 0,3 1 0,-1 0 0</inkml:trace>
  <inkml:trace contextRef="#ctx0" brushRef="#br0" timeOffset="45">12340 8478 8502,'-5'0'2244,"-1"1"-1756,3 1 1,1 3-121,2 3 1,0 4 117,3 2 1,-2 9-11,2 3 0,0 9-131,0 3 1,0 6-278,-3-19 0,0-1 1,0 2-1,0 1 123,0 2 1,0-1-1,0-1 1,-1-1-124,-1 0 0,1 0 1,-1 1-1,1-1 23,-2 0 1,0 0 0,0-1 0,-1 0-72,1-1 0,1-1 0,-3 21 141,0-3 0,2 1-91,1 1 1,-2 0-163,2 1 0,-4 0 57,3-6 0,0-2-143,0-1 1,2 1 149,-2-4 0,2-1 199,-2-6 1,2-2-107,-2-1 1,2 0 7,1-6 1,0 2 51,-4-4 0,4-1 122,-3 0 1,1-3 917,0 1-843,0-2 427,-5-1-338,7 0 302,-4-3-167,4-2 114,0-3-492,0-3 1,1 2 2,2-2 0,1 2-168,4-2 0,1 2 64,2-2 1,-1 1-93,4-1 0,-1 2-157,3-1 1,3 1-253,1 1 1,3 0-220,-2 0 1,3 0-492,0 0 1,1 0-847,-1 0 0,1 0 999,-1 0 1,1 0-882,3 0 1872,-7-3 0,14-6 0,-5-4 0</inkml:trace>
  <inkml:trace contextRef="#ctx0" brushRef="#br0" timeOffset="46">12380 8478 8368,'4'4'2019,"-2"0"-1460,4-4 1,2 1-484,6 2 1,5-2 43,3 2 1,5 0-121,3 0 0,4 0 0,4 0 0,3-1 0,1 0 0</inkml:trace>
  <inkml:trace contextRef="#ctx0" brushRef="#br0" timeOffset="47">12625 8739 7930,'-5'3'0,"0"0"0,1 0 3137,-1 0-2258,4-2 0,-3 5-55,8-3 1,-3 0-339,4-3 1,4 0-594,2 0 0,3 0-108,0 0 0,2 0-176,3 0 1,-1-1-1332,1-2 1722,-2-2 0,17-10 0,5-3 0</inkml:trace>
  <inkml:trace contextRef="#ctx0" brushRef="#br0" timeOffset="48">12968 8813 7930,'-4'7'0,"-1"2"2263,1-1-927,1 0-499,3-4 0,1 0-405,1-4 0,4-4-209,5-1 0,-1-2-1022,4-1 1,-2-4 533,2-1 0,1-3-640,-1-1 0,1 1 499,1-4 0,1 3-156,-1-2 1,-1 2 113,-1 1 0,1-1 308,-5 1 0,0 1 178,-4 1 1,1 5 656,-5 3 344,1 5 1,-3-2-509,0 6 0,-3 5 471,1 5 0,-5 2-397,5 2 0,-2-1-378,2 0 1,0 4 5,0-1 0,-2 4-858,2-2 0,-1-1 74,3-1 0,0 1-976,0-1 1527,0 0 0,25-10 0,7-2 0</inkml:trace>
  <inkml:trace contextRef="#ctx0" brushRef="#br0" timeOffset="49">14086 8584 7917,'0'-8'2053,"0"0"-1166,0-1 1,-3 1 86,1 0 0,-4 3-137,3 0 1,-3 2-351,1 1 1,-3 2-137,1 2 1,-6 4-134,0 5 1,1 5 206,1 3 0,-1 3-55,1 0 0,4 1-43,1 1 0,4-1-167,0-2 0,4-3-152,3 2 1,6-4-145,3-3 1,3-4 138,1-7 0,1-1-528,6-1 0,-2-3 281,3-3 1,-1-5-266,-3-2 0,2-5 164,-3-1 1,-1-3-542,-1 3 0,-5-3 272,-3 3 0,-6-1 109,-2 4 0,-2 0 29,-1 0 1,-5 3 134,-3 3 0,-4 3-460,-7 1 1,-2 6 304,-4 0 0,-1 4 496,0 7 0,-3 6 0,-4 4 0,-4 3 0,0 0 0</inkml:trace>
  <inkml:trace contextRef="#ctx0" brushRef="#br0" timeOffset="50">12984 9433 7900,'-3'-9'427,"-1"4"319,-1-1 0,0 2-150,2-1 1,0 0-174,-3 3 1,-1 0 50,2 0 1,-3 3-112,0 4 0,-2 3 58,-2 8 0,1-1-127,0 7 0,3-3 296,-1 3 0,2-2-255,4 3 1,1-3-150,2-1 1,5-4-490,2 1 1,6-6 286,3-2 0,3-3-753,4-5 0,0-4 433,1-1 0,1-7-521,-1-1 0,0-5 284,-2-1 0,-3-1 84,-6 1 1,1 2 223,-6-2 0,2 1 153,-8 2 0,1 1 80,-3 1 1,-7 3-151,-1 2 0,-2 2-153,-2 1 0,2 3 91,-4 3 0,4 0-334,0 0 0,2 1 578,2 1 0,6 14 0,5 6 0</inkml:trace>
  <inkml:trace contextRef="#ctx0" brushRef="#br0" timeOffset="51">13540 9522 7835,'-6'3'831,"0"0"1223,5 0-1586,-3 0 0,8-2-131,1 1 0,6 0-991,3-2 1,2 0 426,3 0 1,-1 0 226,4 0 0,7-9 0,4-4 0,4-1 0,0 1 0</inkml:trace>
  <inkml:trace contextRef="#ctx0" brushRef="#br0" timeOffset="52">13906 9392 7827,'0'-5'716,"0"-1"0,2 2-370,0-2 0,3-1 216,3 1 0,4-1-357,1-1 1,0 3-20,0-1 0,0 4-424,1 0 0,-2 0 166,-1 2 0,-2 2-189,-1 0 0,-3 3 209,-5 6 0,0-1 295,0 4 1,-4 0-60,-2 2 1,-4 1 176,-4 2 1,-1-1 105,-2 4 1,4-3-171,-1 3 1,1-4 561,-1 1 1,3-2-320,2 0 0,5-4-739,1 1 1,3-5-216,3-1 1,5-3-362,6-5 1,2 0-33,3 0 0,2-4-2119,3-1 2926,1-7 0,1-6 0,1-5 0,4-3 0,0-1 0</inkml:trace>
  <inkml:trace contextRef="#ctx0" brushRef="#br0" timeOffset="53">14315 8274 7837,'-3'5'1798,"0"1"0,1-4-819,5 0 1,5 2-402,6-2 1,5 1-372,2-3 1,4 3-203,2 0 1,2 0-244,4-3 1,-1 0 87,1 0 1,-4 1-121,-2 1 0,-2 0-436,-3 4 0,-6-4 384,-5 3 1,-3 1-31,-2 2 0,-3 1-61,-6 2 1,-2 4 544,-4 4 1,1 4 122,-3-1 0,1 5 135,0-1 0,1 8-101,1-1 1,0 2-14,3 0 0,0 3 58,3 2 1,0 4-53,0 0 1,1-1 111,1-2 0,0-1-31,0 2 1,0 1-561,0 0 0,0 1-103,0-4 0,3 2-339,0-2 1,-1-2 233,-2-3 1,3-1-287,0-2 0,3-1 587,-4 1 1,3-4-40,-2 2 1,1-4 156,-2-2 1,-1 1-123,2-1 1,-2-4 671,-1-3 0,0-5-172,0-3 1,0-1-37,0 0 0,0-3 229,0 0 0,-2 1-205,-1 2 0,-3-3 297,3 1 0,-3-2-279,1 2 1,-5 1 217,-1-5 1,-4 3-216,2-2 0,-3 3-12,-3-3 1,-3 2-264,-2-3 1,-2 4-229,0-3 0,-1 0-491,-3-3 1,4 0-821,-2 0 0,2 0 1413,-1 0 0,2-12 0,-3-1 0</inkml:trace>
  <inkml:trace contextRef="#ctx0" brushRef="#br0" timeOffset="54">2050 10509 8092,'-4'-7'0,"2"-2"323,-4 1 1,5 0-88,-2 0 0,2 2 18,1 1 0,0 2 247,0-2-384,0 3 0,0-2 28,0 0 1,1 4-91,2-3 1,-2 6 258,2 2 0,0 3 132,0-1 0,0 6 258,-3 0 0,1 7-261,1 1 0,0 3 189,0 3 1,-1 2-178,-1 4 0,0 1-172,0 1 1,0 3-399,0 6 1,0 2 203,0-20 0,0 0 1,0-2-1,0-1 1,2 1 1,-1 1-1,0 21-90,1-23 0,-1 0 0,2 22-36,0-1 0,3-3 54,-3 0 1,2-1-147,-3-5 1,2 0-57,-4-2 0,2-3-7,1 0 0,0-4 12,-3 1 0,1-4-23,1-1 1,-1-2 236,2 2 0,-2-2 95,-1-4 1,0 0 51,0 1 1,0-3 166,0-1 0,0 0-185,0 1 0,0-3 262,0-2-70,0-5 217,0-1 2548,0-3-2754,3 0 1,-1 0-87,3 0 1,1-2 7,2-1 0,0 1-166,1 2 1,2 0-259,3 0 1,1 0-198,2 0 1,2-3-536,4 0 0,0 0-167,1 0 1,4 1 498,-1-3 0,1 2-1599,-1-3 0,2 5 2134,0-2 0,14-5 0,-1-1 0</inkml:trace>
  <inkml:trace contextRef="#ctx0" brushRef="#br0" timeOffset="55">2107 10411 8046,'8'0'969,"0"0"-727,0-3 0,5 3 419,3-3 0,3-1-210,5 1 0,2-2-451,7 2 0,-2-8 0,3-3 0,3 1 0,-1 0 0</inkml:trace>
  <inkml:trace contextRef="#ctx0" brushRef="#br0" timeOffset="56">2278 10567 7962,'-8'4'-1393,"2"-4"1114,1 3 1,3-2 3597,-4-1-1389,4 0-533,-1 0-963,14-4 1,-5 3-272,11-5 0,-1 2-167,3-2 1,-2-1-185,2 1 1,1 0-195,-1 0 0,1 0 317,-1 4 0,-5-1-109,2 3 0,-5 0-3,1 0 1,-5 1 240,-1 2 1,-3 4 7,-3 7 1,-6 1 222,-2 2 1,-6 2-134,1 0 1,-3 3 32,0-3 0,1 0-206,1-3 0,-1-2 81,5 0 1,0-4-384,4 0 0,0 0-15,3-3-245,0 2 118,3-1 1,5-1-207,3-2 0,1 2 18,5-4 0,-1 0 643,4-3 0,17 0 0,5 0 0</inkml:trace>
  <inkml:trace contextRef="#ctx0" brushRef="#br0" timeOffset="57">2645 10738 7962,'-8'16'354,"0"-2"44,0 0 1,3 2 720,3 3 1,-2 1-489,1-1 1,1-2-464,2 2 1,0 1 11,0-1 1,1-2-536,1-4 0,-1-3 82,2 1 0,-1-3-564,0-3 675,-1-1 0,3-5 34,-4-2 0,0-4-8,0-3 0,-3-6-39,0 0 1,0-1 20,3-5 0,-2-1 52,-1-4 0,1 2 30,2-3 1,-3 2 45,0-1 0,0 0 94,3-2 0,0 3-83,0 2 1,4-1 112,2 4 0,-2 0-24,1 3 0,2 4-59,3 3 0,-1 3 89,2 3 0,-2-2-74,0 4 0,-1 2 46,0 3 0,0 3 10,-3 3 1,1 3-6,-3 0 1,-1 3-23,-2 0 1,0 1 11,0 1 1,0 1-230,0-1 0,-2-2 125,-1 0 1,-3-1-155,1 4 1,-3-4 56,0 0 1,0-3-28,-1 1 0,-1-4-99,-1-2 1,0-3-197,3 1 1,2-2 451,1-1 0,10-19 0,1-3 0</inkml:trace>
  <inkml:trace contextRef="#ctx0" brushRef="#br0" timeOffset="58">2792 10656 7950,'-8'3'757,"0"0"0,3 0 553,-1-3-17,4 0-635,-2 0-283,4 0-470,4 0 1,1 0 139,3 0 1,1 0-311,2 0 1,-2 0 236,2 0 0,-2 0-178,-1 0 0,-3 0 0,1 0 541,0 0-273,-2 4 1,-1 0 236,-3 4 0,0 1-86,0 2 1,-3-1-77,-3 3 1,-1 1-33,-1 2 1,0 0 71,0-3 0,-1 2-156,2-4 1,-1 2-14,3-2 1,-1 1-475,2-5 196,2 2 0,3-2-264,1-2 0,3-1-129,3-4 1,3 0 19,0 0 643,3 0 0,18-18 0,7-5 0</inkml:trace>
  <inkml:trace contextRef="#ctx0" brushRef="#br0" timeOffset="59">3037 10624 7930,'-8'0'3800,"3"0"-3304,2-4 0,6 4-199,2-4 1,5 4-1374,2 0 1,2 0 140,-1 0 935,3 0 0,30-4 0,-20 2 0,0-1 0</inkml:trace>
  <inkml:trace contextRef="#ctx0" brushRef="#br0" timeOffset="60">3314 10738 7928,'-7'11'522,"-2"0"0,2 1 748,1-1 1,2-1-653,1 3 1,2 1-89,-2 2 0,3 0-408,0 1 0,0-1 125,0 0 0,0-1-517,3-1 1,-2-2 244,2-4 0,-1 0-356,0-3 326,0-1-124,1-4 1,-3-5 26,0-3 1,0-4-39,0-4 0,0-1-149,0-2 1,0-2 122,0-3 0,0-1 35,0 1 0,3 1 64,0 2 0,2-1 64,-3-3 0,5 5-17,-1 0 0,-2 4 79,2-1 0,-1 1-44,3 0 1,-1 0 192,-1 3 0,1 0 97,-1 6 1,1 1-92,1 1 1,-3 3-108,1-1 1,-4 2 45,4 1-84,-4 0 0,4 1 82,-3 2 1,-1 1 96,-2 5 1,0 1-73,0 1 1,-1 3 118,-1-3 0,0 2 47,-4-2 1,2 3-51,-2-3 1,0-1-233,0-1 0,2-1 156,-2 0 0,0-1-776,-2-1 0,3 0-415,-1-3-279,1 3 1304,-3-5 0,3-19 0,2-9 0</inkml:trace>
  <inkml:trace contextRef="#ctx0" brushRef="#br0" timeOffset="61">3470 10714 7907,'-9'7'0,"1"-1"2785,0 1-2001,0-3 0,3 2 826,3-1-958,1-3-647,4 1 0,2-3-448,3 0 1,0-2 353,0-1 1,4-3-519,-2 0 1,2-4 433,-2 0 0,0-2-520,0 5 266,0-2 0,-2 1 495,0 0 0,-1 3 550,-1-1-49,1 4 0,-5-2-134,3 4 0,-3 2 350,1 0 1,-2 3-292,-1 3 0,0 4-151,0 1 1,-1 3-474,-2 0 1,2 1 200,-1-1 1,1-1-72,1-1 0,3 5 0,2-2 0</inkml:trace>
  <inkml:trace contextRef="#ctx0" brushRef="#br0" timeOffset="62">4114 10575 7950,'0'-5'712,"0"-1"0,0 3-537,0-2 0,4 0 168,1-4 0,3 4 400,-1 0 1,6 0-488,0 0 0,3-2-376,0 4 1,-1 0-319,-1 3 1,0 0 283,-3 0 1,0 0-40,-3 0 0,-3 5 159,-3 3 1,-2 2 247,-2 3 0,-3 0-90,-3 4 0,-3-1 66,0 0 0,-3 3 1,0 1 1,2-1 300,-2-3 1,1 1-18,-1-1 0,3-3-64,2 1 0,2-3-668,2 3 294,1-4 1,5 0-877,2-4 1,2-2-47,6-4 0,2 0-1444,3 0 2329,4-4 0,19-19 0,-15 7 0,0 1 0</inkml:trace>
  <inkml:trace contextRef="#ctx0" brushRef="#br0" timeOffset="63">4425 10787 7950,'-9'12'744,"1"1"190,0 3 0,0 1-71,3-1 0,0 0-333,3 1 1,1 1-388,-2 1 1,3-2 32,3-4 1,-1-3-487,3 1 1,-2-3-34,3-3 1,-4-1-785,3-4 969,-2 0 0,0-4-247,-3-1 1,0-6 20,0-3 0,0-2 39,0-3 1,0-1 314,0-5 1,0-2-64,0 0 0,0-4 9,0 1 1,0-2 78,0-1 0,0 4 152,0 2 1,3 2-123,-1 1 1,5 0 63,-2 2 1,2 2 57,2 4 1,0 4-97,2 0 1,-2 6 136,5 1 1,-4 3-93,1-1 1,-2 3 135,0 3 0,-3 1 4,0 4 0,0 1-82,-3-2 0,0 5-27,-3-1 0,-4 3 8,-1 0 1,-3 1-201,1 1 0,-2-2 126,1 0 1,-3-2-431,0 2 1,-1-3 178,1-2 1,2-1-821,-2 0 1,2-3 1009,2 1 0,2-26 0,1-3 0</inkml:trace>
  <inkml:trace contextRef="#ctx0" brushRef="#br0" timeOffset="64">4628 10607 7950,'-8'6'1956,"0"0"-783,0-5 800,0 3-1090,0-1-762,3-1-134,1 1 1,5-3-325,2 0 1,1-1-255,1-1 0,2 0 313,-2 0 4,3 1 1,0 1-444,0 0-335,1 0 381,-1 0 606,0 0 0,-4 3 0,0 2 232,-4 3 1,0 1 258,0-2 1,0 0-237,0 1 1,-1-1 130,-2 3 1,2-3-38,-5-2 0,4 0 96,0 4 1,1-1 174,1 0-398,0 0 0,0 1-127,0-2 1,3 1-257,2-3 0,0 1-238,0-3 0,1 4 261,2-2 1,1 0-12,-2 0 1,2-2 14,-1 2 0,-3-2 369,1 2 46,-5 1 1,2 2 304,-6 0 0,-2-3-133,-6 1 1,1-3 136,-4 2 1,1-3-518,-3 1 0,0-2 97,-1-1 1,1 0-1230,0 0 0,3-1 209,2-2 915,2-2 0,16-17 0,3-5 0</inkml:trace>
  <inkml:trace contextRef="#ctx0" brushRef="#br0" timeOffset="65">4873 10591 10140,'1'5'1061,"2"-2"1,4-2-1448,4-1 1,3 0 385,0 0 0,14-3 0,7-2 0,2 0 0,1 1 0</inkml:trace>
  <inkml:trace contextRef="#ctx0" brushRef="#br0" timeOffset="66">5216 10747 7910,'-5'7'0,"-1"5"1280,3-2 1,1 5-573,2-2 0,0 3-128,0 0 0,0 0-151,0 1 1,0-1-658,0 0 0,0-1 107,0-1 1,2-2-110,1-4-533,-1 1 669,2-5 1,-3-4-74,2-5 0,-2-7-52,-1-1 1,0-4 24,0-2 0,0-1 57,0-5 1,0-2 27,0 0 1,0-3 74,0 3 1,1-4 134,2 1 0,-2-1-128,5 2 0,-3-3-28,2 5 0,0-2 9,4 1 0,-2 2-7,2 5 1,2 1 110,-1 7 1,3 0-81,-3 6 0,-1 2 203,2 2 0,0 3-36,-3 3 1,2 2 58,-4 2 0,-3 3-98,0 1 1,1 1-43,-1 1 1,-1 3-46,-2-3 0,-4 3 64,-1 0 1,-2 0-218,-2 1 1,2-1 121,-2 0 1,-1-2-97,-2-1 1,1-3-22,0-3 1,2 1-69,-2-6 1,-1 1-228,1-3 0,0 0-58,3 0 0,3-4 482,3-1 0,19-31 0,-6 14 0,1 0 0</inkml:trace>
  <inkml:trace contextRef="#ctx0" brushRef="#br0" timeOffset="67">5510 10526 7875,'-6'0'2443,"1"0"-1089,-1 0 1060,2 0-1567,0 0-1281,4 0 1,4 0 226,1 0 1,2 0-681,2 0 1,-4 0 389,0 0 0,1 0 152,2 0 1,-2 0 501,-1 0-349,0 0 1,1 0 2225,-1 0-1141,-3 3 785,1 2 1,-3 4-810,-3 2 0,1-1 355,-3 3 1,-1 1-571,-2 2 0,0 1-393,0-1 1,3-2-283,3 0 1,0-2-268,2 2 1,0-3 325,0-2 1,5-2-39,3-1 0,22-18 0,9-5 0</inkml:trace>
  <inkml:trace contextRef="#ctx0" brushRef="#br0" timeOffset="68">2629 11375 7932,'-8'0'893,"-1"0"1309,2 0-495,-2 0-759,1 0-734,3 0 1,7 0 48,6 0 1,1 1-686,4 1 1,4-1 323,2 2 0,4-2-2043,-2 2 2141,3-2 0,7 4 0,6 1 0,2-2 0,1 1 0</inkml:trace>
  <inkml:trace contextRef="#ctx0" brushRef="#br0" timeOffset="69">2972 11497 7956,'-4'16'331,"-1"0"0,0 1-12,0-1 1,3 0 402,-1 1 1,3 0-386,0 2 1,0-3-116,0 1 0,0-2-474,3-4 1,-3 3 160,3-3-387,2-4 311,-4-4 0,3-3 5,-4-3 0,-1-3 65,-2-5 1,1-4-242,-3-4 1,2-5 60,-2 0 1,3-1 106,-1-5 1,2 1 479,1-1 0,0-1-166,0 4 1,0 0 136,0 2 0,4 3-62,1 1 1,3 2-117,4 0 0,-3 5-43,4 4 1,-1 1 35,1 1 0,0 3-185,1-2 1,-3 6 103,-2-1 0,-2 2-101,2 2 0,-2 3 53,-1 3 0,-3 1 57,-3 2 1,0 1-54,0 5 0,-3-1-6,-3 0 1,-1 1-23,-2-1 1,2-1-3,-2-1 0,0 1-225,-2-5 0,2 1 79,-2-3 0,2-1-872,2-1 500,-2-3 577,1-3 0,11-29 0,2-7 0</inkml:trace>
  <inkml:trace contextRef="#ctx0" brushRef="#br0" timeOffset="70">3209 11391 8999,'-5'0'1791,"1"0"-1077,4 0-419,4 0 1,1 0-387,6 0 0,-2 0-46,2 0 0,-2 0-10,0 0 1,-2 0 65,2 0 1,-4 1 43,0 2 0,-2-2 406,3 1 0,-5 2-133,2 2 0,-3 1 39,-3 2 0,2 2 137,-5 3 0,-2 2 121,-3 3 1,1-2-123,1 2 1,1-1-126,0-2 1,3 1-957,2-1 1,3-2 476,0-1 1,4-6-1596,5 2 1,0-7 1787,4 1 0,19-24 0,-13 8 0,1-1 0</inkml:trace>
  <inkml:trace contextRef="#ctx0" brushRef="#br0" timeOffset="71">4400 11407 7948,'-5'0'2253,"-1"0"-960,4 0-773,-5 0 0,7 0 33,0 0 1,7 0-679,7 0 1,3 0 161,5 0 0,0 0-2735,8 0 2698,1 0 0,4 0 0,5 0 0,4 0 0,0 0 0</inkml:trace>
  <inkml:trace contextRef="#ctx0" brushRef="#br0" timeOffset="72">4857 11538 7948,'-8'16'575,"2"1"172,1-1 0,3 4-279,-1 1 0,2 1-2,1-1 0,0-3-372,0 2 1,0-1 58,0 1 1,1-4-594,2-3 1,-2-6 97,1 2 203,-1-7 0,-1 1 141,0-6 0,-1-2 18,-1-6 0,-2-4 8,-1-4 0,-1-4-16,3 1 1,0-4 149,3-1 0,-3-4-62,0 1 1,1 1-235,2-1 0,0 3 136,0 1 0,4-3-150,1 2 1,3 1 20,3 4 1,-1 2 94,3 4 0,1-2 21,2 1 0,1 4-8,-1 7 0,-3 0 97,-2 4-99,1-1 0,-4 3 173,1 3 1,-5 3-83,-4 4 1,0 3-55,0 3 1,-3-2-58,-3 0 0,-1-1-127,-1 4 1,-3-1-21,0 0 0,-1-3 17,2-2 1,0-1-334,-4 0 0,4-3 170,-1 1 0,2-5-1099,1-1 1433,3 0 0,13-21 0,5-3 0</inkml:trace>
  <inkml:trace contextRef="#ctx0" brushRef="#br0" timeOffset="73">5077 11383 9202,'-5'0'1859,"-1"0"-1070,1 0 541,-3 3-458,-1-2-792,1 3 105,3-4-420,2 0 1,4 0 7,1 0 87,3 0 1,3 0-178,1 0 0,-4 3-76,1-1 24,-1 4 259,3-1 1,-1 3 150,-1 1 1,-3-1-41,-3 0 1,0 0 145,0 0 0,0 0-21,0 1 0,0 2-50,0-1 1,0 1 128,-3-3 0,2 1-38,-1-2 1,-2 2-232,1-1 0,0-2 130,3-1 1,0-3-106,0 4 0,3-4 65,4 0 1,-1 0-319,3-2 0,-2 1 44,2 1 0,-1-1-138,0 2 730,4 1 0,-3 0-199,2 1 1,-5 2 570,0-1 1,-4 1-340,0 2 1,-2-2 206,-2 2 0,0-2-173,-4 2 0,-2-1-256,-3-3 0,0 1-307,0-3 1,1-1-540,-4-2 0,4 0-3011,0 0 3702,-3 0 0,-11-29 0,9 12 0,0-2 0</inkml:trace>
  <inkml:trace contextRef="#ctx0" brushRef="#br0" timeOffset="74">5624 10192 7909,'4'-9'2964,"-3"2"-2465,4 1 0,-1 3 121,1 3 1,4 0-187,5 0 0,1 0-445,1 0 1,3 1 105,0 1 1,4 1-274,-1 2 1,1 0 191,-2 4 0,2-2-290,-4-2 0,0 3 72,-2-3 1,-5 5-90,-1 1 0,-5-1 89,0-1 1,-4 2 97,4-1 0,-4 2 98,0-1 1,0 2-60,-2 3 0,0-1 139,0 1 0,-4-1-59,2 7 1,-4 0 295,4 2 1,-2 2 28,2 1 0,0 1 153,0 2 0,1 2-54,1-3 0,0 4-96,0 3 0,-3-3-240,1 2 1,-1 2 168,3-2 0,0 5-239,0 1 1,0-3 120,0 3 1,0-5-508,0 2 1,-1 0-66,-2 3 0,2-1-237,-1-2 1,0 1-215,2 0 0,0-1 369,0-3 0,0 0 13,0-5 0,2-2 109,0-4 1,2-1 146,1-7 1,-1 1 13,-4-5 1,2-2 359,1-1 1,0-2 64,-3 2 0,0 2 232,0-1 0,-3 3 164,0-3 0,-2 0-378,3 4 0,-1-2 78,3 2 1,-3 1-30,0-5 0,0 1-285,3-3 0,-1 0 162,-1-3 163,1 2-172,-6-2 1,3 0 88,-1 1 0,-2-3-13,1 2 0,-1-2-87,-2 2 0,-1 0-36,-1 0 1,-1 1 63,1-2 1,-1 1-441,-5-3 1,1 4 186,0-3 0,-1-1-1216,1-2 0,0-2 192,-1-1 1119,1-7 0,3-10 0,1-10 0</inkml:trace>
  <inkml:trace contextRef="#ctx0" brushRef="#br0" timeOffset="75">6211 10918 7919,'-5'0'1371,"0"0"0,2 0 92,-3 0-978,5 0 1,-2 0 339,6 0 0,2 0-315,6 0 0,4 0-325,4 0 1,5 0-365,1 0 1,-1 0-415,3 0 1,0 0-1023,-1 0 0,0 0 303,1 0 1312,-2 0 0,8-8 0,-1-1 0</inkml:trace>
  <inkml:trace contextRef="#ctx0" brushRef="#br0" timeOffset="76">6374 10796 7886,'-3'5'664,"-3"0"0,2 1 907,-2 2 1,4 3-859,-3-1 1,2 6-37,1 0 0,1 5-695,1 3 0,3 0 55,0 1 0,4-2-37,1-1 0,14 9 0,8-1 0</inkml:trace>
  <inkml:trace contextRef="#ctx0" brushRef="#br0" timeOffset="77">6938 10509 7903,'-4'-7'1378,"-1"2"1,0-1-492,0 3-563,3 0 0,-2 4-413,4 2 88,0 1 1,0 5 20,0-2 1,3 2 115,0-1 1,3 3-144,-1 0 1,0 2 261,0-2 0,-2 4-149,2-2 0,-3 3 169,1 4 0,1 3-86,-2 4 0,1 7-170,-3-1 1,1 6-305,2 1 1,-2 2 249,0-19 0,0 0 1,1 20 112,-2 1 0,0-1-121,3-2 0,-3 0-20,4-5 1,-4 2-68,0-3 1,0 1 43,0-4 1,0 0 41,0-2 1,0 1 14,0-1 1,0 2 24,0 1 0,0-1-3,0 1 0,0-3-51,0 0 1,0-2-116,0-1 1,0 0 22,0-8 0,3-1-26,0-5-86,0 3 0,-3-8 463,4 0-426,-4-4 372,4-4 186,-4 0-159,0-3 363,0 2-150,0-2-152,0 3 127,-4 0-192,4 0 1,-4 1-143,4 1 320,0-1-19,0 2-2229,0-3 499,0 4 117,0-3-131,0 3 1415,0-4 0,0-11 0,0-3 0</inkml:trace>
  <inkml:trace contextRef="#ctx0" brushRef="#br0" timeOffset="78">6954 11766 7903,'-7'1'-895,"2"2"0,0-2 2297,2 2-382,2-3-273,-3 4-517,4-3 1,4 3-321,1-4 0,4 0-12,2 0 0,-1 0 7,3 0 0,1 0-54,2 0 0,0 0-288,1 0 1,0-3-296,2 0 1,-1 0 731,4 3 0,18-3 0,-17 0 0,1 1 0</inkml:trace>
  <inkml:trace contextRef="#ctx0" brushRef="#br0" timeOffset="79">6978 10624 8131,'-2'-5'1023,"-1"-1"-875,1 0 1,2-1-75,0-2 0,-2 0 52,0-2 1,1 2-88,-2-2 1,2 0 162,1-1 1,-3-1-26,1 2 1,-2-2 115,1 2 1,1-2-120,-3 1 1,2-1 299,-2 2 0,3 0-47,-1 2 1,2 2 541,1-2-348,-3 1-95,2 0-397,-2 0 91,3 0-88,0 4 260,0 0-537,3 4 43,-2 0 1,2 0 0,-2-1 390,2-2-181,-2 2 445,3-3-114,-4 1-244,0 2 1,0-4-27,0 3 1,0 1 29,4-2-42,-4 2 0,7 1-5,-1 0 0,1-3-189,2 1 0,-1-1 107,4 3 0,-2 0-444,6 0 0,-1 0 185,4 0 1,2 0-1256,1 0 0,1 1 689,1 2 1,0-3 754,-2 4 0,13 0 0,-1 1 0</inkml:trace>
  <inkml:trace contextRef="#ctx0" brushRef="#br0" timeOffset="80">7150 10551 7971,'0'-9'915,"0"5"0,0-3-319,0 1 0,0 2-122,4-2 0,0 4-142,4 0 0,3 0-228,0 2 1,4 0 70,-2 0 0,2 0-89,-2 0 1,1 4-17,-2 2 1,-1 2-187,-4 3 0,1-1 57,-3 3 0,-1-2-268,-4 3 1,-1-1 78,-2 0 1,-2 1 73,-6-3 0,1 1 267,-4-1 1,1-2-82,0 2 1,-1-3 83,2-2 1,2 0-52,1-3 0,2 2 20,-2-2-233,1 4-103,4-3 0,1 1-479,6 1 0,4-5 354,4 2 0,4-1 396,2 1 0,28-2 0,-17 0 0,0 2 0</inkml:trace>
  <inkml:trace contextRef="#ctx0" brushRef="#br0" timeOffset="81">7444 10730 7971,'-9'12'0,"1"0"908,0 5 1,3-1-352,3 0 1,1 4 106,1 2 1,0-1-357,0 0 0,0 1-298,0-1 1,1-2-105,1-5 1,2 1-355,2-5 1,0 1-277,-3-2 449,-1-5 103,-2-1 43,0-10 1,-1-1-133,-1-5 0,-2-5 56,-1 1 0,-2-5 139,5 1 1,-4-3 16,3 0 0,0-5 122,0-1 0,2 2 239,-2 1 0,3 2-160,0 1 1,0 1 67,0-2 0,3 6-61,3-2 0,2 3-71,3 4 1,-1 0-41,4 3 0,-4 1-1,4 5 0,-3 0 8,3 3 1,-4 0-114,0 0 0,-1 2-42,-1 2 0,-3 3 69,2 3 1,-6 1-96,1-2 1,0 5 119,-2-1 1,-2 2-245,0-2 0,-3 3 30,-6-3 1,2-1 17,-2-1 0,-1-2 6,1 2 0,-1-1-196,1 0 0,2-4-292,-2-1 1,2-2 683,1-1 0,4-25 0,0-7 0</inkml:trace>
  <inkml:trace contextRef="#ctx0" brushRef="#br0" timeOffset="82">7591 10640 8051,'-5'0'1068,"1"0"0,4-1-97,0-2-611,0 3 0,4-6-312,1 2 1,3 2-113,0 2 0,3 0-111,0 0 1,-1 0 130,-1 0 0,-1 0-108,0 0 1,-1 1 346,-1 1-156,1 3 1,-6 6 130,2 0 1,-3 0-166,-3 0 1,-2-1 343,-3 4 0,0-1-84,0 1 1,-3 0-98,0-3 0,1 0 60,5-3 0,-3 0-103,3 0 0,1 1-511,2-2 0,1-1 224,1-1 1,1-3-280,1 1 0,3-2 211,3-1 0,1 0-1695,2 0 1925,2 0 0,21-8 0,5-1 0</inkml:trace>
  <inkml:trace contextRef="#ctx0" brushRef="#br0" timeOffset="83">7860 10616 7936,'0'-5'2729,"0"1"-2330,0 1 1,4 2-128,1-2 1,2 3-1024,1 0 1,3-3 135,0 0 615,3 0 0,21 7 0,8 1 0</inkml:trace>
  <inkml:trace contextRef="#ctx0" brushRef="#br0" timeOffset="84">8129 10779 7918,'0'8'812,"-3"4"-443,1 1 0,-1 0 26,3 0 1,0-1-45,0 1 1,0-2-101,0 2 0,0-3-57,0 2-252,0 0 0,1 0-11,2-2-434,-3-3 341,4-7 1,-4-1 67,0-2 0,0-2-35,0-6 0,0-1 89,0-5 0,3-3-17,0-1 0,-1-3 60,-2 0 0,1-5 14,2-1 0,-3 0 105,4 0 1,-1-1 213,0 4 1,3-3 25,0 2 0,-1 2-129,0 4 0,0 2-36,3 4 0,3 5-36,0 2 0,0 3-168,-3 2 1,0 3 92,0 3 0,1 3 60,-2 3 1,2 0-74,-1 0 1,-2 1-25,-1-2 0,-3 2-119,4-1 0,-4 3 37,0 0 0,0-1-182,-2-1 1,0-1 85,0 0 0,-4 3-208,-2 0 0,2 0 36,-1-3 1,-4-1 130,-2-2 0,0 3 45,-1-3 1,1-1 12,-3-1 0,0-1-334,3 0 0,-3-1 115,3 2 0,1-3-952,1-3 535,5 2 748,0-6 0,18-9 0,5-5 0</inkml:trace>
  <inkml:trace contextRef="#ctx0" brushRef="#br0" timeOffset="85">8357 10665 7883,'-7'4'1161,"-2"1"0,2-1-496,1 2 0,0-4 1128,4 4-718,-1-4-643,3 2 1,1-4-332,2 0 0,2 0-277,6 0 1,-2 0-72,2 0 1,1-4-294,-2-2 0,4-1 15,-3-1 0,3 0 268,-4-1 1,1 2-35,-2-2 0,-2 2-355,2 1 1541,-1-1 148,0 7-170,0-4 1,-3 8-263,-3 1 0,2 3-213,-1 3 1,-1 1-1093,-2 5 0,0-1 479,0 0 0,0 1 215,0-1 0,8 15 0,1 3 0</inkml:trace>
  <inkml:trace contextRef="#ctx0" brushRef="#br0" timeOffset="86">8978 10591 7924,'-8'0'759,"-1"0"1170,1 0 132,0 0-978,0 0-692,3 0 0,5 0-159,6 0 1,5 0-235,3 0 1,1 0 101,1 0 1,4 1-746,2 2 1,1 1-229,2 1 0,-1 1 873,1-3 0,0 0 0,3 1 0,3-2 0,-1 0 0</inkml:trace>
  <inkml:trace contextRef="#ctx0" brushRef="#br0" timeOffset="87">9361 10640 7895,'-3'5'2015,"2"2"-1404,-2-1 1,2 1-226,1 4 1,0 2-40,0 3 1,0 4-132,0 2 0,0 2-205,0 1 1,0-1-48,0 1 0,0-2-99,0-1 1,0-5 78,0-4 0,0-5-410,0 0 62,0-5 1,0-4 164,0-8 1,3-2-15,-1-6 1,1-3 79,-3-1 1,0-3 152,0 0 1,1-5-76,2-1 0,-2-1 23,1-2 1,2 0-128,-1 1 1,2-4 171,-2 1 1,4-2 125,-2 4 0,3 0-91,3 9 0,-1 2 147,3 5 1,-3 5-56,2 1 1,-1 6 31,0 2 0,0 3 25,-3 3 9,0 1 0,-1 7-147,-1 0 0,-2 0 159,-1 1 1,-2-1-227,2 3 0,-3 1 99,-3-1 0,-2 2-51,-2 3 1,-2-4 22,1 1 1,-3-2-70,0 2 0,-1-2-7,1 0 0,2-4-146,-5 1 0,4-2-87,-1-1 1,2-3-875,1-3 1160,4-1 0,14-30 0,9-7 0</inkml:trace>
  <inkml:trace contextRef="#ctx0" brushRef="#br0" timeOffset="88">9655 10534 10717,'0'-6'1183,"0"1"0,4 4-1165,1-2 0,2 1 42,2-1 1,1 2-276,1-1 1,1 0 219,-1 2 0,-2 0-33,2 0 246,-2 0 1,-2 4 154,-2 2 0,-1 1 434,-4 1 0,-1 1-304,-2 2 0,-1-1 53,-4 3 1,0 1-177,-1 2 0,2 1 143,-2-1 1,2-2-344,2 0 1,-2-2-473,5 2 1,-1 0-276,3-3 1,4 0-729,1-3 0,3-1-2933,3-1 4228,-2-3 0,11-7 0,5-6 0,-1 1 0,1 0 0</inkml:trace>
  <inkml:trace contextRef="#ctx0" brushRef="#br0" timeOffset="89">7174 11236 7976,'-8'0'0,"0"0"0,0 0 1050,-1 0 1,4 0-120,0 0 1,2 0 1167,-2 0-1702,3 0 0,-1 0-178,6 0 1,1 0-340,5 0 1,2-3 157,3 0 0,1 0-463,1 0 1,1 2 362,-1-6 0,0 6-154,1-1 1,-5 0 17,0 2 1,-4 0-105,1 0 0,-2 2 331,-1 0 0,-3 3 247,-3 6 1,-3 2 210,-3 3 1,-1 1-224,-2-1 0,-2 0 36,-3 1 1,2 2-11,-2-1 1,4 1-452,-1-5 1,3 0-58,3-3 1,-2 0-56,4 1 1,0-6-312,3 2 1,4-2-632,1-1 0,4-1 1215,2-4 0,23-8 0,10-1 0</inkml:trace>
  <inkml:trace contextRef="#ctx0" brushRef="#br0" timeOffset="90">7435 11522 7963,'-8'11'0,"1"-1"1038,1 4 1,0 0-424,3 2 0,1 1 11,2 2 1,0-4-183,0 4 1,2-6-687,1 3 0,3-5-38,-4 1 1,2-6-848,-1-1 1050,-2-3 1,2 1 110,-3-6 0,0-2-32,0-3 0,0-4-41,0-1 0,-3-4-61,1-2 0,-2-2 76,1-3 0,2-1-106,-1 1 0,1-1 75,1 1 1,0-1 26,0 1 0,1 0 19,1 3 1,0 1-31,4 4 0,-1-1 130,3 1 1,1 3-75,-1 2 1,3 2 166,-1 1 1,1 1-43,-2 1 1,-1 3 12,0 3 0,-3-3-71,1 0 4,-1 1-86,0 5 0,-2 5-3,-3 2 0,0 3-110,0-3 1,-1 3 85,-1 3 0,-3 0-334,-3 1 0,0-1 137,0 0 0,-1-2-399,-2-1 0,2-2 112,-2 0 0,2-2 509,1-2 0,3-16 0,1-6 0</inkml:trace>
  <inkml:trace contextRef="#ctx0" brushRef="#br0" timeOffset="91">7582 11415 7926,'-8'0'3437,"0"-3"-852,0 2-1775,3-3-722,2 1 0,4 1-155,1 0 0,3 1 115,3 1 0,1-3-902,2 1 0,-2-1 118,2 3-715,-2 0 1080,-1 0 0,-1 1 97,-1 2 0,-3-2 597,-3 5 1,0-3-293,0 2 1,-3 0 469,1 4 1,-3-1-252,2 0 0,-3 0 88,0 0 1,2 0-47,-2-3 0,4 2 117,0-2 0,-2 0 31,2 0-617,-1 1-210,3 2 1,0-3 268,3 1 0,0-3-276,4 2 0,-1-2 178,0 3 1,2-4-84,3 3 1,-5 1-14,2 2 1,-1 0 63,1 1 0,-3-2 204,1 2 0,-4-1 227,0 0 0,-1 0 15,-1 1 0,-1-2 220,-1 2 0,-3-4-128,-3 1 1,-1-5-67,-2 2 1,2-2-734,-2-1 0,1-1 284,0-2 1,3 2-836,-1-5 1060,1 1 0,14-36 0,-2 17 0,0-1 0</inkml:trace>
  <inkml:trace contextRef="#ctx0" brushRef="#br0" timeOffset="92">7893 11432 7908,'4'-4'2180,"0"3"-1532,-1-1 0,-1 1-673,3 1 1,1 0 24,2 0 0,19 3 0,3 2 0</inkml:trace>
  <inkml:trace contextRef="#ctx0" brushRef="#br0" timeOffset="93">8219 11473 7833,'0'11'426,"0"-1"1,-3 5 126,0-1 1,0 1 426,3 1 1,0 3-796,-3 0 0,2 3-11,-2-3 1,3 3-544,0-3 1,0-1 234,0-1 1,0-4-364,0-2 0,0-5 49,0 0 338,0-5 0,-1 2 34,-2-6 1,1-5-120,-4-5 1,2-3 196,-2-1 0,0-2-54,4-3 1,-2-2 128,1-4 1,2 0-56,-1-5 0,0 3-48,2 0 1,0 3 39,0-3 0,2 1-15,0 3 1,3-1 4,3 9 0,0-1 3,0 5 1,3 1 87,0 5 0,0-1-66,-3 6 1,0 0 95,1 3 0,-2 1-58,-2 1 0,2 5 83,-5 3 1,3 2-91,-1 2 0,-2 1-117,-2-1 0,0 0-36,0 0 1,0 1-152,0-5 0,-3 4 0,-3-3 1,2-1 137,-2-1 0,3-1-276,-2 0 0,0-3 97,-4 1 1,2-3 284,1 2 0,-8-18 0,1-1 0</inkml:trace>
  <inkml:trace contextRef="#ctx0" brushRef="#br0" timeOffset="94">8374 11391 7833,'-5'0'3037,"-1"0"-2016,4 0-650,-2 0 1,6 0-365,0 0 0,3-3-77,3 1 0,1-2-92,2 1 0,-2 2-72,2-1 1,-2 1 229,-1 1 0,0 1 48,1 1 0,-4 3-75,0 3 1,-3 0 359,1 0 0,-2 3-29,-1 0 0,-1 4-25,-2-2 0,-2 3 33,-2 0 0,1 0 179,0 1 0,2-4-307,-2 1 0,0-4 43,4 0 0,-1-1-593,3 0 1,0-4 281,0 1 1,4-5-1326,1 2 1,2-2 213,1-1 1199,4 0 0,15-22 0,8-5 0</inkml:trace>
  <inkml:trace contextRef="#ctx0" brushRef="#br0" timeOffset="95">9010 11342 7834,'-8'-3'1345,"0"1"1,3-1-48,-1 3 0,4-1 85,0-2-541,1 2 0,4-2-334,3 3 0,5 0-233,3 0 0,3 0-497,2 0 1,4 0-527,-1 0 0,2 0 748,4 0 0,-1-5 0,4-2 0,3 1 0,1-1 0</inkml:trace>
  <inkml:trace contextRef="#ctx0" brushRef="#br0" timeOffset="96">9459 11522 7834,'-3'7'194,"1"2"1,-3 2 243,2-1 0,0 5-113,3-1 1,0 1 173,0 2 0,0 1-866,0 1 1,1 0 156,1-6 1,1 2-49,2-4 1,-4-3 55,3-3 360,-4-3 0,0-2-19,0-5 0,0-4-3,0-2 1,-3-2-298,1-6 1,-3-2 148,2-4 1,0 0-192,3-2 0,0 1 84,0 0 1,0-2 211,0 4 0,0-6-99,0 6 0,3 1 191,3 1 1,1 3-42,2 1 1,-2 0-105,2 2 0,1 3 15,1 3 0,1 1 145,-1 4 1,-2-1-80,2 3 1,-5 0 64,0 3-98,-4 3 1,4 5-20,-3 3 1,-1 1-172,-6-1 0,0-1 55,-4 4 1,0-2-48,-1 2 0,2 0 37,-2-3 0,-1 0-133,-1 1 0,0-3-321,3 2 0,-1-4 200,2-1 0,-2-2 311,1-1 0,11-20 0,2-2 0</inkml:trace>
  <inkml:trace contextRef="#ctx0" brushRef="#br0" timeOffset="97">9655 11342 11811,'0'-5'2486,"0"2"-2825,0-1-21,0 3 16,4-2 0,0 3 81,4 0 1,-2 0-912,-1 0 201,0 0 573,4 3 1,-5 2 219,-1 3 16,-2 0 1,-1 0 499,0 0 1,-1 1 42,-2-1 0,2-1 234,-5-1 0,3 0 199,-2 0 1,2-2-335,-2 2 0,2-3-12,-2 2 1,3-2 231,-1 3-881,2-5 204,1 3 0,1-4-58,2 0 1,1 0-222,5 0 0,-2 0-346,2 0 0,0 2 258,2 1 0,-2 1-158,2-2 1,-2 2 346,-1 2 0,-2 4-57,-1-2 1,-4 3 719,2-1 1,-2 3-300,-1 0 0,0 1 578,0-2 1,-4-1-311,-1 0 1,-5-4-104,-1 0 1,1-4-570,1 0 0,1-2 213,0-1 1,0-1-1560,-1-2 1,2-2 198,2-6 1344,-3-2 0,12-25 0,-4-6 0</inkml:trace>
  <inkml:trace contextRef="#ctx0" brushRef="#br0" timeOffset="98">9810 10265 7858,'0'4'3591,"4"0"-2811,1-4 0,3 0-372,3 0 0,2 0-197,3 0 0,4 0-520,2 0 1,4-1 246,1-2 1,1 2-327,-4-1 1,0 1 353,-3 1 1,-2 3-313,-5 3 1,-3 4 69,-6 1 1,-1 4-15,-4 1 0,-1 4 191,-2 5 0,-1 0 163,-4 3 0,0 1 112,-1 3 0,4 5-231,-1 1 1,5-2 481,-2-1 1,2 2-153,1-2 1,1 6 218,2 1 1,-2-3-163,5-1 0,-4 1-196,0 5 1,2-2-308,-1 1 0,2-1 215,-2-2 1,2 2-236,-2 2 0,3-4 116,0 1 1,-2-4-313,2-7 0,-2 1 195,2-1 0,0-2 8,-3 0 0,2-4 87,-2-2 0,3 1 309,-4-1 0,2-2 147,-1-1 1,-2-5-311,1-4 0,-1-1 422,-1 0 0,0-4-160,0 1 355,0-5-133,0 7-458,-3-4 0,-2 4 85,-3 0 0,-3-2-237,0-1 1,-3 0-49,4 4 0,-5-1-14,1 0 0,-1-2-813,-1-1 1,-1-3 476,1 1 1,2-2-1254,1-1 1728,0-4 0,-7-34 0,9 14 0,0-1 0</inkml:trace>
  <inkml:trace contextRef="#ctx0" brushRef="#br0" timeOffset="99">10357 10950 13990,'11'0'476,"3"0"1,2 0-1434,3 0 0,2 0 629,4 0 0,2 0 328,1 0 0,-4-6 0,4-2 0,0-2 0,0 2 0</inkml:trace>
  <inkml:trace contextRef="#ctx0" brushRef="#br0" timeOffset="100">10381 11073 7813,'-4'0'3084,"0"-4"0,10 3-2366,3-1 1,7-1-1012,0 1 1,9 1 235,-1-2 0,6 3 57,0 0 0,-1-2 0,3 0 0,2-1 0,0 1 0</inkml:trace>
  <inkml:trace contextRef="#ctx0" brushRef="#br0" timeOffset="101">10854 10444 7857,'0'-5'500,"0"0"1,-2 2 630,-1-3 726,1 5-1398,-2-3 1,3 5-49,-2 2 1,5 5-149,1 5 1,0 6-31,0 3 0,-1 3 177,3 2 1,-3 5-67,1 3 0,1 8-347,-2 0 1,0-20 0,-1 1 134,-1 1 0,0-1 0,0 1 0,1-1 75,1 1 0,-2-1 0,1 0 0,0 0-242,0 0 1,0 0-1,0 19 56,-1 4 0,3-5-173,-1-1 0,2 1 208,-1 1 1,-2-4-362,1-1 0,2-4 160,-1-1 0,0-1-95,0-2 1,-2-4 57,2-4 0,0 1 116,0-4 1,0 0 135,-3-2 1,0-2 578,0-2 1,0 2-140,0-4 0,0 0 107,0-4 1,0 2-433,0-1 1,0-2 274,0-1-411,0-3 0,1 2 148,1-1 0,1-2 26,2 2 0,0-2-49,4-1 1,-2 0 67,2 0 0,1 0-63,1 0 1,4-1-10,-2-2 0,3 1-723,1-3 0,1 2 366,1-2 0,1 3-1636,-1-1 1,0 2 101,2 1 1,-3 0-1899,1 0 3619,2 0 0,0 7 0,3 2 0</inkml:trace>
  <inkml:trace contextRef="#ctx0" brushRef="#br0" timeOffset="102">10952 10297 11686,'10'3'-73,"0"0"1,6 0-453,3-3 525,4 0 0,8 1 0,6 2 0,4-1 0,1 0 0</inkml:trace>
  <inkml:trace contextRef="#ctx0" brushRef="#br0" timeOffset="103">11157 10558 7871,'-9'0'770,"2"4"1,0-2 2848,2 4-2826,4-5 0,1 3-54,5-4 1,6 2-1179,2 2 0,3-2 327,0-2 0,1 0-1778,-1 0 1,4 0 1889,2 0 0,1-6 0,3-3 0,1 1 0,2-1 0</inkml:trace>
  <inkml:trace contextRef="#ctx0" brushRef="#br0" timeOffset="104">11442 10632 7871,'-8'0'3646,"0"0"-2582,0 4 1,2-4 164,1 3-826,3-2 0,2-1 3,6 0 0,4 0-1012,0 0 0,5-4 444,-1-1 1,3-2-995,2-1 1,1-3 641,-4 0 0,0-3-67,1 0 1,-2-1 256,-1 2 1,0-2 479,-3 4 1,0-2-23,-3 2 96,-3 4 700,1 3 0,-4 5-389,0 2 0,-2 5 52,-2 5 1,0 3-143,0 0 1,0 1-637,0-1 1,1 3-277,-2 0 0,2 3-575,1 0 0,0-2 1036,0-1 0,11 13 0,3 2 0</inkml:trace>
  <inkml:trace contextRef="#ctx0" brushRef="#br0" timeOffset="105">12135 10509 7839,'-5'0'851,"0"0"1301,-1-3-1154,-2 3 0,0-4 100,0 8 0,3 1-490,-1 6 0,5 1 80,-2 5 1,-1-1-316,1 0 1,0 1-164,3 3 1,4-4-320,2 4 1,2-4 146,3-3 0,1 0-548,5-6 0,0-2 232,2-2 0,1-3-161,2-3 0,1-3-54,-1-4 0,-1-6-379,1-3 0,-1-3 477,0 4 0,-3-4 171,-5 2 0,-3-2 173,1 0 0,-3 2-57,-2 1 1,-4 3 119,-4 2 1,-3 3-156,-3 2 1,-4 2-187,-2 2 0,-1 5 66,-2 5 0,-2 3-568,1 4 831,-5 0 0,-1 5 0,-2 4 0,-4 0 0,-1 2 0</inkml:trace>
  <inkml:trace contextRef="#ctx0" brushRef="#br0" timeOffset="106">11418 11317 7837,'-16'9'0,"-1"-1"378,1 0 0,0 0 564,3 0 0,1 1 173,4 2 1,-1-2-509,2 2 1,2 1-172,2-1 1,2 0-165,1-3 0,4 0-220,1 0 1,2 0-7,2-3 1,3-1 3,1-4 0,2-2-293,2 0 1,-1-3 166,0-3 0,3-3-797,0-3 0,1-1 328,-4 1 0,1-1-293,-1 1 1,-3 0 321,-3 1 0,-2-2 174,-2 5 0,0-4 208,-4 3 1,1 0 115,-6 3 0,-5 3-40,-6-2 0,1 6-106,0-1 1,0 0 156,-4 2 1,1 0-29,3 0 0,-2 0-492,4 0 527,4 4 0,29 1 0,10 3 0</inkml:trace>
  <inkml:trace contextRef="#ctx0" brushRef="#br0" timeOffset="107">11809 11334 7837,'-5'5'3907,"0"1"-3174,2-1 1,0 1-69,3-1 0,3-3-635,3 1 0,5-3 47,2 0 0,2 0-1406,-1 0 1,4 0 408,-2-3 920,2-2 0,4-3 0,2-3 0,2 0 0,0 0 0</inkml:trace>
  <inkml:trace contextRef="#ctx0" brushRef="#br0" timeOffset="108">12062 11195 7830,'-4'-1'1751,"1"-2"0,2 2-353,1-5-1008,4 1 1,3-3-340,4 3 0,1-1 47,-1 3 0,-2 0-526,2 0 1,0 2 331,1-2 1,-2 5-355,-2 0 0,0 5 272,-3-1 0,-1 4-119,-4 0 0,0 5 668,0-1 0,-4 1-202,-1 1 0,-3 2 300,0 0 0,0 0-182,-1 5 1,-1-6 864,-1 2 1,1-1-502,5-2 0,0-2-280,2-1 0,2 0-380,-1 1 0,4-3-336,4-3 1,4-2-1463,1-1 1,4-3 995,1 1 0,2-7 811,3-4 0,12-22 0,-14 10 0,0 1 0</inkml:trace>
  <inkml:trace contextRef="#ctx0" brushRef="#br0" timeOffset="109">12307 10216 7814,'4'-4'2881,"5"4"-1940,-1-3 0,5-2-214,6 0 0,3 0-566,5 0 1,-1 3 46,4-1 0,-3 2-660,3 1 0,-5 0 289,0 0 0,-4 1-364,-5 2 1,-4-1 297,0 7 1,-7-2 6,-2 7 0,-2-1 92,-1 3 0,-4 4 264,-1 2 1,-4 5 254,-1 0 0,1 4-214,-2-1 1,4 2 111,2 4 0,3-3-236,-1 2 0,2 0 249,1 0 1,1-1-37,2 1 1,2-1-363,3-1 0,3-1-16,0 1 1,2 1-60,-2 4 1,0-2-219,1 4 1,-4-1 188,4 2 0,-6-2-86,-1 2 0,1-5 16,2 5 0,-3-5 43,1-1 1,-1-3 45,4-2 1,-3-3 363,0-5 0,1-2 124,-5-4 1,1 1 143,-3-1 0,2 0 429,1-3-619,0-1 0,-4-4 116,-1 0 0,-1 0 127,-2-3 0,0 2-46,-3-2 0,0 4-96,-1 1 1,2 0-3,-2 0 0,-2-1 6,0 0 1,-4 2 88,2-1 1,0 2-516,0-5 1,0 1 92,-4-3 0,1 2-1659,0-4 0,-1-1 322,1-2 1306,3-4 0,-3-14 0,4-9 0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7:53:20.817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3165BB"/>
    </inkml:brush>
  </inkml:definitions>
  <inkml:trace contextRef="#ctx0" brushRef="#br0">15569 6419 7906,'16'0'-535,"0"0"-670,-6 0 3166,1 0-1335,0 0 0,-5-1 584,-3-3-804,-2 3 1,-2-4-169,-2 5 1,-3 0-68,-5 0 1,-3 0-137,0 0 0,-5 5 72,1 2 1,-2 4-46,-2 3 0,-1-2-18,1 2 0,-1 1 41,5-1 0,8-6-71</inkml:trace>
  <inkml:trace contextRef="#ctx0" brushRef="#br0" timeOffset="1">15419 6643 11956,'22'-2'-624,"10"-1"-142,0-3 374,0-5 0,0 2-764,0 2 1156,4-3 0,21-10 0,-23 6 0,-1 0 0</inkml:trace>
  <inkml:trace contextRef="#ctx0" brushRef="#br0" timeOffset="2">15686 6397 7903,'0'11'354,"0"0"1,-4-1-9,1 1 0,-4 1-15,3 2 1,0-1-52,0 5 0,2 0 27,-5 3 0,3 5-210,-3 2 1,4 0 119,0 0 0,-2 4-413,2 4 1,-4-1 1,3-3 1,0 0 193,4 0 0,5 10 0,1 2 0</inkml:trace>
  <inkml:trace contextRef="#ctx0" brushRef="#br0" timeOffset="3">15953 6728 7916,'0'7'-682,"0"0"0,-2-1 945,-1 1 755,2 3 0,-4-4-431,5 4 0,0 1-208,0 0 0,-4 0-280,1 4 0,-1 1 133,4 6 0,0-1-357,0 0 0,0 4 185,0 0 1,0 5-103,0-2 1,0-6-122,0 0 0,0-4-231,0-1 1,0-1-289,0-6 421,0-4 1,0-3 51,0-10 1,0-5 83,0-10 0,0-4-148,0-2 1,0-4 97,0-4 0,1-1 68,3-6 1,-3 4 44,3 0 1,-2 3-11,2-3 1,-2-1 160,5-6 1,-3 3-62,3 0 1,-1 3 207,1 8 0,2-1-97,-2 8 0,-1 5 574,2 6-474,-1 6 1,3 5 113,1 6 1,0 5-85,-1 6 1,1 1-117,0 3 0,-4 2-87,0-2 0,-1-3 98,1-1 0,1 2-210,-4-2 1,0 4 35,0-4 1,-3 0-80,3-3 0,-4 1 8,-4 2 1,-2-2-49,-4 2 1,-2-2 70,-2-1 1,0-1-119,-3 1 1,2-2-285,-2-1 0,4-3 195,-2-1 0,4-3-429,0 3 694,0-3 0,15-34 0,3-9 0</inkml:trace>
  <inkml:trace contextRef="#ctx0" brushRef="#br0" timeOffset="4">16198 6611 8711,'-6'0'1509,"1"-2"-1147,5-1 1,1 2-181,3-3 1,3 3-21,7 1 0,-1-1-85,5-3 0,-4 3-262,4-3 1,-5 3 200,1 1 1,-2 1-228,-1 3 1,0-2 57,-1 6 0,-4-1 49,-2 3 0,-3 1 101,-1 0 1,0 3 228,0 0 1,-6 4-40,-5-4 0,1 5-84,-5-1 1,4-3 9,0-1 0,-2 2 5,2-2 1,-2-2-124,6-1 0,1-7 111,-1 7 0,5-6-238,-2 2 0,3-4-180,1 4 0,5-4-196,2 0 0,2-1-500,2-2 0,4 0 60,3 0 948,-3 0 0,44-15 0,-28 6 0,1 1 0</inkml:trace>
  <inkml:trace contextRef="#ctx0" brushRef="#br0" timeOffset="5">16614 6579 9543,'10'-6'667,"1"2"1,1 3-859,2 1 0,3 0-1060,4 0 1251,0 0 0,34 0 0,-24 0 0,1 0 0</inkml:trace>
  <inkml:trace contextRef="#ctx0" brushRef="#br0" timeOffset="6">17051 6451 7916,'0'-7'0,"0"-1"668,0 1-184,0-3 0,1-1 123,3 0 1,3 5-197,7 3 0,-1 2-180,5 1 1,-5 0-82,1 0 0,1 0-17,0 0 1,0 0-147,-1 0 0,-2 1 53,2 2 0,-5 0-135,-2 4 0,-4-4-5,4 5 1,-4-1 29,0 3 0,-3 1 146,-3 0 1,-3 1-43,-5 2 1,-3 2 209,0 6 0,-2-1-51,2 0 1,1 1 63,-5-1 1,5 0-48,-1 1 0,3-1 72,4 0 1,-1-3-198,5 0 1,-1-5-150,4 1 1,1-6-542,3-1 1,-1-4 361,8 0 1,-3-1-2195,6-2 2437,3 0 0,19-43 0,-14 16 0,1 1 0</inkml:trace>
  <inkml:trace contextRef="#ctx0" brushRef="#br0" timeOffset="7">17477 6781 7993,'-3'11'80,"-1"0"0,-3-1 239,4 1 0,-4 3 498,3 0 0,0 2-417,4-2 0,0 1-328,0 3 1,0 2-246,0-2 1,0-1 187,0 0 1,0-4-404,0 2 1,0-7 90,0-1 165,0-5 1,0 2 56,0-8 1,0-3-34,0-7 0,0-4-37,0-7 0,0-1 19,0-2 1,0-4 123,0 0 0,4 0-60,0-4 0,0 0 146,0 0 0,-2 1-118,5 3 1,-3 3 84,3 1 0,0 1-67,4-2 0,-1 8 6,1 7 1,0 2-14,-1 1 0,1 5-3,0 3 1,-4 1 64,0 2 1,-1 5-51,1 2 0,3 3 246,-3 0 1,-3 1-78,0 0 1,1 3 18,-2 0 0,1 2-116,-4-2 1,0-1-154,0 5 1,0-5 85,0 1 0,-4 1-173,1-1 1,-6 1 31,2-5 1,-2 1 132,-2 0 0,0-4-132,1 0 0,-1-1 67,0 1 1,-3-2-285,0-5 1,0 0-161,3 0 523,5 0 0,11-34 0,7-7 0</inkml:trace>
  <inkml:trace contextRef="#ctx0" brushRef="#br0" timeOffset="8">17712 6728 7975,'-11'11'1626,"4"-4"-533,0 0-589,5 0 1,-3 4 300,5-1-339,0-4 1,1 0-287,3-2 1,-2-3 57,5 2 0,0-1-411,4-2 0,0-4 213,-1 0 0,2-4-324,2 1 1,-2-2 91,3-2 1,-4 0-212,0 1 0,-1-1 203,-3 0 1,2 4 66,-2 0 0,-1 5 327,1-2 1,-3-1-11,3 2 213,-5-1 1,3 9-132,-5 2 1,0 6 21,0 1 0,0 5-82,0-1 1,-4 6-546,1 1 0,-2 0-250,2-4 0,1 0-554,-1 1 0,2-2 1143,1-3 0,14-6 0,4-6 0</inkml:trace>
  <inkml:trace contextRef="#ctx0" brushRef="#br0" timeOffset="9">18053 6557 11828,'16'0'443,"-4"0"-391,2 0 1,2 0-363,2 0 1,3 2 309,4 1 0,31 3 0,-22-1 0,0 1 0</inkml:trace>
  <inkml:trace contextRef="#ctx0" brushRef="#br0" timeOffset="10">18096 6707 7927,'-6'0'3506,"1"0"-3429,15 0 0,-3 0-288,7 0 0,2 0-628,-2 0 839,5 0 0,12 2 0,6 0 0,7 1 0,-1 0 0</inkml:trace>
  <inkml:trace contextRef="#ctx0" brushRef="#br0" timeOffset="11">18544 6557 7927,'-6'0'3676,"1"-1"-3198,5-2 0,5 1-128,2-1 1,6 2-898,1 1 0,5 0 323,-1 0 0,2 0 224,1 0 0,9 4 0,4 1 0,4 1 0,-1 0 0</inkml:trace>
  <inkml:trace contextRef="#ctx0" brushRef="#br0" timeOffset="12">18906 6632 7927,'-10'5'648,"-1"-4"-555,5 4-93,1-5 0,7 0 1477,1 0 0,4-2-668,7-1 1,-1-3-425,5-5 1,-4 1-167,4-1 0,0-1-736,3-2 1,-3 1 401,0-5 0,0 0-906,3-3 0,0 0 292,1-1 0,-2 1-141,-2 0 0,1-3 724,-5 3 1,-4 3-86,-3 11 905,-4-3 1,5 10-431,-4 0 0,-1 6 994,-3 8 1,-3 3-453,-1 4 0,-1 2-72,2 2 0,0 1-362,-4 2 0,5 3-147,-2-2 0,3 1-2444,1 2 2239,0 0 0,0 10 0,0 2 0</inkml:trace>
  <inkml:trace contextRef="#ctx0" brushRef="#br0" timeOffset="13">15515 6525 7927,'6'-7'0,"-2"0"0,-3 4 373,-1-5 1,1 5 473,3-4 40,-3 4-104,4-6-102,-5 3-201,0 0-261,0 1 1,-1 5-233,-3 0 124,-2 0 0,-5 2-290,1 1 1,-1 2-1,0 2 0,1 2-412,-1-1 384,0 1 1,1 2-17,-1-1 1,4-3 270,0 1-161,0-1 153,1 3-104,1 1 139,5 0 0,1-5-99,3-3 0,3-2 6,7-1 1,-1 0-352,5 0 1,1 0 145,6 0 0,-1 0-648,4 0 1,-3 4 870,3-1 0,15 20 0,7 1 0</inkml:trace>
  <inkml:trace contextRef="#ctx0" brushRef="#br0" timeOffset="14">15622 6408 7927,'-6'7'332,"3"0"1,0 0 105,0 4 1,1 1 154,-1 2 1,1 7-119,-2 8 0,3 3 50,-3 3 1,2 3-465,-2 5 0,3-4 42,-2 0 0,1 0-1165,2 4 0,0-9 1062,0-2 0,-4-12 0,-2 1 0</inkml:trace>
  <inkml:trace contextRef="#ctx0" brushRef="#br1" timeOffset="15">14812 6621 7867,'-2'-16'351,"-1"1"0,1 2-61,-6-1 0,1 2 362,-3-2 1,-1 2-227,0 2 0,-3-1 168,0 0 1,-5 5-173,1 3 0,-3 3-86,-4 3 1,1 5 123,-4 6 1,3 2-119,-3 6 0,4 4 38,-1 2 1,2 4-54,2 4 0,0-2 72,-1 5 1,6 0-216,2 4 1,7 0-117,3-1 0,3 0 106,1-3 0,9-4-461,5-6 0,7-4-116,4-8 0,3-2 246,8-8 0,-2-5-606,5-9 1,0-3 179,4-11 1,2-3-308,-3-8 1,3-3 86,-5-1 1,-5-7 127,-3 0 1,-1-2 183,-6 2 0,-5 1-17,-6-1 0,-7 5 473,-3 2 1,-13 4-132,-5 4 1,-6 3 20,-5 7 1,2 4-96,-6 7 0,1 2 448,-4 5 0,0 5-245,0 2 0,0 4 281,0 3 0,1 1-309,2 3 0,8 2 65,7-2 0,21 2 0,6 2 0</inkml:trace>
  <inkml:trace contextRef="#ctx0" brushRef="#br1" timeOffset="16">14492 6877 7867,'-6'5'506,"-4"-4"773,4 9-400,1-9-559,0 4-142,14-15 0,0 3-155,8-7 1,-2 1-509,2-2 0,1 2 282,3-4 0,0 0-162,-4-1 0,2-1 210,-5 5 0,4-1 49,-4 1 1,0 5 185,-7-1 266,-3 6 0,-4 0-13,0 8 0,-1 2 262,-2 5 1,-3 4-72,-5 3 1,0 3-111,1 4 0,4-3-287,2 3 1,-1-2 54,2-2 0,-1 1-898,4-1 0,0 0 716,0 0 0,19 6 0,5 0 0</inkml:trace>
  <inkml:trace contextRef="#ctx0" brushRef="#br0" timeOffset="17">15430 7688 7840,'-7'0'1297,"0"0"-670,5 0-102,-3 0-202,5 0 0,1-4-113,3 0 1,5 0-107,5 0 0,2 3 97,-2-3 0,-1 3-144,5 1 1,-5 0 52,1 0 1,-2 0-68,-2 0 0,1 1 22,0 3 1,-2-2-4,-2 5 0,-2 1-132,-5 2 1,-1 6 102,-3 1 0,-2 0-251,-4 1 1,-6-1 104,-1 5 1,-2-1-3,1 0 1,-1 0 9,5-4 0,-4 2-125,4-4 0,-4-1 165,4-4 0,3 1-12,4 0 1,3-4 100,-3 0 0,5 0-79,-2 4-239,3-5 0,6 2 98,2-4 1,2 3-542,2-4 1,5 1 736,1-4 0,27-5 0,7-1 0</inkml:trace>
  <inkml:trace contextRef="#ctx0" brushRef="#br0" timeOffset="18">15782 7975 8372,'-7'8'1352,"0"-1"1,4-4-957,0 4 1,2 4-18,1 3 0,0 5-116,0-1 1,0 2-218,0 1 1,0 1-8,0-1 1,0 0-141,0 1 1,0-2-89,0-2 0,0-3 200,0-4 1,0-4-718,0 0 332,0-5 7,0-7 0,0-3 51,0-10 1,0-1 40,0-5 1,0-1 117,0-7 1,3 2-28,1-5 1,1 1 227,-2 2 1,-2-3-126,3-1 1,1 1 245,-2 3 1,4 1-80,-3 3 0,4 1 201,-1 6 1,-1 1-74,1 2 1,0 6 4,4 5 1,0 5-139,-1-2 1,1 2-200,0-2 0,3 3-1,0-2 1,0 3 117,-3 3 1,3-2-286,0 3 0,-1 2 90,-5 1 1,0-1 5,-5 1 0,5 0 69,-5 4 1,1 0 213,-4-1 1,-5 2-78,-2 2 0,-6 2 92,-1 1 1,-2 0-101,2-3 1,1-2-20,-5 2 1,2-2-135,-2-1 1,1-4 103,3 0 1,2-5-450,-2 2 1,2-3 17,1-1 472,1 0 0,18-28 0,5-8 0</inkml:trace>
  <inkml:trace contextRef="#ctx0" brushRef="#br0" timeOffset="19">16113 7826 7841,'-11'0'393,"0"0"494,1 0 220,4-5-75,-4 4 1,9-5-480,-3 3 1,8 2-191,3-3 1,3 3-515,0 1 0,2-4 167,2 1 1,-2-1-580,2 4 0,2 0 137,-2 0 1,0 1-184,-3 3 0,-4-2 234,0 5 1,-3-3 4,3 3 1,-5 0 251,2 4 0,-3-1-94,-1 1 1,-5 0 406,-2-1 1,-6 1-140,-1 0 1,-2 2 368,2-3 0,2 4 268,-2-7 154,2 2-625,2 2 0,0-4 87,3 0-230,2-5 1,6 3 82,3-5 1,2 0-262,5 0 0,-1 0 50,1 0 0,3 0-181,0 0 1,1 0 40,-5 0 1,1 0-42,0 0 1,-1 0 172,1 0 1,-4 1 61,0 3 247,-5 2 0,2 4-94,-8 1 0,-1 0 14,-6-1 0,-1-3-58,-2 1 1,-2-2-141,-1 1 0,-3-3-295,2-4 0,-1 0-1075,1 0 1396,-2 0 0,3-9 0,-4-3 0</inkml:trace>
  <inkml:trace contextRef="#ctx0" brushRef="#br0" timeOffset="20">16496 7879 7917,'-9'2'256,"2"1"1,1-2 1318,2 3-460,3-3-328,-4-1-349,5 0-230,5 0 0,5-3-178,4-1 0,5 0-238,-1 4 1,2 0-900,1 0 0,0 0 1107,1 0 0,32 5 0,-22-2 0,-1 0 0</inkml:trace>
  <inkml:trace contextRef="#ctx0" brushRef="#br0" timeOffset="21">16934 7688 9573,'10'0'550,"1"0"0,1 0-513,2 0 1,-1 1 99,5 2 0,-4 0-281,4 4 0,-5-4 73,1 4 1,-2-3 61,-1 3 58,-1 0 0,-4 4-218,-2 0 0,-4 0 153,-4 4 0,-3-2 41,-7 4 0,-3 0 208,-4 1 1,0 1-53,-1-5 1,1 4-52,0-4 1,4 0-27,3-3 0,-2-1-223,2 1-12,5 0-52,4-1 0,6-2-126,3-1 0,5-5-384,5 2 1,5-2 692,-1 1 0,26-6 0,7 2 0</inkml:trace>
  <inkml:trace contextRef="#ctx0" brushRef="#br0" timeOffset="22">17264 7954 7912,'-7'10'240,"0"-3"59,5 2 1,-7-2-107,6 7 1,-1 0 471,4 3 0,0 1-198,0 3 0,0 4-118,0 0 1,0 4-245,0-5 0,0 3-155,0-3 1,0-1-189,0 2 0,0-4 193,0-3-101,0-3 0,0-8 39,0 0 1,0-5-74,0-2 1,-1-5 92,-3-6 1,3-4 25,-2-3 1,-2-6-48,1 0 1,1-7 3,3-1 1,0-1 70,0-7 1,0 5-15,0-4 1,0 7 153,0-4 0,1 7-96,3-3 1,2 4 190,4 7 0,1 0-49,0-1 0,0 6 29,4 2 0,-4 3-72,4 4 1,0-1 7,-1 4 1,1 1-50,-5 3 1,1 0-122,0 0 1,-4 4-33,0 3 1,-4-1 70,4 1 1,-4 2-97,0 5 0,-1-2-12,-2 2 1,-5 1 38,-2 0 0,-3 2 47,0-2 0,-1 2-3,0-2 1,-3 2 34,0-2 1,-2-1-34,2-4 1,2-2-138,-2-1 1,-1-1 96,0 1-1013,1-3 539,4-4 550,4 0 0,25-28 0,10-8 0</inkml:trace>
  <inkml:trace contextRef="#ctx0" brushRef="#br0" timeOffset="23">17552 7858 7893,'-6'0'1952,"1"0"1,7 0-1644,1 0 1,0 0-94,4 0 0,0 0-352,3 0 1,5 0 162,-1 0 0,0 0-388,-3 0 1,-1 4 148,1-1 32,0 6 87,-1-4 0,-4 6 21,-2 0 0,-3 1 418,-1 2 1,-1-1-168,-3 5 0,-3-4 232,-7 4 0,2-2-110,-2 2 1,-1 1 36,0-5 0,5 2-57,3-2 1,1-2-386,-1 2 1,2-6-119,5-1 70,0 0 1,1 3-672,3-3 1,3-2 385,7-5 1,-1 3-801,5 1 0,-1-1 1237,5-3 0,23-9 0,6-3 0</inkml:trace>
  <inkml:trace contextRef="#ctx0" brushRef="#br0" timeOffset="24">17979 7773 10871,'15'-6'634,"2"0"-746,4 2 0,0 3-807,1-2 1,-1 2 153,0 1 765,5 0 0,16 4 0,8 2 0</inkml:trace>
  <inkml:trace contextRef="#ctx0" brushRef="#br0" timeOffset="25">18075 7890 7854,'-6'0'932,"1"0"-1403,14 0 0,3-1-693,10-3 1164,-1 3 0,8-5 0,6-2 0,2 2 0,1 0 0</inkml:trace>
  <inkml:trace contextRef="#ctx0" brushRef="#br0" timeOffset="26">18693 7698 7846,'-16'0'0,"-1"0"1039,3 0 0,2 0-444,-2 0 1,5 0 637,2 0-395,0 0-583,-4 0 1,2 5-45,2 2 0,1 3-105,2 0 1,3 4 60,-2 1 1,1 4-120,2-2 1,2 0 7,1 1 0,4-4-68,8 4 1,-2-6-241,4-2 0,1 0 157,3-7 0,-3 1-410,0-4 0,0 0 219,3 0 0,-3-1-193,0-3 0,-5-2 196,1-5 0,-2 0 100,-2-4 1,1 2 179,0-4 0,-5 0-116,-3-1 0,-3-2 119,-3 2 1,-3 2-77,-5-2 0,-3 1 205,0 0 1,-7 1-53,0 6 1,0 0-276,-4 3 1,6 1-66,1 2-759,5 3 1022,-2-3 0,23 18 0,5 4 0</inkml:trace>
  <inkml:trace contextRef="#ctx0" brushRef="#br0" timeOffset="27">15206 8956 7899,'-10'5'680,"-1"-4"1,4 4-154,0-5-34,4 0 0,0 0-14,6 0 1,3 0-58,5 0 1,1-4-407,2 1 0,-1-2 162,5 2 0,0 1-760,3-1 1,0 2 415,1 1 0,2 0 166,1 0 0,19 9 0,1 3 0</inkml:trace>
  <inkml:trace contextRef="#ctx0" brushRef="#br0" timeOffset="28">15665 8871 7964,'4'-6'176,"-1"0"110,4 3 0,-4 1-65,5-1 1,0-2-142,6 2 0,-2-1 91,2 4 1,2-3-95,-2-1 1,0 0 31,-3 4 1,3 0-126,0 0 0,-3 2 75,-4 1 1,-5 3-69,2 5 0,-3 1 90,-1 2 0,-1-1-28,-3 5 0,-3-1 117,-7 5 0,2 0-77,-2 3 0,2-2-34,1 1 0,1-5 44,-1-1 1,5-4 5,3 4 1,1-5-53,2 1 0,0-2-113,0-1 0,2-4-263,1 0 1,3-4 145,5 0 0,4-2-728,3-1 1,0-1 900,3-2 0,17-13 0,12-6 0</inkml:trace>
  <inkml:trace contextRef="#ctx0" brushRef="#br0" timeOffset="29">16027 9148 7952,'-7'10'166,"0"-3"1,4 2 189,-5-2 0,6 3 446,-2 1 0,3 3-326,1 0 0,0 5-139,0-1 1,0 2-327,0 1 1,0 4 67,0 0 0,4-4-57,-1-3 0,1-1-68,-4 0 0,1-1-363,3-6 215,-3-4-1,4-1 0,-5-6-57,0-3 0,0-5 69,0-5 0,0-6-100,0-2 1,0 0 51,0-7 1,0 1 108,0-4 1,0 0 59,0 0 1,0 0 17,0 0 0,0 0 49,0 0 0,0 0 184,0 0 1,4 1 85,3 3 0,-1 5-98,1 5 0,2 7-19,5 0 1,-2 1-25,2 7 1,1-1-4,0 4 1,2 0-18,-2 0 1,-1 4-19,-3-1 1,-1 6-34,1-2 1,-2 2 9,-2 2 0,-1 0-113,-2-1 1,-3 1 106,3 0 1,-8-1-118,-3 1 1,-2 0 57,-2-1 0,0 1-157,1 0 0,-5-1-107,1 1 1,-4-2-103,4-1 0,-4 0 173,4-5 1,0 1-45,3-4-1373,-4 5 1602,3-4 0,30-30 0,13-12 0</inkml:trace>
  <inkml:trace contextRef="#ctx0" brushRef="#br0" timeOffset="30">16369 8978 7874,'-16'4'0,"4"-2"907,-2 1 1,6-2-344,1-1 0,1 2 734,-1 1-642,2-2-468,5 4 0,1-5-77,3 0 0,2 4-188,4-1 0,1 1-218,0-4 0,-1 0 290,1 0 1,0 3-553,-1 1 1,1-1 212,-1-3 0,1 0-412,0 0 402,-5 5 392,3 1 1,-8 5-121,3-1 0,-8 1 164,-3 0 1,-2-1 79,-2 1 0,0 0-56,1-1 1,-4 1 160,-1 0 0,1-4-54,4 0 1,2-1 158,1 1-301,5 2 0,-3-6-1,5 4 1,1-5-21,3 2 0,2 0-106,5 0 1,0 0-66,4-4 0,-2 0 105,4 0 0,-2 0-237,2 0 0,-2 1 82,2 2 1,-4 0 26,2 4 1,-5-4 194,-3 4 0,-1-1 223,-2 1 1,-3 4-82,3 0 0,-8-1 188,-3 5 1,-6-3-151,-1-2 1,-4-3-54,4 0 0,-4-1-635,4 1 1,-4-2 267,4-5 0,-2 0-297,2 0 1,6-5 94,-3-2 391,8-7 0,12-40 0,0 19 0,0 1 0</inkml:trace>
  <inkml:trace contextRef="#ctx0" brushRef="#br0" timeOffset="31">16720 8903 7874,'-10'0'1632,"3"4"-797,0-1-307,4 1-132,-2-4 0,7 0-95,1 0 1,4 1-506,7 2 1,0-1 208,3 1 0,1-2-1914,3-1 1909,1 0 0,23 5 0,6 1 0</inkml:trace>
  <inkml:trace contextRef="#ctx0" brushRef="#br0" timeOffset="32">16710 9031 7845,'-11'0'0,"4"4"490,0-1 405,0 1 666,1-4-823,1 0-568,19 0 0,-4 0-840,11 0 0,-1 0 670,5 0 0,31-10 0,-22 4 0,-1 0 0</inkml:trace>
  <inkml:trace contextRef="#ctx0" brushRef="#br0" timeOffset="33">17382 8988 8001,'-8'0'1465,"1"0"-211,5 0-386,-3 0-566,5 0 1,5 0-63,2 0 1,7-1-158,4-2 0,2-2-182,1-2 1,6-2-274,1 6 1,-1-2-847,2 2 1,-1 1 1217,4-1 0,24 2 0,-25 1 0,-1 0 0</inkml:trace>
  <inkml:trace contextRef="#ctx0" brushRef="#br0" timeOffset="34">17936 8818 8001,'-11'0'1895,"1"-5"-1113,4-1 0,2 0-316,8 3 1,2-2-221,4 1 1,5 1-53,-1 3 1,5 0-150,-1 0 0,-2 1-42,2 2 1,-2 0-275,2 4 0,1-3 141,-5 3 1,1 0-91,-5 3 1,-4 2 564,-2 2 1,-3 3-171,-1 4 0,-6 4 656,-5 0 1,-4 5-331,-6-2 1,0 2 201,4-2 0,-2-2-116,5-4 0,-3-2 588,6-2-754,-2 2-498,12-8 0,-2-2-866,6-6 1,3-3 642,5-1 1,4 0-2104,3 0 0,7 0 2403,3 0 0,27-5 0,-25 2 0,1 0 0</inkml:trace>
  <inkml:trace contextRef="#ctx0" brushRef="#br1" timeOffset="35">14716 7709 7875,'0'-11'657,"0"1"1,0-1-209,0 0 0,-4 1 425,1-1 0,-5 0-299,5 1 0,-5-1-95,1 0 1,-7 1-312,0-1 1,-5 5-167,2 2 1,-7 4 22,-1 4 1,-6 4 140,-1 10 0,0 2 276,-3 12 0,-1-1-290,4 8 1,2-3 457,9 3 0,5-1-262,1 1 1,5 1-219,3-4 0,8-1-183,9-3 0,11-5-306,7-2 0,4-7-528,4-4 0,1-7 523,6-3 1,3-4-280,1-4 0,-1-6 220,-4-8 1,-3-3-518,1-4 0,-7-3 337,-1-4 0,-1-3 57,-7-1 0,-5 1 187,-8 3 1,-1 0-77,-7 0 0,-5 1 203,-9 3 1,-4 2 190,-7 4 1,-3 2-287,1 2 1,-6 1 325,1 6 0,-4-5 0,-1 9 0,0 3 0,-2 1 0</inkml:trace>
  <inkml:trace contextRef="#ctx0" brushRef="#br1" timeOffset="36">14492 7773 7875,'-6'0'1695,"1"0"0,6 0-1240,3 0 0,2-4-155,4 1 1,5-2-74,-1 1 1,4 3-341,-4-2 1,0 2-23,-3 1 0,1 0-13,2 0 0,-6 1 99,3 2 0,-8 0-80,1 4 0,-3 0 2,-1 3 1,-1 5 57,-3-1 1,-3 4 358,-7-4 1,1 4 22,-5-4 1,2 4 67,-2-4 1,-1 0-149,5-3 0,-1-1 114,5 1-318,4 0 0,-2-4-206,4 0 1,2-5 195,5 2 1,1-3 51,6-1 1,0 0-1648,8 0 1,3 0 1575,4 0 0,4-6 0,5-2 0,0-1 0,0 0 0</inkml:trace>
  <inkml:trace contextRef="#ctx0" brushRef="#br1" timeOffset="37">14524 8796 7875,'-1'-9'0,"-3"2"0,-2-1 664,-5 4 0,2-4 5,2 1 1,-6 2 104,2 1 1,-3 2-310,0-2 0,-1 3-74,-6-2 0,2 1-206,-6 2 0,-1 5 29,1 2 1,-3 3 138,3 0 1,-3 2-103,3 2 1,1 4 191,6 7 0,-1 4 121,5 6 0,0 7 68,3 4 1,2 8-460,2 0 0,2 1 192,5-1 1,6-2-465,4-3 0,7-7 141,8-10 1,-1-10-453,4-7 1,4-5 165,4-3 1,3-3-61,-4-8 0,6-7-256,-2-11 1,1-5-364,-1-9 0,1-1-315,-4-6 0,-2 0 670,-5 1 1,-4-5 83,-8 1 0,-2 5 402,-8 5 0,-3 3-237,-4 1 1,-8 1 104,-3 3 0,-6 5-2,-1 6 0,-3 8 80,-4 2 1,2 1-96,-2 3 1,-2 4 72,-1 6 0,0 2-218,0 2 0,-1 4 376,-3 3 0,2 2 0,1 2 0,2-3 0,-3-5 0,-3-5 0</inkml:trace>
  <inkml:trace contextRef="#ctx0" brushRef="#br1" timeOffset="38">14310 8988 7875,'-10'0'60,"-1"0"0,0 0 808,1 0 0,3 0 712,0 0 118,4 0-1185,-1 0 1,5-3-129,2-1 1,3-1-138,5 2 0,1 2-209,2-3 1,-1 3-107,5 1 0,-5 0-321,1 0 18,3 0 1,-6 0 213,4 0 0,-7 0-134,-1 0 125,-5 5 0,3 1 297,-5 4 0,-5 1 7,-2 0 0,-3-1 37,-5 1 1,4 0-55,-4-1 1,3 0-31,2-3 1,-1 1 91,0-4-80,1 4 1,3-3-234,0 2 1,4-1 97,0-3-101,6-1 0,3 6 30,5-5 1,3 1-77,0-4 1,2 3-3,-2 1 0,-2 0 96,2-4 1,-2 3 121,-2 1 1,0 0-107,-3 0 1,-2-2 320,-5 5 0,0-3-99,0 3 1,-5 0 52,-2 4 0,-7 0-44,-4-1 1,0 1-49,-3 0 1,2-2-264,-6-2 0,1 3-369,-1-3 0,3-1-318,-3 1 0,4-5 90,3 2 745,3-3 0,9-30 0,1-6 0</inkml:trace>
  <inkml:trace contextRef="#ctx0" brushRef="#br0" timeOffset="39">19344 7752 8021,'0'5'3353,"0"0"-2388,0-5-696,0 5 0,4-4-408,3 3 0,8-3-92,2-1 1,4 0-311,0 0 0,1 0 413,3 0 1,3-1-2038,4-3 2165,-5 3 0,18-4 0,0 5 0</inkml:trace>
  <inkml:trace contextRef="#ctx0" brushRef="#br0" timeOffset="40">19663 7645 8459,'-5'6'1849,"1"0"-1302,8-3 0,-2-2-439,5 3 0,1-3 75,7-1 0,1 1-586,5 3 0,0-3 245,-4 3 0,7 0-511,-3 0 1,0 1 290,-4-2 1,0 0 61,1 4 1,-6-4 182,-5 4 0,-5 1-115,2 2 1,-9-2 479,-6 3 0,-4-3-196,-7 7 1,0 0 120,-3-1 0,3 4-51,-3-4 1,3 0-504,5-3 1,-2 0-52,4-1 448,1-4 0,27-15 0,6-9 0</inkml:trace>
  <inkml:trace contextRef="#ctx0" brushRef="#br0" timeOffset="41">20090 7869 7924,'-4'10'0,"1"1"0,-2 0 656,2-1 1,1 6-34,-1 2 1,2 3-108,1 4 1,-4 2-119,1 5 0,-1 0-287,4 0 1,-4-1 71,1-3 1,-1 2-45,4-5 1,-3-2-48,-1-5-274,1-2-289,3-10 0,0-4 224,0-9 0,0-5-152,0-9 1,4-5 120,4-3 1,-3-2 142,3-1 0,-5-3 5,4-1 0,-3-3 407,3 4 1,-1-8-117,1 4 1,1-1 13,-4 4 1,4 4 110,-1 0 1,3 1-66,0 6 1,1 3-181,0 8 0,0-1 97,4 8 1,-3 3-255,2 0 0,-2 3 78,-2 1 1,3 1-29,-2 3 1,2-2 8,-6 5 1,-1-3 64,1 3 1,-4-4-48,0 4 0,-2 1 25,-1 2 1,-1 1 13,-2 0 0,-3-1-1,-5 1 1,-1 3 5,-2 0 0,2 2-6,-2-2 0,-2-2-179,2 2 0,0-2-34,3-2 1,1-2-144,-1-1 0,0-4-1695,1 4 1470,-1-4 0,4 1 582,0-4 0,23-23 0,3-7 0</inkml:trace>
  <inkml:trace contextRef="#ctx0" brushRef="#br0" timeOffset="42">20399 7794 7924,'-7'6'622,"0"-2"1,3-3 273,-3-1-258,5 0-172,-3 0-384,15 0 0,-3 0-21,7 0 0,-2 0-227,-1 0 99,-1 0 0,1 0 157,0 0 0,-2 1-256,-2 3 0,1-2-14,-4 5 1,1-3 174,-2 3 1,-2-4-24,3 4 1,-3 0 398,-1 4 1,-5 1-53,-2 2 0,-2-1 111,-2 5 1,-3-4 44,0 4 0,0-5-100,3 1 1,0 2-125,1-2 0,-1 0 187,0-3-456,5-1 0,2 1 100,4 0 1,1-5-812,2-3 1,3-2-159,5-1 1,4 0-564,3 0 0,2 0-704,2 0 2154,-1-4 0,15-11 0,6-5 0,4-3 0,0 0 0</inkml:trace>
  <inkml:trace contextRef="#ctx0" brushRef="#br0" timeOffset="43">20751 7762 7924,'-11'0'1577,"1"0"-149,-1 0-660,5 0-522,1 0 1,10-3-307,2-1 1,4 1 98,3 3 0,3 0-1056,4 0 1,0 0 1016,1 0 0,5 5 0,5 4 0,2 0 0,1-1 0</inkml:trace>
  <inkml:trace contextRef="#ctx0" brushRef="#br0" timeOffset="44">20783 7922 7909,'6'0'590,"-1"0"90,-5 0-707,5 0 0,2 0-1338,7 0 1365,-2 0 0,46-9 0,-26 3 0,0 0 0</inkml:trace>
  <inkml:trace contextRef="#ctx0" brushRef="#br0" timeOffset="45">21178 7986 7909,'-11'11'410,"0"-1"0,4 1-31,0 0 0,5 4 27,-2 3 1,-1 2-131,2 1 1,-1 1-27,4-1 0,0 2-127,0 1 1,0-5-176,0 3 0,0-8 38,0 0 1,0-6 180,0 0 1,2-6-558,1 1 261,-2-1 1,4-7-81,-5-2 0,4-6 64,-1-1 1,1-9-116,-4 2 0,3-8-7,1 1 1,1-4 137,-2-4 1,-2 2 35,3-5 0,1 0 15,-2-4 1,4 2 511,-3 2 1,4-2-219,-1 6 1,3 0-24,0 7 0,1 3-134,0 7 1,0 3 178,4 4 1,-3 5-186,2 3 1,-2 2 1,-2 1 0,1 4-134,0 3 0,-1-1 33,1 1 1,-4 1-147,0 2 1,-1 1 56,1 0 0,-2-1 13,-5 1 1,0 0 79,0-1 0,-1 1 12,-3 0 1,-2-1 25,-4 1 1,-1-2 118,0-2 1,-3 3-185,0-3 0,-4-1 23,4 1 1,-4-3-411,4 3 1,-2-5 182,2 2 0,2-3 273,-2-1 0,12-10 0,3-2 0</inkml:trace>
  <inkml:trace contextRef="#ctx0" brushRef="#br0" timeOffset="46">21572 7805 7909,'-10'0'2339,"-1"-5"-1681,0-1 0,5-1 178,3 0-559,2 5 1,5-3-489,3 5 1,6 0-25,2 0 1,0 0-205,-1 0 1,-2 0 82,2 0 0,-2 0-183,-1 0 0,0 1 4,-1 3 1,0-2 169,-3 5 0,1-3 321,-4 3-67,-1 0 0,-3 3 225,0 1 156,-5 0 1,-1-1 291,-4 1 1,3-4-189,0 0 1,0-3 249,-4 3 0,0-3-51,1 3 1,2-4-176,1 4 1,1-3-340,-1 3 0,-1-3 41,4 3 0,-3-4-424,4 4 0,-1-3 120,4 3 0,0-3-61,0 3 0,5-1 2,2 1 0,3 2-125,0-2 1,1-1 168,0 1 0,-4 0 70,0 4 1,0-1 395,4-3 0,-6 2-153,-1-2 1,1 3 358,-2 0 0,0 1-47,-7 0 1,-3-1 143,-7 1 0,-3 0-168,-4-1 1,-2-3 17,-2 1 0,2-6-167,-6 1 0,6-1-69,-2-2 1,2 0-1126,2 0 1,3-2 218,0-1 742,10-3 0,13-14 0,13-3 0</inkml:trace>
  <inkml:trace contextRef="#ctx0" brushRef="#br0" timeOffset="47">18640 9031 7997,'-11'0'1314,"0"0"-374,1 0-436,4 0 0,6 0-204,7 0 0,4 0-143,3 0 0,2 0-459,6 0 1,0 4 270,3-1 1,-1 4-1193,4-3 1,1-1 1222,3-3 0,1-2 0,4 0 0,2-1 0,1 0 0</inkml:trace>
  <inkml:trace contextRef="#ctx0" brushRef="#br0" timeOffset="48">18917 8914 7997,'-11'0'1357,"5"0"-933,2 0 0,5 3-160,2 1 0,7 3-242,4-4 0,5 6 164,-1-2 1,6 2-341,0 2 0,1 0 180,-3-1 0,-5 1-478,1 0 0,-1 3 172,1 0 1,-4 0-50,-7-3 1,-1 0 347,-3-1 0,-3 5-60,0-1 1,-4 0 244,-7-3 0,-3-1-67,0 1 0,-5-2-120,1-1 1,-2 0 56,-2-5 0,2 4-591,2-3 0,3 0 517,4-4 0,15-15 0,3-2 0</inkml:trace>
  <inkml:trace contextRef="#ctx0" brushRef="#br0" timeOffset="49">19461 9202 7989,'0'6'1432,"-4"-1"-804,1-1-403,-1 2 1,4 6 72,0 2 1,0 3-46,0 4 1,0 1-143,0 3 0,-1-1 45,-3 4 1,3-3-132,-2 4 1,2-6-156,1 2 1,-4-3 118,0-5 1,1-1-39,3-6 97,0 1 0,0-6-160,0-5 1,0-6 68,0-8 0,0-1-168,0-6 1,0 1 26,0-8 1,3-1 20,1-3 0,4-1 235,-1-3 1,-1 3-124,1-2 1,1 2 138,2 1 0,-3-4-123,0 0 1,1 5-37,2 2 1,1 4 59,0-3 0,-4 9-86,0 1 1,0 6 78,3 5 1,1-1-13,0 4 0,-4 1 24,0 3 0,0 1-10,4 2 0,-1 3 28,1 5 0,-4 0-41,0-1 1,-1 1-76,1 0 0,2-1 84,-6 1 0,1 3-21,-4 0 0,0 1 12,0-5 0,-5 5 27,-2-1 1,-3 0 19,0-3 1,-1 2 110,0-3 0,-3 3 0,0-6 0,-4 2-111,4-2 0,-4 1-321,4-4 1,0-1 123,3-3 1,1 0 178,-1 0 0,19-23 0,5-7 0</inkml:trace>
  <inkml:trace contextRef="#ctx0" brushRef="#br0" timeOffset="50">19855 9106 7982,'-10'0'2573,"-1"0"-1567,5 0-259,-3 0-722,7 0 0,2-4 80,8 1 0,1-1-75,2 4 1,3-1 60,0-3 1,0 3-431,-3-3 0,0 3 86,-1 1 0,1 0-771,0 0 664,-1 0 1,-3 1 96,1 3 0,-6-2 234,2 6 1,-4-5-51,-4 4 0,-2-1 215,-5 1 0,1 3-41,-1-3 0,0 1 578,1-1-469,-1 3 1,0-4 43,1 4 1,4-3-22,2 0 1,3-3-58,1 3 0,0-3-258,0 3 0,1-4 140,3 4 1,2-3-264,4 3 0,1-5 75,0 2 1,-1 2 4,1 1 0,0-1 76,-1 1 0,-3 0 271,1 4 0,-6 1-22,2 2 1,-3-2 18,-1 2 0,-1 3 192,-3 0 1,-3-1-129,-7-2 1,2 1 20,-2 0 0,-2-2-93,2-6 0,-4 1-171,4-4 1,0-1-111,3-3 0,-3 0-323,0 0 0,1-5-759,6-2 0,-2-2 575,6-2 0,-4-3-884,3 0 1467,0-5 0,33-31 0,-11 19 0,-1-1 0</inkml:trace>
  <inkml:trace contextRef="#ctx0" brushRef="#br0" timeOffset="51">20239 9031 7963,'-6'0'3350,"2"0"-3008,13 0 1,-2 0-652,7 0 0,3 0 280,1 0 0,-2 0-1155,2 0 1,0 1 1183,3 3 0,20 6 0,4 7 0</inkml:trace>
  <inkml:trace contextRef="#ctx0" brushRef="#br0" timeOffset="52">20271 9191 7924,'-6'0'1832,"2"0"1,5 0-1558,2 0 0,7 0-555,4 0 1,5 0-396,-1 0-1,2 0 676,1 0 0,29 0 0,7 0 0</inkml:trace>
  <inkml:trace contextRef="#ctx0" brushRef="#br0" timeOffset="53">20879 9202 7907,'-11'4'633,"1"-1"89,-1 4 887,5-5-423,1 8-369,5-9-487,0 8 0,2-8-62,1 3 1,3-4-186,5-4 0,3-1-143,0-6 1,5 0-222,-1 1 0,2-5 12,1 1 0,1-4-354,-1 4 1,-1-5-21,-2 1 1,2 2 261,-2-2 0,-3 1 62,-1 0 1,-3 1-200,-4 6 910,3-1-116,-9 5 111,4 1-11,-10 15 0,0-2 362,-2 10 1,1-4-63,3 4 0,0-4-197,-4 4 0,5 0-451,-2 3 0,-1 0 70,2 1 1,-1 0-1302,4 3 1,0-3 1202,0 3 0,-4 12 0,-2 2 0</inkml:trace>
  <inkml:trace contextRef="#ctx0" brushRef="#br0" timeOffset="54">22073 7794 7860,'-6'0'996,"2"-5"1,5 4-537,2-2 0,0 1-35,4 2 1,1 0-150,6 0 0,-2 0-266,3 0 0,0 2-212,-1 1 0,5-2-275,-1 3 1,1 1-617,-1-2 1093,2 1 0,6 1 0,7 0 0</inkml:trace>
  <inkml:trace contextRef="#ctx0" brushRef="#br0" timeOffset="55">22105 7933 7860,'-6'0'1427,"2"1"-1205,4 3-47,0-3 0,4 3 26,4-4 1,2 4-290,4 0 0,4-1 116,7-3 0,-1 0-727,4 0 1,-1 0 698,2 0 0,25-5 0,3-1 0</inkml:trace>
  <inkml:trace contextRef="#ctx0" brushRef="#br0" timeOffset="56">22692 7943 7863,'-12'11'640,"-2"0"1,3-1-188,0 1-196,1 0 0,10-2 121,0-2 0,1-1-57,6-2 0,4-3 80,3 3 0,5-7-58,-1 0 0,2-7-197,1-1 0,0 1 67,1-4 0,3 1-425,0-2 0,4-1-17,0-6 1,-2 1-226,1 0 0,-3-1-78,4 1 1,-6-4 251,2 0 1,-3 2 94,-5 5 1,-1 0-164,-6 7 446,-4 3 1,-2 9 41,-8 3 1,-3 3 19,-7 7 0,1 6 161,-5 5 1,4 4 323,-4-4 0,5 4-183,-1 0 0,-1 1-91,0 2 1,2-3-1120,6-1 0,2-4 208,5 1 540,0 2 0,34-14 0,7 1 0</inkml:trace>
  <inkml:trace contextRef="#ctx0" brushRef="#br0" timeOffset="57">1376 10364 7986,'-7'-1'405,"0"-3"1,4 2 539,0-5 1,2 3-364,1-3 1,1 0 228,2-4 0,3 0-299,5 1 1,5-1-113,6 0 1,-1 1-530,4-1 0,-2 5 191,-2 3 0,4 1-141,0 2 0,-5 0 134,-6 0 0,-2 9-572,-2 1 1,-4 8 165,-2 0 1,-4 3-302,-4 4 0,-5-1 243,-5 4 0,-6-3 101,-2 4 0,1-2 378,-4 1 0,3 2-82,0-5 0,4 0 185,1-4 0,4-1-57,-2-2 0,5-3-38,3-4 1,-2-4-172,6 0 1,0-1-100,7 1 0,2-2-172,5-5 0,2 0-996,4 0 1360,1 0 0,12-2 0,4-1 0,0 0 0,1 0 0</inkml:trace>
  <inkml:trace contextRef="#ctx0" brushRef="#br0" timeOffset="58">1802 10577 7986,'-10'0'565,"-1"0"1,2 5 199,2 2 1,-2 4-261,6 3 0,-1 4-111,4 6 1,0 2-265,0 3 0,4 2-143,-1-3 0,4-1 78,-3 2 0,1-3-212,-2-1 1,-2 0 45,3-8 0,-2-1 193,2-2-471,-3-7 208,4-2 1,-9-8-39,1-4 0,-2-1-25,1-10 1,3-3-52,-2-4 0,0-5 96,0 2 1,2-6-57,-3-2 0,3-3 400,1 4 1,0-1-114,0 4 0,1-4 22,3 1 1,1-1-89,6 4 1,0 2 220,-1 1 0,1 0 11,0 4 1,3 5-1,0 5 1,4 3-152,-4 2 1,5 4-12,-1 2 0,-3 3 20,0 1 0,0 5-13,-1 2 1,-1 4-204,-6 3 1,-1-1 61,-2 5 1,-3-1 50,3 5 0,-8-1 21,-3 0 1,-3 1-6,0-1 1,-2-1-50,-2-2 1,1 2-6,-5-2 0,4-3-164,-4-1 0,4-5 58,-4-2 1,4-4-365,-4 5 0,5-6 174,-1 1 0,5-3 371,2-3 0,29-31 0,2-13 0</inkml:trace>
  <inkml:trace contextRef="#ctx0" brushRef="#br0" timeOffset="59">2080 10598 7974,'-11'11'1030,"0"0"0,1-2-404,-1-2 0,4 3 1301,0-3-840,4 2-710,-1 2 0,5-5-271,2-3 1,3-1-211,5-2 0,1 0-271,2 0 1,-1-5 338,5-2 1,-5-3-115,1 0 1,2-5-71,-2 1 1,0-4-474,-3 4 0,-1 0 305,1 3 1,-2 1 216,-1-1 1,0 4 235,-5 0 314,6 4 0,-8 0 174,2 6 1,-1 5-280,-2 6 0,-2 2-68,-1 6 1,2-1-46,-3 0 1,3 1-258,1-1 0,0 0-328,0 1 1,0-2-462,0-2 1,1 0 429,3-3 455,2 4 0,33-45 0,7-6 0</inkml:trace>
  <inkml:trace contextRef="#ctx0" brushRef="#br0" timeOffset="60">2464 10374 7941,'-11'0'2895,"0"5"-1651,5-4-853,2 4 0,9-5-479,6 0 0,5 1 151,5 3 1,1-3-939,3 3 1,-2 0 282,2 0 592,-3-1 0,23-7 0,6-2 0</inkml:trace>
  <inkml:trace contextRef="#ctx0" brushRef="#br0" timeOffset="61">2538 10502 7901,'-6'0'1024,"2"0"0,5 0-770,2 0 0,1 0-349,6 0 0,0 0 95,8 0 0,9-5 0,6-4 0,4 0 0,1 0 0</inkml:trace>
  <inkml:trace contextRef="#ctx0" brushRef="#br0" timeOffset="62">3221 10268 8010,'3'-11'437,"1"0"1,-1 4 146,-3 0 0,4 4-171,-1-4 0,5 3 120,-5-3-458,1 5-52,-4-3 0,-5 13-37,-2 3 1,-4 5-233,-3-1 1,-1 2 109,-3-2 0,-1-1-78,5-4 1,-4 5 63,4-1 0,-4 0 67,4-3 0,1-1 50,5 1-102,-1 0 184,8-1 1,-3 0-78,8-3 1,3-2-55,7-5 1,4 0-13,7 0 1,-2 0-385,6 0 1,-1-4 67,4 1 410,0-6 0,-1 6 0,3 0 0,3-2 0,0 0 0</inkml:trace>
  <inkml:trace contextRef="#ctx0" brushRef="#br0" timeOffset="63">3285 10332 8011,'-7'0'247,"-1"0"1,1-4 236,-3 1 208,4-1-450,-4 4 0,9 1-223,-3 3 1,3 3-8,1 7 1,1 3 23,3 4 1,-2 5-132,6 3 1,-5 1-393,4 2 0,-1 5 487,1 2 0,4-5 0,2 2 0,-1 3 0,0 0 0</inkml:trace>
  <inkml:trace contextRef="#ctx0" brushRef="#br0" timeOffset="64">3509 10534 7986,'0'16'0,"-4"-3"0,0 5 0,1-1 360,3 5 1,-4-1-51,1 0 0,-1 5-117,4 3 0,0-3-189,0-1 0,0 0-239,0-4 0,1 1-138,3-7 59,-3-1 0,5-8 142,-2-3 0,-3-7 93,2-7 1,-1-4-75,-2-7 0,0-4 5,0-2 0,0-3 151,0-1 1,-2-4 32,-1 1 0,2-2 176,-3 2 0,3-2-14,1-2 1,0-1 81,0 4 1,0 0-55,0 4 1,5 2-93,2 1 1,2 4-154,2 8 0,1 5 94,2 5 1,-2 5-97,2 2 1,-2 6 28,-1 9 0,-4 1-149,0 5 0,-5 1 19,2-1 0,0 0-84,0 1 0,0-1 36,-4 0 0,-4 0 69,0-4 0,0 2-77,0-4 1,-2-1 44,-4-4 1,-1 1-67,0 0 1,1-4 37,-1 0 0,-3-5-18,-1 2 0,1-3-1,4-1 180,4 0 0,1-38 0,5-9 0</inkml:trace>
  <inkml:trace contextRef="#ctx0" brushRef="#br0" timeOffset="65">3743 10417 7958,'-11'0'370,"1"0"-219,-1 0 1188,5 0-694,1 0-699,15 0 0,-3 0 20,7 0 1,-1 0-203,2 0 0,-4 0-124,4 0 0,-4 1 186,0 3 1,0-2-34,-1 5 0,-2-3-1,-1 3 1,-5 0 293,2 4 0,-3-3-37,-1 3 1,0-3 68,0 6 1,-6 2 16,-5-2 0,1 5 221,-5-1 0,2-2 50,-1 2 0,2-5-79,-2 1 0,6-1-267,1 1 0,1-5 289,-1 1-503,2-1 1,6-2-87,3 0 1,1-5-207,6 2 0,1-3 130,2-1 1,2 0-119,1 0 1,4 0 433,-4 0 0,37-19 0,-23 7 0,0 0 0</inkml:trace>
  <inkml:trace contextRef="#ctx0" brushRef="#br0" timeOffset="66">4074 10428 8019,'0'-6'968,"4"0"-621,4 2 0,2 2-691,4-5 1,3 4 159,4 0 1,2 1-137,2-2 0,1 3-30,2-3 350,3 3 0,11-4 0,7-1 0</inkml:trace>
  <inkml:trace contextRef="#ctx0" brushRef="#br0" timeOffset="67">4223 10321 7913,'-11'-5'924,"5"4"-668,2-4 1,4 7-296,0 1 0,0 4 89,0 8 1,3-2-291,1 4 0,3 1-129,-4 3 0,5 4-575,-5 0 944,5 5 0,-4 0 0,-2 5 0,4 5 0,-1-1 0</inkml:trace>
  <inkml:trace contextRef="#ctx0" brushRef="#br0" timeOffset="68">4586 10470 7901,'-5'6'272,"4"-1"337,-9-5 263,9 0-254,-4 0-775,15-5 0,-3-1 85,7-4 1,1-1-285,0 0 1,4-3 162,-2 0 1,2-4-69,-1 4 0,2-5 57,-2 1 1,1-1-95,-1 2 1,0 0 119,-8 3 1,3 2-74,-6-2 542,-2 7-173,0-3 278,-5 9 0,0 1-162,0 7 1,-4 6 453,1 1 0,-1 4-200,4-4 1,-3 5-27,-1-1 0,0 6-118,4 1 1,-3 1-115,-1-2 0,1 0-787,3 5 1,0-5 238,0 5 318,0-5 0,14 30 0,4 3 0</inkml:trace>
  <inkml:trace contextRef="#ctx0" brushRef="#br0" timeOffset="69">1664 11793 7936,'-6'-6'324,"-4"-4"1,8 9 222,-5-3-95,5 3 1,-3 2-108,5 3 0,0 3-69,0 7 1,0 6-100,0 5 1,0 8-133,0-1 0,0 6-17,0-2 1,0 4 166,0-1 1,1 0-426,3-3 0,-3-2 154,2-9 0,-2-5-543,-1-6 375,0-2 1,0-7-26,0-5 0,0-9-180,0-9 1,-3-3 166,-1-4 1,1-4-36,3-6 0,0-3 90,0-5 0,-4 0 121,1 1 1,-1-2-170,4-2 1,0 1 316,0-5 1,0 1 21,0 0 1,5 6 218,2 7 0,4 4 87,3 4 0,1 7-146,3 6 0,1 8-75,-5 4 0,0 3-43,-3 3 1,2 3-117,-2 5 1,1 3 62,-9 0 0,1 5 134,-4-1 1,0 6-176,0 1 1,0 0-135,0-4 1,-1-3-124,-3-1 0,-2 1 71,-5 4 0,1-2-98,-1-3 0,0 2 44,1-4 1,-2-1-85,-2-3 0,2-2 35,-2-2 0,2-2-153,1-5 430,0 0 0,6-29 0,0-6 0</inkml:trace>
  <inkml:trace contextRef="#ctx0" brushRef="#br0" timeOffset="70">1952 11846 7936,'-16'5'1472,"4"-3"-774,-2 5 1119,2-5-662,6 3-899,2-5 1,5 0-23,2 0 0,3 0-581,5 0 0,3-5-64,0-2 1,4-3-313,-4-5 0,4 2 99,-4-4 0,2 4 298,-2-2 1,-2 0 144,2 1 0,-2-2-82,-1 2 0,-1 3 211,1 1-141,0-1 981,-1 10-420,-4-4 0,3 11 123,-6 5 1,1 1-194,-4 5 0,0 1-111,0 4 0,0-1-507,0 0 0,0 2 188,0 2 1,0-6-616,0 2 0,1-6 120,2 3 627,-1-5 0,21-7 0,1-7 0</inkml:trace>
  <inkml:trace contextRef="#ctx0" brushRef="#br0" timeOffset="71">2368 11611 7936,'-8'-1'38,"1"-2"83,5 1 1,-2-6 301,8 4 0,3 1-500,7 3 1,2 0 0,1 0 1,4 0-527,-4 0 0,4 1 602,0 3 0,19 11 0,5 8 0</inkml:trace>
  <inkml:trace contextRef="#ctx0" brushRef="#br0" timeOffset="72">2432 11654 7936,'-11'0'1214,"5"0"280,1 0-977,5 0 0,5 0-418,2 0 1,4 0-325,3 0 1,4 0-1058,7 0 1282,-3 0 0,12-8 0,6-3 0,0-1 0,0 0 0</inkml:trace>
  <inkml:trace contextRef="#ctx0" brushRef="#br0" timeOffset="73">3082 11462 7901,'6'-5'-129,"-1"-1"0,-2-1 678,1 0 1,3 4-387,-4-5 1,6 5 43,-2-4 0,2 4-287,2 0 0,0 2 71,-1 1 0,1 0-63,0 0 1,-1 0 22,1 0 1,-4 1 94,0 2 0,-4 0 16,0 4 1,-2 1-44,-1 6 0,-4-1-11,-4 5 1,-2-4 25,-4 4 0,-2 4 138,-2 2 0,-2 1-118,2-3 0,-2-1 151,-1 0 1,3 4-131,0 0 1,5-4-61,-1-3 1,7-1 35,4 0 1,-2-1-117,1-5-269,5-1 1,9 0 157,4-3 1,5-2-508,-1-5 1,3 0 682,4 0 0,3-8 0,5-3 0,3-1 0,1 0 0</inkml:trace>
  <inkml:trace contextRef="#ctx0" brushRef="#br0" timeOffset="74">3381 11856 7903,'-2'17'14,"-1"-3"1,0 2 209,-4-2 0,5 7 375,-2-3 0,3 8-299,1-5 1,0 4-189,0 0 1,0-2-379,0 2 1,0-3 180,0-1 1,0-3-34,0 0 0,1-6 64,3-2-86,-3-4 1,4-7 51,-5-2 1,0-8-126,0-7 1,-1-3 106,-3-4 0,3 0 6,-3-7 0,2-1 81,-1-6 0,1 1-28,-1 2 1,2 0 193,1-3 0,0-3-119,0 3 0,0-1 83,0 1 1,1 1-80,2 2 0,0 4 119,4 0 1,0 5-121,4 6 1,-1 3 10,1 0 0,0 9 116,-1-2 1,1 7-100,0 1 0,-1 3 94,1 3 1,-2 0-99,-2 4 0,2 0 2,-6 4 1,1 3 60,-4 0 1,0 4 3,0-4 0,0 4-93,0-4 0,-1 5-132,-3-1 1,2-2-149,-5 2 1,0-1 111,-4 0 0,0 0-163,1-3 1,-1-2 69,0 2 1,1-5-146,-1-2 0,0-4-33,1 4 0,-1-4-441,0 0 851,1-1 0,13-40 0,4-10 0</inkml:trace>
  <inkml:trace contextRef="#ctx0" brushRef="#br0" timeOffset="75">3626 11654 10296,'11'0'-50,"-1"0"1,1 0 41,0 0 0,-1 0 121,1 0-349,-1 0 0,1 0 87,0 0 0,-4 1-65,0 3 1,-5-2 145,2 5 1,-3 0 185,-1 4 0,-5 1 130,-2 2 0,-2 1-58,-2 3 0,-3 2 106,0-2 1,-4-1-51,4 0 1,0-2 20,3 2 1,0-4-45,1 2 1,0-4-17,3 0 1,2-4-241,5 0 1,0-3 56,0 3 0,1-5-547,3 2 1,2-3 304,5-1 0,4 0-1691,3 0 1909,2 0 0,20-9 0,5-3 0</inkml:trace>
  <inkml:trace contextRef="#ctx0" brushRef="#br0" timeOffset="76">3978 11665 7916,'-11'0'1377,"0"0"228,1 0-1083,4 0 0,7 0-410,10 0 1,2 0 64,8 0 1,-2-2-925,6-1 0,1 0 173,-1-4 1,4 5-552,0-2 1125,-3-1 0,24 3 0,1-2 0</inkml:trace>
  <inkml:trace contextRef="#ctx0" brushRef="#br0" timeOffset="77">4148 11579 7924,'-6'5'-627,"2"1"779,4 5 0,-4-4 406,1 0 0,-1 3-437,4 5 1,0 2 60,0-2 1,-1 5-613,-3 1 1,3 2 227,-2 5 0,1-4 202,2 1 0,10 7 0,2 1 0</inkml:trace>
  <inkml:trace contextRef="#ctx0" brushRef="#br0" timeOffset="78">4458 11526 7924,'-11'0'0,"0"0"950,1 0 0,2 0 109,1 0-554,5 5 0,-2-4-104,8 2 1,0-1-768,6-2 1,-1-2-35,5-1 0,2 1-260,2-6 1,1 1 186,-1-3 0,2-1 230,-2 0 0,1 1-149,-2-1 1,2-3 34,-4 0 1,-1-2 300,-3 2 0,-2 2-86,-2-2 1,1 2 947,-4 1-397,0 1 1,-6 4 208,-1 2 1,0 3-163,-4 1 1,1 5-114,-1 2 1,-2 6 119,2 1 1,1 5-83,-1-1 0,1 2-450,-1 1 1,1 1-213,2-1 0,3 0-380,-3 1 1,3-1 15,1 0 0,0-3 645,0 0 0,19-19 0,5-2 0</inkml:trace>
  <inkml:trace contextRef="#ctx0" brushRef="#br0" timeOffset="79">4777 11302 7924,'-10'11'213,"3"-1"161,0 1 0,4 1 86,0 2 1,-2-1-91,1 5 0,-3 0-146,4 3 0,-2 5 8,1 2 1,2 4-342,-5 4 0,3-3 122,-3 3 1,5-3-641,-2-1 1,2 0 422,-2 0 0,3-6-1578,-2-5 1782,2-4 0,1-16 0,0-2 0</inkml:trace>
  <inkml:trace contextRef="#ctx0" brushRef="#br0" timeOffset="80">4831 11590 9970,'1'-7'293,"3"0"0,-2 4-351,5 0 0,0-2-241,4 2 0,-1-1 268,1 4 0,0 0-87,-1 0 1,1-4 165,0 1 0,-1-1-246,1 4 1,-4 1-50,0 3 1,-4-2 521,0 6 1,-2-5 116,-1 4 0,0 0 106,0 4 1,-3 0 204,-1-1 1,-4 1-240,1 0 0,-1 3 118,1 0 1,-3 0-170,3-3 0,1 1-78,-1 2 0,5-2-116,-2 2 0,3-2-198,1-1 0,0-1-154,0 1 1,1 0-374,3-1 0,1-3-1116,6 0 0,3-4 244,1 0 1378,4-1 0,16-26 0,10-6 0</inkml:trace>
  <inkml:trace contextRef="#ctx0" brushRef="#br0" timeOffset="81">5289 11515 7895,'-10'0'3236,"4"0"-2596,1 0-410,19 0 0,-4 0-694,11 0 0,-2 0 300,2 0 0,1-3-345,-1-1 0,4 1 509,0 3 0,19-29 0,1-6 0</inkml:trace>
  <inkml:trace contextRef="#ctx0" brushRef="#br0" timeOffset="82">5279 11697 7891,'-7'0'1929,"-1"0"-776,6 0-654,-7 0 1,9 0-228,0 0 0,9-4-272,9 0 0,3-4 214,4 1-214,2 2 0,6-3 0,4-3 0,3 2 0,0 1 0</inkml:trace>
  <inkml:trace contextRef="#ctx0" brushRef="#br0" timeOffset="83">6153 11163 7903,'-11'-5'0,"1"1"0,-4 3 891,-1 1 0,0 0-339,1 0 0,-2 0-28,-2 0 0,-2 1-196,3 3 0,0-2-294,-1 5 0,5 0 103,-1 4 1,3-1-117,4 1 0,-1 1 16,4 2 0,2-2 129,6 2 1,1-1-13,6 1 1,5-2-71,1 3 0,3-4-35,2 0 1,3 0-16,0-1 0,4-3-145,0 1 1,-3-5-75,-1 4 1,-3-3 104,-1 3 0,0-4 229,-4 5 0,-1-5-103,-6 4 1,-4-3 463,-2 3 1,-4 1-202,-4 6 0,-3-2 30,-7 2 0,-3-1-98,-4 2 1,-4-5-152,0 1 1,-3-1-262,3-7 0,-5 1-536,2-4 1,-2 0-1124,2 0 0,-2-3 1830,5-4 0,-9-24 0,1-14 0</inkml:trace>
  <inkml:trace contextRef="#ctx0" brushRef="#br0" timeOffset="84">6014 11185 7924,'11'0'138,"0"0"0,-1 0-92,1 0 1,3 0 372,1 0 1,3 0-83,0 0 0,7 0-1831,4 0 1494,1 0 0,21-5 0,5-1 0</inkml:trace>
  <inkml:trace contextRef="#ctx0" brushRef="#br0" timeOffset="85">6484 11121 7904,'-7'7'174,"-1"0"1,2 0-117,-1 4 0,-1-1 864,5 1 1,-5 5-264,5 1 1,-5 7-165,0 1 1,3 8-337,-3-1 1,1 7 46,-3 0 1,-1 6-651,0 1 1,1 1 334,-1-5 0,2 1-997,1 0 1,0-6 588,5-1 1,-1-9 516,4-5 0,0-15 0,0-8 0</inkml:trace>
  <inkml:trace contextRef="#ctx0" brushRef="#br0" timeOffset="86">6516 11515 7904,'0'-10'1028,"0"-1"0,0 4-422,0 0 0,1 3-91,2-3 0,3 4-272,5-5 0,0 6-363,-1-1 0,1-2 107,0 1 1,0 1-161,4 3 0,-3 0-177,2 0 1,-6 1 204,-1 2 0,-1 0 242,1 4 0,-1 0-178,-2 4 1,-3-1 610,2 1 1,-6 4-32,-4 3 0,-3-1 185,0 1 0,-1-1-9,0 5 0,-1-1-243,-2 0 0,4 1-63,-1-1 1,1-3-140,7-1 1,-4-4-196,3 2 0,1-3 65,3-2 0,1 1-442,2 0 1,3-4-387,5 0 1,4-5-1906,3 2 2633,-2-3 0,32-11 0,4-1 0</inkml:trace>
  <inkml:trace contextRef="#ctx0" brushRef="#br1" timeOffset="87">7763 11697 10623,'7'0'1402,"0"0"1,5 0-1292,6 0 1,3-4-131,4 0 0,4-3-153,6 4 1,3-6 171,5 2 0,-7 1 0,4-2 0,2 0 0,0 0 0</inkml:trace>
  <inkml:trace contextRef="#ctx0" brushRef="#br1" timeOffset="88">8115 11515 7987,'-11'-4'241,"1"-2"60,-1-5 1,5 4-16,3 0 0,3 4 330,3 0 1,4 0-683,8 0 1,1 2 37,5-3 1,1 8-85,-1 3 0,4 2 64,0 2 0,-1 0-225,-7-1 0,3 6 145,-2 1 0,-2 4 149,-2 0 1,-6 0 261,-1 1 1,-4 2-124,0 1 1,-6 0 107,-4-3 0,-7-2-33,0-3 0,-5 2-312,2-4 1,-4-1 143,0-3 0,1-4-776,2 0 0,-1-5 138,5 2 571,0-3 0,27-39 0,6-9 0</inkml:trace>
  <inkml:trace contextRef="#ctx0" brushRef="#br1" timeOffset="89">8712 11430 7987,'0'-7'1376,"0"0"-442,0 4-230,0-6-128,0 8-126,0-4-64,5 5 1,1 6-42,5 5 0,-2 4 51,-2 6 1,3 5 8,-3 3 0,1 5 22,-1 2 1,1 3-189,-4-4 0,3 4 0,-3-3 1,3 0-56,-4-4 0,4-9 41,-3-1 0,1-9-195,-2-3 1,0-4 173,4-6-216,-5 0 1,6-9-26,-4-6 1,4-5 97,-1-5 1,-1-2-430,1-5 0,1-5 194,2-2 1,1-2-544,0-2 1,-1 1 223,1-1 0,1 2-677,2 1 1,-2 4 333,2 4 1,-2 6-549,-2 4 1384,1 6 0,2 9 0,-2 7 0,-3 7 0</inkml:trace>
  <inkml:trace contextRef="#ctx0" brushRef="#br1" timeOffset="90">9288 11505 7948,'-11'0'1219,"1"0"1,0-2 226,3-1-860,2 2 1,7-4-178,1 5 0,8-1-451,7-3 0,2 3 89,1-3 0,0 3-1096,1 1 1,3 0 1048,-1 0 0,25 15 0,2 2 0</inkml:trace>
  <inkml:trace contextRef="#ctx0" brushRef="#br1" timeOffset="91">9288 11665 10893,'14'0'-406,"1"0"1,7 0 405,-1 0 0,12-2 0,5-1 0,3 0 0,-1 0 0</inkml:trace>
  <inkml:trace contextRef="#ctx0" brushRef="#br1" timeOffset="92">9800 11462 7901,'-4'-11'-1896,"1"1"4736,-5 4-1125,6 1-918,-2 5 1,8 8-333,3 3 1,4 7-52,3-1 0,-1 4-226,5 0 0,0 1-187,3 3 0,-3-2-466,0 2 0,0-2 369,3 2 0,-1-1-509,-2 4 0,-3-4 73,-4 1 532,-1-2 0,-8 3 0,-4 1 0</inkml:trace>
  <inkml:trace contextRef="#ctx0" brushRef="#br1" timeOffset="93">9683 11782 7858,'-2'6'1813,"-1"-3"-409,2-1-437,-4-2-111,5 0-642,5-5 0,2-2-137,7-8 0,3 4-673,4-4 0,0-1 445,1-2 0,4-2-2151,2-1 2302,3-1 0,15-9 0,4-2 0</inkml:trace>
  <inkml:trace contextRef="#ctx0" brushRef="#br1" timeOffset="94">10152 11195 7853,'6'-1'1600,"-3"-2"0,0 2-911,0-3 1,3-1-389,5 2 0,1-2-275,2 1 1,4 3-806,7-2 0,-2-2 549,6 1 1,-1 1 229,4 3 0,24 5 0,-25-3 0,-1 1 0</inkml:trace>
  <inkml:trace contextRef="#ctx0" brushRef="#br1" timeOffset="95">10280 11163 7826,'-1'6'446,"-3"-2"1,3-2 1194,-3 2-1120,3-3 0,2 7-149,3-4 0,-2 4-344,5-1 0,0 3-216,4 0 1,0 2-2153,-1 2 2340,1-2 0,9 18 0,3-2 0</inkml:trace>
  <inkml:trace contextRef="#ctx0" brushRef="#br1" timeOffset="96">10184 11142 7817,'-11'0'1591,"0"0"-526,1 0 460,-1 0-1077,5 0 0,3 0 108,6 0 0,4 0-278,8 0 1,5 0-382,5 0 1,4 0-1071,0 0 1,1 0 463,2 0 709,5 0 0,11 0 0,6 0 0</inkml:trace>
  <inkml:trace contextRef="#ctx0" brushRef="#br1" timeOffset="97">10354 11185 11067,'0'7'682,"0"0"0,0 1-363,0 6 0,0 0-61,0 3 1,0 1-225,0 3 1,0 1 61,0-1 1,0 2-888,0 1 0,0-1 162,0 2 629,0-7 0,-4-17 0,-2-8 0</inkml:trace>
  <inkml:trace contextRef="#ctx0" brushRef="#br1" timeOffset="98">10557 11515 7824,'0'11'0,"0"-4"713,0 0 0,-4 0-263,1 4 1,-1 4 340,4 3 0,0 2-320,0 2 0,0 4-87,0 2 0,0 2-384,0-2 1,4 2 67,-1-5 0,1 0-346,-4-4 1,0-5 220,0-1-709,0-4 548,0-5 1,0-3 11,0-10 1,0-6 117,0-12 0,4 0 69,-1-7 1,2 1-31,-2-8 1,0 0 135,4-4 0,-1 1-60,1-1 0,2 0 117,-1 1 0,1-1-113,2 0 1,0 2 15,4 2 0,-2 3-121,5 8 0,-2-1 99,2 8 0,1 3 28,-5 11 1,4-1 32,-4 4 1,0 4 114,-3 4 0,0 8-30,-1-2 0,-3 8-105,0 0 0,-4 2 76,0 1 0,-1 4-51,-2 0 1,-2 1-238,-1-1 1,0-2-29,-4 1 1,-1 1-61,-6-3 1,1 1 111,-5-5 1,0 1 35,-3-1 1,0-6-127,-1-5 1,1-4 81,0 5 0,3-6-122,0 1 0,5-3 45,-1-3 1,2 1-365,1-6 0,5 1-18,3-3 589,2 4 0,20-9 0,4 4 0</inkml:trace>
  <inkml:trace contextRef="#ctx0" brushRef="#br1" timeOffset="99">10941 11547 7792,'-5'17'1239,"-1"-2"229,-4-4 1,4 1-694,2 2 0,4-2 100,4 2 0,2 1-71,4 0 0,4 4-343,1-2 1,2 0-618,-2 1 0,4-4 162,-2 4 0,4 0-881,0 3 0,-1-5-164,-2-1 0,1-4-794,-5 0 1,0 3 1832,-3 1 0,-24 18 0,-6 1 0</inkml:trace>
  <inkml:trace contextRef="#ctx0" brushRef="#br1" timeOffset="100">10909 11867 7792,'-16'0'0,"5"0"723,-5 0 1,9-5 978,0-2 0,5-2-997,-2-2 0,8 1-92,3-1 1,3-1-930,5-2 0,1 1 239,6-5 1,2 4-1162,1-4 0,5 0 778,-2-3 1,2 3 459,-2 0 0,22-14 0,-24 13 0,-1-1 0</inkml:trace>
  <inkml:trace contextRef="#ctx0" brushRef="#br1" timeOffset="101">11410 11526 7489,'17'-11'-644,"-2"4"898,-4 0 1,3 1 674,0-1 0,2-1-454,-2 4 0,-2-3-155,2 4 0,1-1-568,-1 4 0,4 0 171,-4 0 77,5 0 0,-11 9 0,1 3 0</inkml:trace>
  <inkml:trace contextRef="#ctx0" brushRef="#br1" timeOffset="102">11463 11633 7768,'-10'10'587,"-1"-4"1,5 0 834,3-2 1,3-3-912,3 2 1,4-1-212,7-2 0,3-2-506,4-1 0,1 2 206,-1-3 0,24-7 0,6 0 0</inkml:trace>
  <inkml:trace contextRef="#ctx0" brushRef="#br1" timeOffset="103">12167 11323 7839,'0'-6'991,"0"1"-546,0 1-14,0 3 559,0-4-600,5 5 0,1 1-368,4 3 1,1 5-63,0 5 0,1 7-192,2 0 0,-1 0-46,5 4 1,-2 1-313,2-1 1,1 5-317,-5-2 0,4-2 48,-4-1 858,0-2 0,-3-2 0,0 0 0</inkml:trace>
  <inkml:trace contextRef="#ctx0" brushRef="#br1" timeOffset="104">12103 11633 7865,'-10'0'530,"-1"0"16,0 0 1,4-2-22,0-1 1,5 0 120,-2-4 1,3 0-346,1-3 1,6-2-68,4-2 1,6 1-277,5-5 1,4 0-135,0-3 0,5-1-172,-2 1 0,3 0-97,1-1 1,-4 5-498,1-1 0,-6 5 942,2-1 0,-2-3 0,-2 0 0</inkml:trace>
  <inkml:trace contextRef="#ctx0" brushRef="#br1" timeOffset="105">12647 11110 7886,'-11'0'99,"4"0"199,0 0 1011,0 0-385,1 0-510,1-5 1,7 4-159,1-2 1,8 1-232,7 2 1,3 0 156,4 0 0,1 0-749,2 0 1,3-1 111,-3-2 0,3 2-569,1-3 1024,5 3 0,6-4 0,5-1 0</inkml:trace>
  <inkml:trace contextRef="#ctx0" brushRef="#br1" timeOffset="106">12786 11121 7893,'0'7'728,"0"0"-35,0-5 66,0 8-783,0-4 1,0 4 109,0 1 0,0 0-1621,0-1 1535,0 1 0,4 28 0,2 7 0</inkml:trace>
  <inkml:trace contextRef="#ctx0" brushRef="#br1" timeOffset="107">13212 11004 7893,'6'-6'281,"-1"0"-6,-5 2 86,0 3 54,0-4-40,5 5-219,-4 0 1,3 5 167,-4 2 1,4 6-89,0 1 0,-1 9 114,-3-2 1,0 8-120,0-1 1,-1 8 334,-3 3 1,0 3-156,-3 4 1,-3-1-262,3 5 1,1 0 110,-1 3 1,3 3-172,-3-3 0,4-2-131,-4-8 0,4-2 130,0-2 0,2 1-198,1-8 0,0-3 44,0-8 1,0 0 11,0-4 1,0 2-69,0-4 1,0 2-45,0-2 0,0 0 481,0-1 0,0 2-117,0 1 1,-2-1 46,-1-6 1,2 1 15,-3 0 1,3-1-245,1 1 0,0-4 199,0 0-280,0-4 168,0 1 1459,0-4-1177,5 0 1,-3 0 274,5 0-562,0 0 0,5 2 89,2 1 1,-1-2-512,5 3 0,1-2 67,6 2 0,-1-3-138,4 3 0,-3-3-1150,3-1 0,1 0 660,3 0 0,0 0-1847,0 0 2730,-5 0 0,9 9 0,-3 3 0</inkml:trace>
  <inkml:trace contextRef="#ctx0" brushRef="#br1" timeOffset="108">13223 10982 12940,'10'-5'854,"6"3"-558,2-5 1,7 3-803,3-3 1,4 4 250,4-4 255,1 4 0,4-1 0,4-1 0,3 2 0,0 0 0</inkml:trace>
  <inkml:trace contextRef="#ctx0" brushRef="#br1" timeOffset="109">13660 11174 7886,'7'-7'498,"0"0"1,-4 3-95,0-3 0,-2 4-15,-1-4 1,4 3 74,-1-3 0,1 3 249,-4-3-583,0 5 43,-5-3 1,-1 5-277,-4 0 0,-1 0 140,0 0 1,0 0 187,-4 0-171,3 5 1,-3 0 52,4 2 1,1 1 295,-1-4-310,5 4 0,1-2 250,5 4 0,0 1-20,0 0 0,3 1-104,4 2 1,0-5 12,7 6 1,3-8-245,1 7 0,1-8-4,-2 4 1,3-5-29,-2 2 0,1-1 134,-1 1 0,-3 2-20,-4-6 1,0 4 392,-1-3-341,-4 4 0,-2-2 160,-8 5 1,-3-2-5,-7-2 0,1 3-461,-5-3 0,0-1-279,-3 1 1,0-5-361,-1 2 0,1-3-38,0-1 0,-1-1-720,1-3 0,3-3 1580,1-7 0,9-14 0,2-8 0,-1-4 0,-1-1 0</inkml:trace>
  <inkml:trace contextRef="#ctx0" brushRef="#br1" timeOffset="110">13617 11067 7886,'11'-3'0,"0"-1"0,-1-4 373,1 1 0,0 1 54,-1-1 0,2 5 28,2-2 0,3-1-836,4 2 1,1-1 193,-1 4 187,5 0 0,6 10 0,6 1 0</inkml:trace>
  <inkml:trace contextRef="#ctx0" brushRef="#br1" timeOffset="111">14044 10961 7886,'-11'0'329,"1"0"0,2 0 506,1 0 0,4 3-50,-4 1 1,3 5-334,-3 2 1,5 2-130,-2 8 1,-2 3-82,-1 8 0,-2 4-196,-2-1 1,0 6-137,1-2 1,-1 3-172,0 4 1,1-6-209,-1-1 1,0-5-611,1-2 0,4-4 1079,2 1 0,-7-10 0,0 1 0</inkml:trace>
  <inkml:trace contextRef="#ctx0" brushRef="#br1" timeOffset="112">14087 11259 7886,'4'-6'1030,"-3"1"-624,3 1 0,1 2 595,-2-5-644,6 4 0,-3-2-229,4 5 46,1 0 0,-2 2-123,-2 1 0,2 0 5,-6 4 0,2 1-134,-1 6 0,-3-2 123,2 2 1,-1 2-145,-2-2 1,-4 1 338,0-1 0,-4-1-71,1 5 0,1-5 444,-1 1 0,0-2 249,-4-1-421,5 4 1,-2-3-232,4 2 0,1-2-151,3-1-413,0 0 0,5-4-1537,2 0 1891,2-5 0,35-2 0,8-6 0</inkml:trace>
  <inkml:trace contextRef="#ctx0" brushRef="#br1" timeOffset="113">14972 11345 7856,'-5'7'1194,"-2"0"0,-3-5-516,0 2 0,4-2 824,2 2-578,3-3-843,1 4 0,1-5-40,3 0 0,3 0-61,7 0 1,-1-5-127,5-2 1,0-6-343,3-1 0,4-5-186,0 1 0,0 1 333,-4 0 0,0-1-123,1-4 0,-2 1 88,-3 0 1,2-1 347,-4 1 1,-1 0-75,-3-1 1,-2 6 337,-2 2 0,-2 2 113,-5 1 102,0 5-97,0 1 0,0 7-136,0 1 0,-4 7 218,1 4 1,-4 8-145,3 0 0,-3 3-112,3 0 0,-3-2-236,4 6 1,-4-1-396,3 4 0,-1-5-1118,2-2 0,2 1 1569,-3-1 0,8 9 0,2 0 0</inkml:trace>
  <inkml:trace contextRef="#ctx0" brushRef="#br1" timeOffset="114">13905 12038 7865,'-10'3'4,"-1"1"0,4 1 1197,0-2-323,4-2-673,-1 4 0,5-6-11,2-3 0,3 0-205,5-4 1,1-5-265,2 3 1,3-4 230,4-1 1,-1 2-222,-2-4 0,2-1 75,-2-4 0,2 5 21,1-1 1,1 0 135,-1-3 1,-3 1-51,-1 2 0,-4 1 126,2 3 315,-8 7-170,-2-2 1,-5 10 214,0 2 1,-2 7 240,-1 4 0,-2 5-255,-2-1 1,-1 2 10,4 1 0,-3 0-118,3 1 0,1-1-241,3 0 0,0-3 74,0 0 0,0-1-1927,0 0 1812,0-1 0,19-10 0,5-2 0</inkml:trace>
  <inkml:trace contextRef="#ctx0" brushRef="#br1" timeOffset="115">14950 12027 7858,'-10'0'1038,"-3"1"72,2 3 605,-2-3-805,12 4-429,-4-5 1,11 0-304,5 0 1,0-1 33,7-3 1,-1 2-364,1-5 0,2-1 189,-3-2 1,4-4-488,0-1 0,0 0 314,1 1 1,-1 1-318,0-5 0,-1 5-57,-2-1 394,2 2 1,-8 2 186,2 3 287,-7 2 1,-2 10-36,-5 2 1,-1 4-147,-3 3 1,2 3 129,-5 4 0,1 0-19,-1 1 0,-1-1-424,4 0 1,-1 1-326,2-1 0,2-3-416,-3 0 1,3-5 875,1 1 0,14-12 0,4-3 0</inkml:trace>
  <inkml:trace contextRef="#ctx0" brushRef="#br1" timeOffset="116">15473 10833 7871,'6'0'1347,"0"0"-401,-3 0 0,1 0-384,6 0 1,3 1-271,9 3 1,4-3-146,2 2 0,3 0-101,1 0 1,0 0-480,0 4 1,-1-4 281,-3 4 1,-3 1-247,-7 2 0,-3 4 245,-4 1 1,-5 4-113,-3-2 1,-7 5 171,-7 3 1,-1 5 280,-6 6 0,-2 7-76,-1-4 0,-3 8-83,7-4 0,1 6 233,2 1 0,6 1-57,0-1 0,6 1-52,-1-5 1,1 4 51,2-4 0,2 3-453,1-7 1,-1 3 115,6-6 1,-5 3-4,4 0 0,-3 0-47,3-3 1,-5-2 132,2-5 0,-3 0-12,-1 0 1,0-1 25,0-3 0,-1-3 207,-3-7 1,2-2-158,-5-2 0,0-3 252,-4 0 1,-3-5-198,0-6 1,-5 0 171,1 0 0,1 0-158,0 0 1,0-5-12,-1-2 0,-2-6-760,2-1 1,3-4 354,1 4 1,2-5-964,1 1 1,0 1 1293,1-1 0,18-9 0,5-6 0</inkml:trace>
  <inkml:trace contextRef="#ctx0" brushRef="#br1" timeOffset="117">16049 11334 7940,'-6'-7'635,"2"0"1,-1 3 304,2-3 306,-1 5-47,4-3-574,5 5 1,2 5-137,7 2 0,-2 4-142,2 3 0,2 2-464,-2 6 0,4-1 175,-4 0 1,1 1-650,0-1 0,-2 1 457,4 3 1,-2-1-1294,2 5 1,-4-6 403,2 2 0,-3-4-368,-2-3 1391,1 2 0,-15-13 0,-3 3 0</inkml:trace>
  <inkml:trace contextRef="#ctx0" brushRef="#br1" timeOffset="118">16006 11643 7940,'-11'0'991,"4"0"-153,0 0-547,0-4 0,1-2-71,2-5 1,3 0 328,1 1 1,6-5-105,5 1 1,4-5-238,7 1 0,0-2-138,3-1 1,2 0-161,5-1 0,1 1-687,3 0 0,-3 3 478,3 0 0,-3 5 299,-1-1 0,5 2 0,0 1 0</inkml:trace>
  <inkml:trace contextRef="#ctx0" brushRef="#br1" timeOffset="119">16614 11313 9738,'7'0'1061,"0"0"1,0 0-977,4 0 1,1 0 75,2 0 1,-1-4-1150,5 1 0,2-1 988,1 4 0,31 10 0,0 1 0</inkml:trace>
  <inkml:trace contextRef="#ctx0" brushRef="#br1" timeOffset="120">16592 11441 10976,'11'0'742,"0"0"-685,-1 0 0,5 0 88,-1 0-145,10 0 0,8 4 0,5 1 0,9 1 0,0 0 0</inkml:trace>
  <inkml:trace contextRef="#ctx0" brushRef="#br1" timeOffset="121">17499 10993 7896,'-5'-11'5,"-1"4"390,-5 0 0,1 1-21,-1-1 1,0-1 41,1 4 0,-1 1 175,1 3-466,-1 0 1,0 0-39,1 0 1,2 0-349,1 0-8,5 4 268,-3 2 0,5 5 27,0 0 0,5-2-4,2-2 1,3 3 319,0-3 1,2 2-23,2 2 1,-1-1 92,5 1 1,-4 0-235,4-1 0,-1 1-43,0 0 1,0-1-145,-3 1 1,-4 1 97,4 2 0,-8-2-51,4 2 1,-6-2 9,0-1 1,-3 1-42,-1 2 0,-5-6 16,-2 3 0,-4-4-117,-3 0 0,-3-2-44,-4-5 0,-4 0-244,0 0 1,-3-1-641,3-3 1,-1 2 473,1-5 1,3-4 546,-3-3 0,-7-24 0,-1-3 0</inkml:trace>
  <inkml:trace contextRef="#ctx0" brushRef="#br1" timeOffset="122">17360 10940 7944,'11'0'418,"-4"0"52,0 0 1,1 0 380,7 0 1,1-2-328,5-1 0,2 0-654,2-4 0,2 5 150,5-2 1,4 0-2087,-1 0 2066,-4 1 0,24-2 0,1-1 0</inkml:trace>
  <inkml:trace contextRef="#ctx0" brushRef="#br1" timeOffset="123">17264 11334 7936,'5'6'-1817,"-3"-1"2139,5-5 0,4 0-176,3 0 0,9 0-19,-2 0 1,9 0-119,2 0 1,4 0-543,7 0 1,-4 0 532,0 0 0,15 19 0,-24-7 0,0-1 0</inkml:trace>
  <inkml:trace contextRef="#ctx0" brushRef="#br1" timeOffset="124">17350 11547 7936,'4'-6'-1376,"-1"0"1100,4 3 1,0 2 484,4-3 0,-1 3 60,1 1 1,1 0-336,2 0 0,-1 0-31,5 0 0,-4 0-159,4 0 1,-5 4 148,1-1 0,-6 5 123,-1-1 1,-4 7 191,0 0 1,-6 5-146,-4-2 0,-4 4 434,-3 0 0,-3 0-223,-4 1 0,-1-1 381,1 0 0,1-3-358,2 0 1,3-5-305,4 1 0,4-1-218,0 1 1,5-5 236,-2 1 0,8-6-1131,3-1 0,8-2 1119,6-1 0,17-15 0,7-7 0,7-2 0,-1 0 0</inkml:trace>
  <inkml:trace contextRef="#ctx0" brushRef="#br1" timeOffset="125">17872 11249 7936,'0'-11'-535,"0"4"1443,0 0-131,0 4-338,5-1 0,1 4-155,4 0 0,1 4-349,0 4 0,3 1 142,0 2 0,4 4-199,-4 3 1,4 2-342,-4 1 0,4 1-522,-4-1 1,4 0 984,-4 1 0,5 23 0,-2 6 0</inkml:trace>
  <inkml:trace contextRef="#ctx0" brushRef="#br1" timeOffset="126">17776 11526 7904,'-7'-4'0,"0"1"0,3-5-678,-3 0 0,5 3 406,-2-3 1,5-2 1023,7-4 0,0-2-202,10 2 1,1-3-504,5-4 0,4 0-274,4-1 1,0 1-344,0 0 0,0-1 117,0 1 0,-4 4 453,1 3 0,-6 2 0,3 2 0</inkml:trace>
  <inkml:trace contextRef="#ctx0" brushRef="#br1" timeOffset="127">18149 11601 7904,'7'0'-817,"0"0"0,-3-4 1192,3 0 1,0-4-237,4 1 1,0 1-126,-1-1 0,4-4-435,1-3 0,4-1 224,-2 1 1,0 1 53,1-5 0,-2 5 107,2-1 0,-2 5 36,-6 2 0,-3 1 0,0-1 0,-4 2 0,2 5 0,-5 6 0,0 5 0,-2 0 99,-1 3 1,2 2-27,-3 2 1,-1-1-19,2 1 0,-2-2-25,1 2 1,3-2-260,-2-1 229,2 1 0,5 6 0,2-1 0</inkml:trace>
  <inkml:trace contextRef="#ctx0" brushRef="#br1" timeOffset="128">18448 11057 7887,'0'-17'-875,"0"2"0,-4 3 1335,1-2 0,0 2-76,7-2 1,-1 3-165,8 4 1,-3-3 21,7 3 1,1 1-439,2-1 0,-1 5 159,0-2 0,-2 3-121,2 1 0,-2 0 18,2 0 1,-7 5-158,0 2 664,-6 3 1,1 0-156,-5 1 0,-5 0 427,-2-1 1,-3 4-257,0 1 0,-1-1 83,0-4 0,1 1-71,-1 0 0,0-1-264,1 1 0,3 0 29,0-1 1,3 1-110,-3 0 0,5-1-819,-2 1 614,3 0 1,2-1-1104,3 1 1,3-4 557,7 0 0,-1-4 699,5 0 0,33-11 0,-20 2 0,0 0 0</inkml:trace>
  <inkml:trace contextRef="#ctx0" brushRef="#br1" timeOffset="129">18821 11377 7887,'-6'0'-280,"1"0"0,4 0 1287,-2 0-181,1 0-503,7-5 1,2 4-96,8-3 1,1 3-871,2 1 1,3-1 25,4-3 1,-1 3 615,4-2 0,29-3 0,-23 3 0,0 0 0</inkml:trace>
  <inkml:trace contextRef="#ctx0" brushRef="#br1" timeOffset="130">18992 11270 7853,'-2'10'0,"-1"-3"-663,-3 2 1,-1-3 397,0 5 1,4-1 528,0 1 1,1 3 46,-2 0 0,3 5-646,-3-1 1,3 2 149,1 2 0,0-1-182,0 0 367,0 5 0,-5 6 0,-1 6 0</inkml:trace>
  <inkml:trace contextRef="#ctx0" brushRef="#br1" timeOffset="131">19248 11121 7853,'-8'-10'-631,"1"3"1,5-2 750,-2 2 0,4-3-62,4-1 0,2 4 599,5 0 0,3 1-268,0-1 0,5 2-168,-1 5 1,2 0-178,1 0 0,-3 0-238,0 0 1,-2 0-188,2 0 1,1 5 234,-5 2 0,-1 3 225,-6 0 0,-2 5-88,-5-1 0,-5 5 91,-2-1 0,-3 5 76,-5 2 0,-1 1 184,-5-1 0,-1-2-25,1 2 0,0 1 148,-1-2 0,2 1-64,2-3 0,-1-2-72,5-2 0,3 1-700,4-5 1,5 0-157,-2-3 1,4-2-488,4-2 1,2 2 474,5-6 1,4 1-800,3-4 1338,2 0 0,30-24 0,-22 9 0,1 0 0</inkml:trace>
  <inkml:trace contextRef="#ctx0" brushRef="#br1" timeOffset="132">19621 11217 7853,'-7'0'331,"0"0"31,4 0 0,-2 1 201,5 2 1,4 0-111,0 4 1,4 0-128,-1 4 1,2 4-379,2 3 1,0-2 110,-1 2 0,2 0-1077,3 3 1,-5 1 260,1-1 1,0-3 756,-4 0 0,-3 9 0,1 6 0</inkml:trace>
  <inkml:trace contextRef="#ctx0" brushRef="#br1" timeOffset="133">19599 11483 7853,'-10'0'449,"-1"-4"-187,0-4 0,6 3 59,1-3 1,3 0 141,1-6 1,6 1 297,4-5 0,3 0-798,9-3 1,-2 0 76,8-1 1,1 1-877,3 0 0,-4 3 553,1 0 1,-2 4-967,1-4 0,2 6 1249,-5 2 0,-10 9 0,-5 6 0</inkml:trace>
  <inkml:trace contextRef="#ctx0" brushRef="#br1" timeOffset="134">19845 11579 7853,'-7'0'97,"0"0"0,3 0 590,-3 0 23,4 0-150,-1 0 0,5-4-304,2-4 0,3-1-45,5-2 1,0 1-533,-1-1 0,2 0 253,2 1 0,0-1-532,3 0 1,-3 1 269,4-1 1,-5 0-78,2 1 1,-4 0 246,0 3 1,0-1 219,-1 4 0,-3 1 137,1 3-139,-6 0 0,3 1 420,-5 2 1,0 5-232,0 6 0,0-1-138,0 5 0,-2-4-407,-1 4 0,2-2-649,-3 2 1,2 1 946,-2-5 0,3 14 0,-4 1 0</inkml:trace>
  <inkml:trace contextRef="#ctx0" brushRef="#br1" timeOffset="135">20282 11195 7841,'-6'0'598,"-3"0"-57,7 0 95,-2 0 0,8 5-220,3 2 1,3 3 25,1 0 1,-1 5-248,1-1 1,1 4-205,2-4 0,-2 5-119,2-1 0,-2-2-341,-1 2 0,-1 0-1167,1 3 1,-4-1 194,0-2 1441,-5 2 0,-11 1 0,-9 7 0</inkml:trace>
  <inkml:trace contextRef="#ctx0" brushRef="#br1" timeOffset="136">20207 11430 7841,'-10'-5'0,"0"-1"492,3-4 0,2-1-102,5 0 1,1 1 179,3-1 0,3-1-172,7-2 1,4 2-281,7-2 1,-1-2-192,4 2 1,1-1-306,3 1 1,0 2-1037,0-2 1,0 2 803,0 1 0,-2 2-49,-1 2 659,-8-3 0,-10 9 0,-6-4 0</inkml:trace>
  <inkml:trace contextRef="#ctx0" brushRef="#br1" timeOffset="137">20602 11419 7018,'-6'-7'48,"2"0"0,4 4 192,4-5 1,-2 6 119,5-1 0,-1-3-101,1-1 0,3 2-107,-3 1 0,2 2-268,2-2 1,0 3-32,-1-2 1,1 1-15,0 2 1,-4 0 204,0 0 244,-5 0 1,3 2-119,-5 1 1,-1 3 390,-3 5 1,2 1-24,-5 2 0,0-1 169,-4 5 1,0-4-213,1 4 1,3-4-69,0 4 0,3-5-131,-3 1 1,5 1 177,-2-1-1709,3 5 1073,1-2 0,6-2-2156,4-4 0,2-2 2318,6-5 0,24-34 0,-17 10 0,0-1 0</inkml:trace>
  <inkml:trace contextRef="#ctx0" brushRef="#br1" timeOffset="138">21018 11345 7783,'-11'0'0,"0"0"0,1 0 0,3 0 2637,0 0-994,4 0-588,-2 0-833,15 4 1,2-2-6,9 1 1,0-2-538,1-1 1,3 4 255,-1-1 0,6 1-1089,-1-4 1,3 0 1152,3 0 0,-3-6 0,2-2 0,5-1 0,1 0 0</inkml:trace>
  <inkml:trace contextRef="#ctx0" brushRef="#br1" timeOffset="139">21178 11259 7783,'-11'0'273,"0"0"1,1 0 1137,-1 0-461,5 0-272,-3 5-539,7 1 0,-2 5 79,4-1 0,0 2-310,0 2 1,3-1 110,1 5 1,4-4-825,-1 4 0,-1-4 242,1 4 563,0 0 0,32 8 0,8 1 0</inkml:trace>
  <inkml:trace contextRef="#ctx0" brushRef="#br1" timeOffset="140">21636 11217 7783,'-6'6'753,"-2"0"608,4-3 0,1 3-601,3 5 1,0-1-111,0 1 0,6 3-505,4 0 0,2 5 85,6-1 1,0 2-645,3 2 0,-3-5 297,0 1 1,-1-1-509,5 1 1,-2 2-159,-2-3 0,-2 0 783,-1 1 0,-8 0 0,2 3 0</inkml:trace>
  <inkml:trace contextRef="#ctx0" brushRef="#br1" timeOffset="141">21604 11526 7783,'-15'0'2508,"3"-5"0,-3 0-1918,4-2 1,5-2-258,2 2 1,4-3-173,4 0 0,5-1-130,6 0 0,8-1-318,2-2 1,5 1 288,2-5 1,1 2-1108,3-2 1,-3-1 255,2 5 723,-2-5 0,4 2 0,1-4 1</inkml:trace>
  <inkml:trace contextRef="#ctx0" brushRef="#br1" timeOffset="142">22041 11441 7783,'-6'0'1682,"2"0"-1266,-1-5 19,4 4-347,-4-4 1,10 1-4,2 1-164,2-1 1,2 4 45,0 0 1,-1 0 145,1 0 0,-4 2-466,0 1 251,0 3 0,-1 5 144,-2-1 1,-4 1-60,-4 0 1,-2 3 460,-4 0 0,-1 4-29,0-4 0,0 5 135,-4-1 1,3-2-234,-2 2 0,2-5 26,2 1 0,0-2-269,3-1 1,2 0 78,5-1 0,0-3-798,0 0 1,3-4 384,4 0 0,1-1-2005,10-2 2265,0 0 0,7-12 0,4-5 0,3-1 0,-1 1 0</inkml:trace>
  <inkml:trace contextRef="#ctx0" brushRef="#br1" timeOffset="143">22180 10982 7772,'0'-7'2,"0"0"1,0 3 616,0-3 0,4 4-182,-1-4 0,9 4 23,-1 0 1,5-2-146,-2 1 0,4 1-328,-4 3 1,5 0-29,-1 0 1,1 0-74,-1 0 0,1 3 130,-5 1-223,0 4 316,-3-2 1,-5 5-59,-3 0 0,-7-1 208,-7 1 1,-1 3-95,-6 0 1,1 2 505,-5-2 1,2-2-240,2 2 1,-1-2 349,5-2 0,0 5-334,3-1 0,4 0-223,0-3 0,5-1-912,-2 1 1,3 0 501,1-1 1,5 1-691,2 0 1,2-4 874,2 0 0,33-9 0,8 0 0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4:54.7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15 7784,'3'0'38,"0"0"-26,-3 0 0,9-6 0,1-2 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9:24:56.01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7 8764,'-4'0'1749,"-1"0"-1184,4-3-153,-2 2 1,2-2-599,-1 3 273,2 0-87,-3 0 0,8 0 0,3 0 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2:18.05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43 208 8025,'-10'5'473,"1"0"0,2 0 27,0 0 1,4-2 370,1 1-362,-2-2-22,3 3-220,1-4 1,4 2-39,2-3 0,3-3 106,0-1 1,0-2-93,-1-3 1,2-1-226,0-3 0,2 0-71,-1 1 0,-1-3-261,1 0 0,-1-3-94,0 4 1,2-4 239,-4 3 0,3-2-23,-2 0 1,-1 3-97,-1 1 54,-1 5 85,-2-2 1,-2 8 325,-2 4 1,0 3 59,0 5 0,0 3 86,0 2 1,-2 3-58,0-1 1,0-1-32,2 2 1,0-2-241,0 1 0,0 1 104,0-3 0,0 0-687,0 0 1,3-2 314,1 0 1,2-1-1846,0-3 2117,1-1 0,5-21 0,1-6 0</inkml:trace>
  <inkml:trace contextRef="#ctx0" brushRef="#br0" timeOffset="557">145 131 8023,'-4'0'-2121,"0"0"2681,2 0 0,-1 0-102,0 0 0,3 2-136,-2 3 0,1-2-93,1 2 0,0 1-243,0 3 1,0 1-41,0-1 1,1 3-84,1 1 0,-2 0 16,3 2 1,-3 0 121,0 0 0,0 3-51,0-1 0,0-1 56,-3 2 1,1-1 78,-3 2 0,0-3-77,0-1 0,2-1 30,-1-1 0,1-1 6,-1 1 1,3-3-128,-1-1 1,-1-2-66,1-1 0,-1 1 170,3-1 99,0-2 1,0-1-133,0-1 417,0-1-126,0 2 1566,0-3-1155,3 0-173,-2 0-312,2 0-24,-3 3 0,1-2 39,1 1 1,-1-2-81,3 0 1,-1 0-254,1 0 1,0 0 49,2 0 0,3 0 37,0 0 1,2 0-453,0 0 0,2-2 209,1 0 0,2-3-995,1 1 0,2-1 1263,-2 1 0,16-8 0,4 2 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2:19.9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167 288 7921,'-3'-3'1063,"0"-3"0,-3 5-107,2-3-761,-2 2 1,2-3-12,-2 3 1,2-3-129,-1 1 1,1 0 133,-2 0 1,-1 2 17,-2-3 1,2 4-16,-2-1 1,0 1 22,1 1 1,-3 4-110,2 2 0,-1 2 49,1 5 0,0-1-88,3 5 0,0 2 64,2 3 0,1-1-188,3-2 0,1 0-116,1-2 1,5 0-170,3-4 0,2-2 63,1-4 0,3-4-72,1-1 1,1-4-91,2-2 1,-1-5 142,0-1 0,0-5-53,-2-2 1,1-4 75,-3 0 0,-3-1-110,-1 3 0,-4 0 123,0-1 1,-2 1 85,-2 0 0,-2 3-53,-3 1 1,-2 3-28,-5 2 1,1 2 204,-3 2 1,3 2-105,-3 4 1,1 0-12,0 0 1,-3 4 164,3 2 0,0 2 0,2 2 0,-1-1 0,3 1 0,7 1 0,6 2 0</inkml:trace>
  <inkml:trace contextRef="#ctx0" brushRef="#br0" timeOffset="426">366 250 7921,'-7'0'0,"1"-3"0,0 2 958,-1-1-537,1 2 0,0 0-12,2 2 1,-1 3-133,3 3 1,0 0 101,2 3 1,0 0-149,0 4 1,0-1-63,0 4 1,0-4-76,0 4 1,2-4-173,3 1 1,0-2-395,2-3 1,1-1 285,1-5 1,0-1-82,0-3 1,1-1 102,3-1 0,-3-2-251,1-5 0,0-1 63,1-2 0,-1-4-6,0-1 0,-3 0 126,3 0 1,-3 2 166,0-2 0,0 4 93,-2 0 0,-2 1-56,1 3 0,-4 3 410,1 1-286,-1 4 0,-1 1 9,0 4 0,0 3 70,0 1 1,0 0 83,0 3 1,0-1-192,0 3 0,0 1-34,0 1 0,1-2-393,1 2 1,-1-3 180,3-2 1,-2 1-1141,3 2 1318,-1-3 0,8-9 0,2-6 0</inkml:trace>
  <inkml:trace contextRef="#ctx0" brushRef="#br0" timeOffset="651">648 19 7921,'-3'7'380,"3"-1"1,-4 0-33,2 1 0,1 2 290,-1 2 1,1 4-223,1 2 0,2 4-76,1 3 0,2 1-237,-1 3 1,1 1-206,-1 1 0,2-3-177,-2-3 0,2 1 294,0-2 0,0 2 157,-2-2 1,1-3-173,-3-3 0,0-5 0,-2 0 0</inkml:trace>
  <inkml:trace contextRef="#ctx0" brushRef="#br0" timeOffset="842">578 218 8496,'4'0'431,"0"0"0,3 0-280,4 0 1,2 0-577,2 0 0,3-1 425,4-1 0,33 10 0,7 0 0</inkml:trace>
  <inkml:trace contextRef="#ctx0" brushRef="#br0" timeOffset="1259">975 256 7914,'-6'0'903,"-1"0"1,1 0-297,0 0 1,-1-2-143,1 0 1,1-3-331,-2 1 1,4 1-239,-3 1 1,-1-1-5,-2 1 1,0 0 156,1 2 1,0 0-364,-3 0 0,2 0 233,-1 3 0,2-2 21,-1 3 1,2 1-87,1 1 1,2 0 104,-1-2 1,4 2 20,-1-2 1,1 2 63,1 0 0,1 0 102,1 1 1,2-3-112,5 0 1,-1 1-38,2 1 1,1-2 32,2 1 0,0-2-273,2 2 1,-1 0-24,1-3 0,-2 2-34,0-2 1,0 3 165,0-1 0,-3 0 24,-2 0 1,-1 0 210,-3 3 1,-1-1-138,-3 1 0,-1 0 130,-1 1 1,-2 0-87,-5 0 0,-1 0-103,-3 0 0,-2-3 38,0 2 0,-2-4-68,2 1 0,-2-3-31,-1 2 1,1-3-213,0 0 1,1-3 136,3-1 0,1 1 48,1-2 0,3 1-443,3-2 624,3-1 0,30-16 0,8-5 0</inkml:trace>
  <inkml:trace contextRef="#ctx0" brushRef="#br0" timeOffset="1451">1084 308 7914,'-3'3'0,"3"3"341,-2-2 1,0 4-48,0 1 0,1 0 100,-1-1 0,1 0-375,1 0 0,0 1-449,0 0 1,1 0 0,1-3 1,0 0-308,2 1 0,-2-2 736,2 0 0,1-11 0,1-5 0</inkml:trace>
  <inkml:trace contextRef="#ctx0" brushRef="#br0" timeOffset="1609">1129 109 7914,'-8'0'685,"2"0"1,1 0-607,-2 0 0,3 0 228,0 0-307,3 3 0,6 17 0,6 8 0</inkml:trace>
  <inkml:trace contextRef="#ctx0" brushRef="#br0" timeOffset="2078">1289 340 7896,'-2'-4'12,"0"-1"271,-2 0 0,0 0-37,0-2 1,-1 1 6,3-1 0,-3 1-79,1-1 0,-1 3-252,0 0 0,0 3 22,0-2 1,0 3 7,-2 3 1,0 3 491,0 5 0,-1 1-120,4 1 0,-1 0 54,1 2 0,1-1-79,3 3 1,0-2-85,0 0 0,0-1 1,0 1 1,3-4-268,4-1 1,0-3-64,4-2 1,0-3-187,4-2 0,-1-5-258,3-4 1,-2-4 281,2-4 0,1-1-88,1-5 1,-1-3 58,-1-4 0,-1-2-58,-3 0 1,-1-3 98,-1-1 0,-3 1 314,-3 1 0,-3 4-146,-2 2 1,0 5-211,0 4 0,0 6 212,0 4 0,0 5 112,-2 2 1,0 4 377,-2 2 1,2 2-220,-3 3 0,3 1 374,-2 3 1,3 2-277,-2 3 0,1 0 327,0 1 1,-1 1-189,3 2 1,-2-2-11,0 4 0,0-1-293,2 0 0,0-1-206,0-3 1,1 1-903,1 2 0,1-5 220,4 0 777,-1-3 0,21-12 0,4-4 0</inkml:trace>
  <inkml:trace contextRef="#ctx0" brushRef="#br0" timeOffset="2428">1572 314 7877,'0'4'792,"0"1"-594,0-1 0,0 0 506,3 1 0,-2-4-251,3 1 1,1-1-663,4-1 1,-2-2-18,1 0 0,0-3-146,-2 0 0,1-3 98,2 0 1,-4-1 116,1 0 0,-1 0-81,2-2 1,-4 1 87,-1 2 0,-1 0 118,-1 0 0,-1 1-90,-1 0 1,-1 4 121,-4 1 1,-2 1 35,-2 1 0,-1 3 228,-1 1 0,3 4 152,-1 0 1,2 4 376,-1-1 1,2 3 185,-1 1 1,4 0-423,1 0 0,2 1 186,0 1 0,2 2-297,0-2 1,2-1-420,3-2 0,3-1-117,3-2 1,3 0-126,1-5 1,3-1-1157,-1-5 0,2-1 327,3-1 1044,1-4 0,11-30 0,2-9 0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42:24.23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96 251 7908,'3'3'2297,"-2"0"-1584,1-3 1,1 0-209,-1-3 0,1 0-83,-1-4 1,-1 1-150,3 0 0,-2-3-14,0 1 0,1-2-169,-1 2 1,0 1 84,-2-2 0,-2 4-658,0 1 0,-5 2 334,0 0 1,-1 2-623,-1 2 1,0 2 334,-2 2 0,-1 4 109,1 0 1,2 2 173,1 1 1,-1 1 312,3 1 1,-2-1 55,4 3 1,1-3-144,1 1 0,3-1-50,1-1 0,5-1 35,0-2 0,3-1-330,1-5 1,3-1 140,1-3 0,3-3-116,-1-1 1,0-7-41,0-1 0,-1-6 0,1 1 0,1-1-2,-3-1 0,-2-1 51,-3 1 1,-2 2 177,-2 0 1,0 0-58,-4 0 0,-1 5 101,-3 3 0,-1 2 4,-4 0 1,0 2 116,-1 0 1,-2 3-101,-3 2 1,2 0 102,0 2 1,1 0-217,-3 2 1,0 0 88,0 3 1,2-1-297,1 1 0,0-1-99,-1 0 414,5-2 0,9-4 0,4-4 0</inkml:trace>
  <inkml:trace contextRef="#ctx0" brushRef="#br0" timeOffset="362">481 7 7908,'-9'0'0,"2"-3"0,-3 3 283,1-3 1,1 3-9,-3 0 1,1 0-191,0 0 0,-2 0 29,4 3 1,-3 0 36,3 4 0,-1 0 283,3 1 1,0 0-72,2 3 1,1 0 27,3 4 1,0-1-121,0 3 0,1 1-53,1 4 1,1-2-86,1 4 0,1-1-160,0 0 1,0 1-77,2-2 0,-1 1-393,1-1 1,-2-1-379,0-2 0,-2-2 426,-1-2 0,-1-2-1209,1-3 1657,-1-1 0,-7-11 0,-1-2 0</inkml:trace>
  <inkml:trace contextRef="#ctx0" brushRef="#br0" timeOffset="559">288 232 7908,'-6'0'2155,"0"0"-1501,2 0 0,5 0-214,5 0 0,3-3-494,4 1 1,3 0-300,1 2 0,2 0-307,3-3 0,1 3 660,2-2 0,32 7 0,8 2 0</inkml:trace>
  <inkml:trace contextRef="#ctx0" brushRef="#br0" timeOffset="1368">885 161 7873,'-4'-3'2821,"-1"3"-1733,4-6-656,-2 5 0,6-1-71,1 4 1,3 4-202,1 2 0,0 6 2,3-1 0,-1 3-58,0-1 0,3 5 64,-3-1 0,2 2-514,-2-2 0,2 0 255,-1 1 1,1-1-1157,1 0 0,-1-3 149,-1-3 1,0-1 1097,-2-4 0,-1-2 0,-1-3 0</inkml:trace>
  <inkml:trace contextRef="#ctx0" brushRef="#br0" timeOffset="1625">866 430 5891,'0'-6'2054,"0"0"-1413,0-1 0,3-2-147,1-2 1,2-2-141,3-2 0,3-1-141,3-3 0,3-1-96,-1-1 1,4 1-133,0-2 1,0 3-654,-1 2 1,-3 1 264,0 3 403,-3 3 0,-1 1 0,-4 3 0</inkml:trace>
  <inkml:trace contextRef="#ctx0" brushRef="#br0" timeOffset="2163">1308 392 7873,'-4'-4'936,"0"-1"0,2 4-498,-3-1 1,3-1 199,-2 1-532,0 0 0,-3 1 121,1-1 1,-1 1-194,1-1 1,0 3 133,-1 2 1,1 2 23,-1 2 1,1 0 44,0 4 1,1-3 75,1 3 1,3-1-267,-2 3 1,3 0 125,0 0 1,0-1-472,3-1 1,0 0 198,4-2 1,2-4-255,2-2 1,1-3 147,0 0 1,3 0-17,0-3 0,0-3 36,-2-5 0,0-1 35,0-1 1,0 0 153,-1-2 0,-2 1-97,-1-3 0,-5 2 116,-2 0 0,-1 0-67,-1 2 0,-3-1-179,-1 4 0,-5 0 41,-1 2 0,-2 1-60,-1 3 0,-2 1-39,0 3 0,-1 1 79,1 1 0,0 2-151,-3 2 0,4 0-194,3 1 547,2 2 0,8 4 0,2 3 0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42.76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42 146 8053,'-7'0'0,"1"1"-28,-1 1 1,2 0 401,0 3 0,3-4 551,-3 1 1,4 0 277,-1 0-780,1-1 1,5 2 84,3-3 0,1-2-119,6-1 0,-1-4-99,5 0 1,1-2-59,2-1 0,1 3-212,-1-3 1,1 3 126,-3 0 0,0 1-46,-1 1 1,1 0-58,-5 2 1,0 1 63,-5 2 0,0 4 142,-5 3 0,0 1-144,-4 3 0,0 1 383,0 1 1,-3 1-111,1-3 0,-3 2-141,3-1 0,0-2-408,2-1 0,0 1 181,3-1 1,1-2-241,3-2 0,2-4 202,0 2 0,6-3-1114,-2 0 0,7-3 512,0-1 1,2-6-1102,3-1 0,1-2 229,1-1 1501,-2-3 0,2-1 0,-2-2 0</inkml:trace>
  <inkml:trace contextRef="#ctx0" brushRef="#br0" timeOffset="358">534 15 7603,'1'-5'606,"1"1"0,3 2-142,4 0 0,2 1-281,2 1 1,2 0-155,1 0 1,2 1 63,3 1 1,-1 2-163,1 3 1,0 0 118,0 3 1,-4-3-136,0 3 0,-4 0 107,-4 2 1,-1-1-134,-5 3 1,-4-1 125,-4 3 0,-6 1 217,-3 2 1,-5-1-60,1 0 0,-1 1-70,0 1 0,-1-2-151,2-2 0,0 1 139,0-1 0,5 0-91,-1-2 0,1-9 0,0-3 0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45.5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159 0 7890,'0'4'1,"-3"-2"1,2 0 97,-1 0 1,1 0-99,1 2 1,0 2 770,0 3 1,0 2-285,0 3 0,0 3-159,0 4 0,1 3-175,1 4 1,0-1-167,3 1 1,-3 0-375,3-1 1,-4 1 276,1 0 1,-1-1-314,-1-2 1,2-1 220,1-3 0,-1-2-1392,-2 2 1593,0-5 0,-3-2 0,-1-8 0</inkml:trace>
  <inkml:trace contextRef="#ctx0" brushRef="#br0" timeOffset="224">7 312 8489,'-4'-1'533,"2"-1"0,1 0-361,1-3 0,2 1 633,2-3 1,4 2-272,6-2 0,3 2-383,1-2 0,5 0-242,3 3 0,1-2-329,0 2 1,1 0-837,0 1 0,0 3 1256,2-3 0,8 15 0,4 3 0</inkml:trace>
  <inkml:trace contextRef="#ctx0" brushRef="#br0" timeOffset="710">353 14 7943,'-4'2'603,"-1"1"198,3-1 1,-1 1-16,3 2 1,0 4-315,0 2 1,0 6-51,0 1 1,0 6-161,0 4 0,0 0-232,0 4 1,3-2-114,-1 0 0,0-2-185,-2 0 0,3-6 20,-1-1 0,0-6-871,-2-1 188,3 0 263,-2-6 263,5-2 0,-4-6 63,2-4 1,-1-3 253,1-2 1,-1-2-121,1-3 1,1 0 273,2 0 0,0 1 66,0-1 1,-1 0 150,1 0 0,1 0 157,1 0 1,-1 3-208,1-1 0,1 4 38,-1-1 0,1 2-104,-3 2 0,-1 2 237,1 3 0,0 4-49,0 3 0,-1 3 128,-1 4 1,-1 2-182,-2 3 0,-1 3-251,1 1 1,-1 3-222,-1-3 0,0 0-448,0-2 1,0-4-862,0-1 1,3 1 232,2-4 1246,1 0 0,10-16 0,2-1 0</inkml:trace>
  <inkml:trace contextRef="#ctx0" brushRef="#br0" timeOffset="1076">706 319 7918,'-7'0'0,"3"2"1402,-1 0-581,3 4-112,-1-6 0,6 6-363,2-4 0,2 0-319,2-2 1,0 0 34,2-3 0,0 2-236,1-4 0,0 1-526,-3-3 0,0 0 402,-2 0 1,0 0-154,0 0 1,-2 0 110,-1 0 1,-2 0 11,0 0 0,-4 0 135,-3 0 1,-4 1 272,-3 2 1,-1 1 516,-4 3 0,2 0-369,-3 0 1,2 3 312,0 4 0,1 3-221,2 4 1,2 1 737,2 1 0,2-1-428,2 4 0,2-1 51,3 3 1,3 0-350,2 0 0,5-2-294,4-3 1,1-1-183,6-5 0,-1-4-469,5-1 0,0-4-105,0-1 1,4-4 717,-1-5 0,35-39 0,7-12 0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47.97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35 35 7890,'0'-7'64,"0"2"285,0 1 748,0 2-293,0-4-82,0 2-130,0 0-8,0 1-328,0 3 0,-1 4-163,-1 3 0,1 1 86,-2 6 0,3-1-120,0 6 0,0 2-29,0 2 0,-3 3-212,1-1 1,-1 2 48,1 1 1,0 1 4,-2-1 1,1 0 83,-1-5 1,2-3-179,0-4 1,1-2-159,1-2 257,0-2 48,0-6 12,0-1 1,0-4 191,0-1 1,2 0-46,1-3 0,2 4 226,0-1 0,-1-1-87,0 0 1,3-1 13,2 1 0,1-1-216,-1 1 0,2 0 100,3 1 0,0 1-701,0-1 1,0-1 292,-1 1 0,4-1-1831,-1 3 2118,0 0 0,13 16 0,4 3 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51.6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0 423 7913,'0'4'0,"0"-1"0</inkml:trace>
  <inkml:trace contextRef="#ctx0" brushRef="#br0" timeOffset="767">333 195 7913,'4'-4'166,"2"1"0,-5 0 145,4 1 0,-3-3-93,3 3 0,-3-4-81,3-1 1,-3-1 93,3-3 1,-2 2-145,2-3 0,0 1-4,-2-3 1,-1 0-122,-2 0 0,0 1-89,0 1 0,0 0 90,0 3 1,-3 0 32,-2 2 0,-3 3-1,-1 2 1,-3 1-77,3 1 1,-3 4 194,3 3 0,-2-1 178,1 4 0,1 0-48,2 2 0,3 2 186,-1 2 0,1 1-53,0 1 0,0 2-54,4-1 1,0 4-293,0 2 0,1 0 75,2 0 1,-2 1-209,4 1 1,-1-1-302,3-1 1,0-3-415,0 2 0,0-4 112,0-1 1,0-2 704,0 0 0,-3-12 0,-1 0 0</inkml:trace>
  <inkml:trace contextRef="#ctx0" brushRef="#br0" timeOffset="984">167 285 8106,'7'-7'752,"2"3"1,2 1-824,3 3 0,3 0-245,1 0 0,2 0-319,1 0 0,2 3 635,0 1 0,25 9 0,4 1 0</inkml:trace>
  <inkml:trace contextRef="#ctx0" brushRef="#br0" timeOffset="1328">499 236 7913,'-9'5'0,"-1"-1"0,0-1 794,1 1 1,1 1-118,-1 2 1,4 0 30,0 0 0,4 3-254,-2 1 1,3 2-192,0 1 1,0 0-338,3 0 1,-1 0 143,5 0 0,-2-1-542,5-2 0,0-3 321,-1-4 1,2-2-449,-2 0 1,4-1 271,-2-1 1,-1-3-119,0-2 1,0-3 27,-1-1 1,1-4-15,-1 2 1,-1-3 263,1-2 1,-4 1-43,0-1 0,-1 1 270,0 2 0,-1 2-73,-3 2 1,1 1 761,2 1-134,-3 0-224,3 3 1,-3 4-165,0 5 1,0 2 55,0 2 1,0 2-268,0 3 0,0 0 169,0 2 1,3 0-615,-1 2 0,3-2 236,0 0 1,1-2 191,1 0 0,6 0 0,2 0 0</inkml:trace>
  <inkml:trace contextRef="#ctx0" brushRef="#br0" timeOffset="1653">755 326 7913,'-7'7'0,"0"1"455,0 1 1,3-4 157,2 2-697,1-1 97,1-2 1,1-1-244,1-3 1,2-3 4,3-2 0,0-2 177,0-2 1,0-2-45,0-3 1,2 0 88,0 0 0,1 1 105,-1 2 1,-1-2-38,1 1 0,-1 2 69,-1 1 1,0 1 11,0-2 1,-3 6 601,1-1-303,0 4 1,1 1-97,-2 3 1,0 4-265,-1 7 1,-3 1 89,3 3 1,-3-2-503,0 3 1,0-1 203,0 0 0,1 1-905,2-3 0,-2 1 1028,4-1 0,5-7 0,5 0 0</inkml:trace>
  <inkml:trace contextRef="#ctx0" brushRef="#br0" timeOffset="1927">1129 208 7883,'-11'0'108,"-2"0"1,2 0 181,-3 0 0,1 0 456,2 0 1,-2 0-195,1 0 0,-1 3-187,-1-1 1,3 3-29,2 0 1,1 2-56,2 2 1,-1 0 38,3 2 1,1 1-79,3 2 1,0-1 26,0 1 1,0 0-192,3 0 0,1 0-170,6 0 0,-2-3-716,4 1 1,1-5 451,4 0 0,0 0-890,-1-5 0,1-1 87,1-3 1158,5 1 0,17-36 0,11-5 0</inkml:trace>
  <inkml:trace contextRef="#ctx0" brushRef="#br0" timeOffset="2202">1316 15 7883,'-4'0'708,"-2"0"8,2-3-12,-3 2-234,3-2-254,1 3 1,3 0-49,0 3 0,2 3-93,1 3 0,1 4 72,-1 1 1,1 1 67,-2 3 0,1 1-49,-3 1 1,0 4-24,0 2 0,0 1-207,0 0 1,-1 0-211,-1-1 0,-1 0-208,-2 0 0,1-5-21,2 0 1,1-5-468,-1-3 0,1-1 970,1-3 0,-6-26 0,-2-4 0</inkml:trace>
  <inkml:trace contextRef="#ctx0" brushRef="#br0" timeOffset="2376">1184 188 7883,'-4'0'1675,"1"0"0,9 0-1603,1 0 0,4 0 28,1 0 1,4 0-629,2 0 1,2 3 397,1 1 1,1 2 129,1-2 0,17 9 0,6-2 0</inkml:trace>
  <inkml:trace contextRef="#ctx0" brushRef="#br0" timeOffset="2568">1482 257 7840,'-7'7'0,"0"0"0,1 0 838,1 0 0,1 0-322,2-1 1,1 1 17,-1 0 0,1 3-145,1-1 1,0 0-454,0-2 0,0 0-322,0 0 1,1 0-463,1 0 0,0-3 624,2 1 224,1-4 0,14-34 0,4-14 0</inkml:trace>
  <inkml:trace contextRef="#ctx0" brushRef="#br0" timeOffset="2718">1537 22 7840,'-7'0'1050,"0"2"-501,0 0-611,4 4 0,-3-3-477,4 4 0,0 3 215,2-1 324,0 3 0,15 30 0,4 10 0</inkml:trace>
  <inkml:trace contextRef="#ctx0" brushRef="#br0" timeOffset="3095">1703 236 7836,'-10'0'415,"3"-2"143,-3 0 1,0-2-13,1 2 1,0 1-132,2-1 0,0 1 4,0 1 0,0 3-84,0 2 0,3 1 12,-1 1 1,1 2-138,0 1 0,1 2 85,3-1 1,0 2-124,0 1 0,0 2-155,3 1 1,0-4-300,4-1 1,1-4 222,1 2 0,2-3-264,3-3 1,1-1 173,1-3 0,-1 0-747,4-3 0,-4-1 366,1-3 0,-1-2-222,2 0 0,-3-3 300,2 0 0,-4-1 213,-3-1 1,-4 0 94,-3-3 1,-1 2 119,-1-3 0,-4 2 205,-3 0 0,-3 4-208,-4 0 0,0 4 189,-3-1 0,3 2-70,-2 2 1,1 2 218,1 3 1,1 3-159,2 2 1,1 1-98,6 1 0,1 2-701,3 0 0,1 3 645,4 0 0,33 4 0,15 2 0</inkml:trace>
  <inkml:trace contextRef="#ctx0" brushRef="#br0" timeOffset="3386">1966 340 7836,'-10'4'1051,"-3"2"1,5-3 249,-1 2-507,1-2-790,4-3 1,1-3 65,3-2 0,1-2-245,1-2 0,2 0 206,3-2 0,1-1-243,1-1 0,-1 1 190,4 0 0,-3 3 180,3-2 0,-3 2-132,2 0 0,0 0 224,1 2 0,0-2-38,-3 5 0,3-2-91,0 2 0,-2 0 108,-1 2 0,1 2-38,-1 0 0,1 3 173,-3 4 0,0 3-58,-1 1 0,-2 5-67,-1 3 0,-3 4-362,0 2 0,0 0-437,0 0 1,0-2-2913,0 0 3472,0 1 0,-3-2 0,-1 2 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4:57.25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14 326 7938,'0'-4'1338,"-3"1"-914,2 3 0,-3 0-127,2 0 1,1 3-114,-1 1 1,1 2 35,1 1 1,0 3-86,0 2 1,0 1-77,0 1 1,0 2-150,0 0 1,0-2 111,0-2-267,0-1 1,0 0-606,0-2 657,0-4 1,2-3-153,1-4 1,-1-5 81,-2-5 1,2-3 205,1-1 0,0-4 2,-1 2 1,0 0-7,2 0 1,-1 2 48,1-3 1,-2 4 194,3-1 1,0 3 88,2 2 0,-3 2-111,1 0 0,-1 2 73,3 3 0,0 1-25,0 3 0,0 0 164,0 0 0,-2 3 3,-1 4 1,1 2 30,2 5 1,-1 1-141,-1 6 1,0 0-31,-3-1 0,3 2-194,-3 1 0,3-2 139,-3 3 1,3-4-793,-3-1 0,3-2 381,0-3 1,-1-1-1127,1-2 1,-1-2 1354,3-4 0,9-33 0,3-10 0</inkml:trace>
  <inkml:trace contextRef="#ctx0" brushRef="#br0" timeOffset="436">298 339 7938,'-4'0'1118,"-2"0"0,4 0-180,-2 0-261,2 0-443,2 3 0,6-2-160,4 2 0,0-3-104,-1 0 1,2 0-212,2 0 1,-1 0 78,-1-3 1,0 2-150,1-4 1,-2 3-210,-3-3 63,3 1 326,-3-3 0,0 0 15,-4 0 0,-3 2-158,0 1 1,-3 1 60,-1-1 0,-5 2 33,0 0 0,-3 1 84,0 1 1,-1 0-10,-1 0 0,1 1 91,2 1 0,-2 1 250,4 2 1,-2 1 366,1-1 0,1 1-299,2 4 0,1-2 402,1 4 0,2-3-252,3 2 1,0 3 79,0 2 1,3 1-292,2-4 1,2 1-363,2 0 0,3-1 113,4-1 0,2-3-219,2-4 1,1 0-1232,0-3 1,0 0 1455,2-4 0,21-27 0,6-9 0</inkml:trace>
  <inkml:trace contextRef="#ctx0" brushRef="#br0" timeOffset="845">568 353 7938,'-4'0'3049,"1"0"-2257,3 0-708,6-3 0,-1 2 14,4-1 0,1 1-468,-1-2 1,3 2 260,0-4 0,1 3-395,1-3 1,-3 3 277,1-3 1,-4 3 28,2-3 0,-3 3-110,-3-3-106,-1 1 401,-3-3 0,-4 1-59,-2 1 1,-2 0 10,-4 2 0,-2 1 5,-2 2 1,-1 0 97,1 0 1,2 1 73,1 1 0,-1 2 234,2 3 1,0 0-118,0 0 1,5 0 73,2 3 0,3-2 24,-3 4 0,4-3 204,-2 2 0,3 1-93,3 2 1,3 0-85,3 0 0,4-1-627,1-2 0,0-1 258,5-3 0,-1-2-1241,3-1 1,0-2 1250,0 0 0,33-29 0,9-7 0</inkml:trace>
  <inkml:trace contextRef="#ctx0" brushRef="#br0" timeOffset="1261">962 305 7913,'-13'0'0,"-1"0"555,0 0 0,0 0-135,0 0 1,0 2-32,0 0 0,-2 3-134,0-3 0,0 4 0,2-2 1,3 2-29,2 1 1,2 1 13,3 1 1,1 0-168,3 2 1,0 1 90,0 2 1,3 0-11,1-1 1,2 1 56,1 0 1,1-3-385,1-2 1,0-4 81,2-3 0,1-1-37,2-1 0,-1-4-138,1-3 0,1-6-253,1-6 0,-1-1-84,4 0 1,-1-3 247,0 0 0,0-4-165,-2 2 1,-1-4 107,1-1 0,-5-3 306,-2 3 0,-3 0-62,-2 0 0,-2 2 63,0 0 1,-1 4-36,-1 6 1,-3 5 131,-2 6 0,2 3 1022,-2 4-805,0 0 1,-2 4 542,0 3 0,3 1-324,-1 3 1,4 1 246,-2 2 0,0 2-155,1 3 0,-1 1-108,1 1 0,1 2-272,-1 0 0,1 0-88,1-2 1,0 2 24,0 0 0,0 2-113,0-2 0,3 1-988,1-1 0,3-1 522,0 1 1,-1-5 500,1-2 0,13-13 0,2-5 0</inkml:trace>
  <inkml:trace contextRef="#ctx0" brushRef="#br0" timeOffset="1627">1239 236 7887,'-6'-4'0,"2"-2"458,-6 4 1,2-3-66,-1 3 0,0 0 251,-2 2 0,1 0-228,-1 0 1,2 2 1,0 0 1,1 4-84,2-2 1,-1 3-4,0-1 1,3 1-199,2 0 1,1 0-96,1 0 1,1 1-102,1 1 0,2-1 135,3 1 1,0-1-240,3-1 1,0 0 91,1-1 1,2 1-288,-1-3 1,1 2 129,1-1 0,-1-1-11,-2 0 0,0-1 173,-2 1 1,-1 0-31,1 1 0,-3 1 253,-2-1 0,-2 1-86,0 1 0,-2-3 199,-2 1 0,-2 0-98,-3 1 1,-3-1 17,-2 0 1,-1-3-166,-1 3 1,1-4-140,-1 1 0,0-1-108,0-1 0,-1 0-356,-1 0 1,2 0-20,1 0 1,2-2 8,4 0 591,3-4 0,26-35 0,8-12 0</inkml:trace>
  <inkml:trace contextRef="#ctx0" brushRef="#br0" timeOffset="2584">1592 132 7909,'0'-7'0,"0"0"0,0 0 108,0 0 0,0 0 247,0 0 317,0 3-337,0 1 0,0 5-96,0 2 1,3 5 113,-1 7 0,0 2-80,-2 6 1,0-2 49,0 3 1,0-2-93,0 3 1,0-1-159,0 3 1,0-1-159,0-2 1,3 1-274,-1-3 0,0 0-680,-2-2 1,0-1 531,0-1 0,3-3 506,-1-5 0,0-1 0</inkml:trace>
  <inkml:trace contextRef="#ctx0" brushRef="#br0" timeOffset="2792">1482 326 7939,'-7'-5'1908,"3"0"-1628,1 4 1,6-5-33,1 4 0,6 0-328,1 2 1,5 0-218,0 0 0,4 0-272,1 0 0,0 0-1145,4 0 1714,1 3 0,23 4 0,6 4 0</inkml:trace>
  <inkml:trace contextRef="#ctx0" brushRef="#br0" timeOffset="3153">1897 326 7939,'-7'0'0,"-1"0"0,-1 3 0,1-3 736,-1 3 1,1-3-169,-2 0 0,3 0-23,-2 0 0,-1 0-357,0 0 1,-1 1 31,2 2 1,-1-2-133,3 4 1,0-1 78,1 3 1,-1 1-65,3 1 1,1 0 89,3 2 0,0-2-171,0 3 1,3-3-36,1 3 1,3-4-132,3 1 0,0-2-233,4-2 0,0 0 210,0-2 0,0-1-409,3-2 1,0-3 269,1-2 1,0-4-323,-2-3 0,-2-1 190,3 0 1,-3-2-23,0-1 1,-4 1 200,-3-1 1,-1 1 39,-4 2 0,0-1 258,-4 3 1,-5-1-105,-5 2 0,-4 4 236,-2 4 0,-2 1-104,-1 1 0,0 2 266,0 2 1,1 1-151,2 4 0,2 1-267,4-1 0,3 1 84,4-3 0,36-28 0,11-7 0</inkml:trace>
  <inkml:trace contextRef="#ctx0" brushRef="#br0" timeOffset="4126">2513 388 7906,'3'-4'286,"-2"-2"1,3 4 131,-2-2 0,-1 1 331,1-1-544,-1-1 12,2-2 0,-2 0-179,1 0 1,-2 1 94,-2 2 1,-2-3-262,-3 3 1,0 0 55,0-1 1,-3 4-7,-1-1 0,-3 1-77,-2 1 0,0 3 41,-2 1 1,2 5 329,0 0 0,2 3-81,0 0 1,3 1 7,2 1 1,2 1-103,2-1 0,2 2-128,3-5 0,3-1 43,2-1 1,4-2-245,3-2 0,1-2 48,4-3 0,0-4 133,4-3 1,0-3-171,0-4 1,-1-3 29,1-1 0,-1-2-90,-1-1 0,1-3 121,-2-1 1,-2 0 60,-2 0 0,-1 0 4,-4 0 1,2 0 112,-4 4 1,1-1 106,-6 6 1,0 0-68,-2 2 1,0 4 97,-3 3 0,2 1 62,-4 4 229,0-1 0,-1 6-58,-1 2 1,2 1 79,0 1 0,4 1-114,-1 1 1,-2 2-25,2 3 1,-1 0 46,1-1 1,1 2-73,-1 1 1,1-1-247,1 1 0,-2 2 123,-1 0 0,1 2-110,2 1 0,0 0-305,0-1 0,0 1-382,0 0 0,1-3 380,1 1 290,2-1 0,12-3 0,3-2 0</inkml:trace>
  <inkml:trace contextRef="#ctx0" brushRef="#br0" timeOffset="4351">2769 270 7906,'-3'7'237,"2"-2"174,-1-1 1,1 1-35,1 2 0,0 0-98,0 0 1,0 2-236,0 0 1,0 3 82,0 0 0,0 1-363,0 1 0,0-3-92,0 1 0,3-4-301,-1 2 1,1-3 241,-1 0 1,0-1 386,2-1 0,1-20 0,2-8 0</inkml:trace>
  <inkml:trace contextRef="#ctx0" brushRef="#br0" timeOffset="4509">2825 104 7906,'-4'-4'0,"-2"1"271,1 3 0,1 0-3,-1 0 0,3 0 113,-2 0-511,2 0 0,-1 1-389,3 1 1,1 2 518,1 3 0,17 18 0,7 5 0</inkml:trace>
  <inkml:trace contextRef="#ctx0" brushRef="#br0" timeOffset="4845">2915 222 7906,'-4'-4'2618,"4"1"-2173,-3 3 0,3 1-88,0 1 1,2 4-215,0 3 0,1 4-84,0 1 1,-3 1 33,3 3 0,-2-2-96,2 3 1,-2-3-1,4 2 1,-4-2 80,2 0 1,0-4-360,-1-3 198,3-2 1,-1-3 119,3-1 1,0-6-44,0-1 1,1-6 20,1-4 1,-1-3-95,4-4 1,-3 3-187,3-1 1,-2 1-284,2-3 0,1 1 258,-1 2 1,-2-1-197,2 5 0,-3 0-205,3 4 691,-4 1 0,-4 21 0,-5 4 0</inkml:trace>
  <inkml:trace contextRef="#ctx0" brushRef="#br0" timeOffset="5203">3205 312 7906,'0'4'1547,"0"-1"-909,0-3 0,3-3-577,2 1 1,1-3-187,1 0 1,2-1-438,1-1 0,-1 0 288,-2 0 1,0-1-108,0-1 1,-1 1 148,1-1 1,-3-1 3,-1 1 0,-3 0 105,0 2 1,-3 0 106,-1 0 1,-3 1 45,-3 1 0,0 2 281,-4 3 0,0 3 65,0 2 0,1 2-159,2 2 0,-2 2 650,4 3 1,0-1-338,2 1 0,3 2 144,2 1 0,1 2-294,1-1 0,1 0-171,4 0 1,0-3-270,7-1 1,2-1-333,2-4 0,3-2-843,0-2 1,1-4 665,0 2 0,2-6 569,1-1 0,14-24 0,6-6 0</inkml:trace>
  <inkml:trace contextRef="#ctx0" brushRef="#br0" timeOffset="5452">3461 346 7890,'-7'11'0,"1"-1"359,-1-3 1,0 0 1499,3 0-1318,-2 0 0,5-3 190,-1 1-766,1-3 95,1 1 0,0-4-24,0-1 1,2-2 43,0-3 0,1-3-29,-3-2 1,1-1-9,1-1 0,-1-3-276,4-1 0,-1 0 212,0 0 1,3 2 40,-3 0 0,2 2-300,1 0 1,1 1 111,1 1 0,-1 2-735,1 3 1,2 3 902,0 2 0,12 20 0,2 5 0</inkml:trace>
  <inkml:trace contextRef="#ctx0" brushRef="#br0" timeOffset="5929">3745 215 7884,'-17'-4'0,"0"-2"0,0 5 770,1-1 1,0 1-133,2 1 1,0 1-61,1 1 0,1 3-242,1 4 0,3-1-67,1 4 0,1-1-295,3 3 0,1 0 109,2 0 1,0-3-45,0 1 0,6-4 107,0 2 0,5-6-685,-2-1 0,5-3 57,-1 0 1,1 0-142,2-3 1,-3-1 117,-2-2 0,1-2 120,2-1 0,-4 1 56,0-1 0,-3 1 91,0 1 0,-1 0 637,-1 0-350,1 3 899,-5 1-644,-1 9 1,-4 2 47,-3 6 0,0 3 75,0 1 0,3 2 198,-1 1 1,4 2-88,-2 0 0,2 0-141,1-2 0,0 2-120,0 0 1,1 3-63,2-3 0,-3 0-190,3-2 0,-3 0 81,0 2 1,0-2-263,0 0 1,-2-1 92,0-4 1,-4-2-21,2-3 0,-3-3 34,-2-1 0,1-3 51,-1-4 1,-1-1-118,0-1 0,-1-3 61,2-4 1,-4-2-707,2-3 0,0 0 360,0-3 1,4 0-873,0-4 0,3 0 340,-1 0 1,3 0 931,4-2 0,30-20 0,9-8 0</inkml:trace>
  <inkml:trace contextRef="#ctx0" brushRef="#br0" timeOffset="6296">3877 305 7884,'-7'7'868,"0"-3"198,3 2 1,1-5-524,3 4 0,5-4-33,2 2 0,4-3-447,-2 0 1,4 0 51,-2 0 1,2-3-700,1-1 1,0-1 355,0-2 1,0 2-125,-1-4 0,1-1 37,-3 0 0,1-1-174,-2 2 0,-4-3 41,-4 3 0,1-1 58,-1 1 0,-2 1 351,-5-1 1,-4 3-89,-3 2 0,-4 2 292,-2 0 0,-2 2-112,2 2 1,-2 3 813,2 4 0,-2-1-234,2 4 0,2 0 25,4 4 1,2 0 659,3 2 0,1 1-647,1 2 0,2-1 285,3 1 0,4-1-404,3-1 1,4-3-355,5-5 1,3-1 16,4-3 0,1-3-902,4-2 0,0-4 484,-1-3 0,2-4-3347,1-2 3550,-2-2 0,18-26 0,1-6 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38.51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219 1 8091,'-7'0'79,"-1"0"0,-1 0 365,-1 0 0,1 3 16,-2 4 0,0 3-78,-4 5 1,1 2-158,-3 4 1,0 5 24,0 4 1,-1 2-50,3 2 1,1-1-20,3 1 0,3-2-93,4-5 1,1 0-102,3-5 0,3-4 54,4-6 1,2-1-202,4-2 0,2-2 75,3 1 1,2-1-46,2-3 1,2 2 43,-1-2 0,3 0 39,2 0 0,-2-2 65,2 2 0,-4-2-7,0 0 0,-3 1 96,3-1 1,-7 3-103,1-1 0,-5 2 210,-2 0 0,0 3-102,-2 2 0,-3 1 267,-2 1 1,-2 2-86,0 0 0,-1 4 333,-1 0 1,0 0-177,0 2 0,-2 2 14,-1 1 0,1 1-291,-1 0 1,3 1 17,-2 0 1,1-1-210,1-2 1,3 1 105,1-2 1,2-1-536,3-2 0,1-2 273,3-2 1,0-5-487,2-1 0,2-2 84,2-1 1,-2-2-74,0-2 1,-2-1-622,2-1 1,-3 0 586,-1 0 1,-1 0 679,-4 0 0,-5 0 0,-4 0 0</inkml:trace>
  <inkml:trace contextRef="#ctx0" brushRef="#br0" timeOffset="499">411 1078 8621,'-3'4'3170,"5"2"-2616,1-2 1,4 0 286,4 3 1,4-2-352,2 3 0,2-1-96,0 0 1,1-1-134,1 1 0,-1-1-251,2 0 1,-5-2-52,1-2 1,-4-1-50,1-1 1,-2-1-233,-3-1 0,2-2 195,-4-2 0,-1-1-87,-3-2 1,0-1 50,0-2 1,-1-1-127,-3 0 0,0 2 39,0 0 1,-3 1-161,-1-3 1,-2 4-362,-1 2 0,0 2 771,-1 2 0,-11 1 0,-4 2 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39.93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32 225 7936,'-3'-7'0,"-3"1"0,2 2 0,0-2 774,0 2 0,2 1 330,0-2-978,-1 4-23,2-5 1,-1 6 119,4-3 1,-1 6 50,4 1 0,-1 4 121,2 3 0,-1 2-210,-1 2 1,0 1-16,3 3 1,-3 1-687,0 2 0,-2-2 347,3 4 1,-3-3-1109,2 3 0,-2-3 1277,2 0 0,1 2 0,1 0 0</inkml:trace>
  <inkml:trace contextRef="#ctx0" brushRef="#br0" timeOffset="208">83 0 7967,'-6'0'649,"0"0"-639,-1 0-351,1 0-99,2 0 1,2 0 439,4 0 0,22 26 0,7 6 0</inkml:trace>
  <inkml:trace contextRef="#ctx0" brushRef="#br0" timeOffset="458">276 385 7967,'-7'-2'2375,"1"0"-1195,3 0 2,-3 2-1063,5 0-35,-2 0 0,4 0-822,1 2 0,2 0 557,2 2 0,0-2 181,1 2 0,14-2 0,3 1 0</inkml:trace>
  <inkml:trace contextRef="#ctx0" brushRef="#br0" timeOffset="895">462 302 8088,'-7'0'2326,"1"0"-1636,3 0-188,0 0-401,11-3 1,-2 1 121,7-2 0,-2 0 28,2-3 1,0 1-251,0-1 1,-1 1-299,1 0 0,-2-1-507,0 1 1,-3-1 404,0 1 0,-2-3 186,-1 1 0,-2-1-170,-3 3 289,0 0 0,-3-1 10,-2 1 1,-3 1 49,-3 1 1,1 3 90,0-1 1,-1 1 200,-2 1 1,0 3 367,0 1 0,1 4-323,2 0 1,-2 4 498,4-2 0,-1 3-304,3 2 1,0 0 60,2 2 1,1-2-128,3 2 0,1 0-174,1 2 0,2-3-248,5-1 0,1-2-253,5-2 1,2-2-898,2-2 1,0-4 621,0-1 1,3-1-2423,-1-1 2940,0 0 0,4-14 0,2-4 0</inkml:trace>
  <inkml:trace contextRef="#ctx0" brushRef="#br0" timeOffset="1125">834 321 7967,'-6'1'972,"-1"1"1285,1-2-3483,-1 3 424,1-3 802,2 0 0,4-23 0,4-5 0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49.25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122 173 7977,'-3'-6'276,"0"2"1,-1-1-56,-1 1 0,3 1 1600,-2 1-672,3-2-765,-2 3 1,3 1-53,0 5 1,3 1 177,1 2 0,4 2-214,0 3 1,4 0-73,-2 0 1,0 2-400,1 0 1,0 3 206,4-1 0,-1-1-987,1 1 1,-2-2-15,0 2 0,-2-2-490,0 0 1,-2-2 1458,-1 0 0,-2 0 0,-6 0 0</inkml:trace>
  <inkml:trace contextRef="#ctx0" brushRef="#br0" timeOffset="282">0 469 7973,'0'-7'375,"0"1"194,0-1 0,1 0 139,1-1 1,5-2-274,3-3 0,3-3-175,2-1 0,4-4-36,5 0 0,-1-3-197,0 0 1,1 2-310,1 1 0,0-1-475,-1 3 1,-5 2 756,-4 6 0,-1 2 0,-1 3 0</inkml:trace>
  <inkml:trace contextRef="#ctx0" brushRef="#br0" timeOffset="634">219 7 7973,'-7'0'1125,"1"0"-975,-1 0 1,4-1-151,1-1 0,12 1 0,5-2 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1.12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20 308 7934,'-4'0'1413,"0"0"-446,-1 0 236,2 0-401,0 0-489,9 0 1,1 0-67,8 0 1,0 0-396,2 0 1,0-2-306,2-1 1,0 1-581,1 2 1,1 0 1032,0 0 0,4 9 0,-3 1 0</inkml:trace>
  <inkml:trace contextRef="#ctx0" brushRef="#br0" timeOffset="242">26 455 7934,'7'-4'1172,"-1"0"0,4 1-1858,0-1 0,5 3 686,2-1 0,28-5 0,6 0 0</inkml:trace>
  <inkml:trace contextRef="#ctx0" brushRef="#br0" timeOffset="592">591 70 7934,'-13'-3'0,"0"-3"441,0 2 1,1 1-56,-1 1 0,2 1 87,0 1 0,3 3-96,-3 1 1,3 2 90,0 0 1,1 1 36,0 2 1,1 1 35,-1 3 1,2 2-74,0 3 0,0 1-123,3 2 1,0 3-89,2 4 0,0-2-37,0 2 0,2-2-572,0 0 1,3-1 292,0 1 0,0-1-445,-1-2 0,2 0-390,-2-4 0,2-2-2026,0 0 2920,0-3 0,-2 2 0,-1-3 0</inkml:trace>
  <inkml:trace contextRef="#ctx0" brushRef="#br0" timeOffset="801">334 295 7934,'-6'0'554,"0"0"741,-1 0-49,4 0-374,0 0-470,11-3 0,2 2-134,7-1 0,2-1-578,-2-2 0,4 2 226,0-2 1,1 4-2037,0-1 2120,0-2 0,21 6 0,4-1 0</inkml:trace>
  <inkml:trace contextRef="#ctx0" brushRef="#br0" timeOffset="1070">732 77 7934,'-10'0'269,"1"0"1,2-2 284,1-1 1,0 2-141,-1 3 1,1 2-137,-1 5 0,1 4-58,-1 4 0,1 5 122,0 4 1,-1 6-30,1 6 1,0 3-70,2 2 1,-1-2-496,3-3 0,0-1 258,2-1 1,0-4-1253,2-2 0,2-4 253,2-7 992,4-3 0,0-11 0,2-7 0</inkml:trace>
  <inkml:trace contextRef="#ctx0" brushRef="#br0" timeOffset="1276">828 263 7934,'-6'6'1011,"-1"-2"1,3 1-404,0 0 1,2 1 22,0 3 1,2-1-213,2 2 0,3-1-40,3 1 1,0 1-331,3 2 1,0-1-201,1-1 0,1 1 257,0-1 0,2 0 114,0 0 0,0 1-4412,-2-2 4192,-3 0 0,-4 8 0,-3-1 0</inkml:trace>
  <inkml:trace contextRef="#ctx0" brushRef="#br0" timeOffset="1468">719 500 7915,'0'-6'946,"0"-1"0,1 1-387,1-1 1,4-2-183,5-2 1,5-1-105,3-3 1,4 0-1085,5-2 1,-1 1 104,3-1 706,0-2 0,16-9 0,4-5 0</inkml:trace>
  <inkml:trace contextRef="#ctx0" brushRef="#br0" timeOffset="1787">1027 32 7904,'0'-4'1233,"0"-1"-372,0 1-366,0-2 1,1 2-111,1 2 1,2-1 101,5 1 0,-1 0 27,2 5 0,2 2 67,3 4 0,-2 5-221,2 1 0,1 3 45,-1 1 1,0 3-117,-2 2 1,-3 4-73,-2 1 0,-4 3-87,-1 0 0,-6 1 114,-4 1 0,-2 1-180,-4 1 0,-2-3 102,-3-3 0,2-3-1056,-1 1 0,1-3 132,1-4 758,0-2 0,-9-24 0,-7-3 0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3.91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30 155 7886,'-7'0'102,"3"0"323,0 0 295,-1 0 415,2 0-130,-3 0-273,5 0-44,4 0 0,2-1-250,6-1 1,0 1 9,2-1 0,2 1-136,2 1 1,2-2-226,0 0 1,3-1-104,2 1 0,1 1-264,0-1 1,2 1-993,0-1 1,0 1 707,1-1 0,-2 1-2213,0 1 2777,-1 0 0,-5 6 0,-1 1 0</inkml:trace>
  <inkml:trace contextRef="#ctx0" brushRef="#br0" timeOffset="708">395 1 9384,'0'3'2228,"5"0"-2013,2-3 1,3 2-91,1 1 0,3 1 117,1-2 0,3 3-611,-1-1 0,0 2 247,0 0 0,-3 1-214,1-1 0,-2 3 158,-3-1 1,-1 4-21,-5-2 1,-1 3 407,-3-1 1,-1 0-87,-1-1 1,-3 1 83,-4-1 0,-2-1-35,0 1 1,1-1-183,-1 0 0,1 0 109,0-4 0,-2 1-204,4 2 1,-3-2-203,2 1 1,1-1-405,1 0 1,1-1 709,0-2 0,5-1 0,2-3 0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6.6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39 7944,'-2'-4'365,"0"0"0,-3 1 30,3-1 1,-1 2 181,1-2-174,-1-1 0,-1 1 285,2 0-86,1 2-381,1 0 0,3 2 301,1 0 0,2 0-63,0 2 0,1 7-81,-1 4 0,4 2-144,0 0 1,0 0 0,1 4 0,-1-1-746,1 3 0,0 1 416,-2 0 1,-1 2-968,-1-1 1,1-1 48,1-3 0,-1 0-347,-1-4 1,-1-3 1359,0-1 0,-2-20 0,-1-3 0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6.96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19 296 7944,'-3'-4'756,"3"-1"1,-5 3-411,2-2 0,-1 2 55,2-2 1,1-1 236,3-1 0,1-3-222,4 1 0,2-4-31,2 2 0,1-5-95,3 0 1,2-2-393,2 0 0,2-2-25,1 0 1,1 0-526,-1 2 1,1-1-143,-1 3 0,-2 1-1686,-3 3 2480,-1 2 0,-9 0 0,-1-1 0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7.26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6 8334,'-6'0'565,"2"0"482,2-2-944,-2 1-828,4-2-1037,-3 3 1762,6 0 0,20 3 0,8 0 0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7.63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0 8461,'-4'0'1106,"2"0"0,2 0-887,2 0 0,3 0-257,3 0 0,2 0-391,3 0 0,2 0-19,0 0 0,3 0-346,-1 0 1,2 0 793,3 0 0,6 6 0,5 1 0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7.91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9939,'7'0'-353,"1"0"1,2 0-394,3 0 0,1 0 365,1 0 381,4 0 0,18 3 0,7 1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8.4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109 231 7948,'4'-6'-248,"1"-3"-62,-3 1 1,2-1 964,-2 3 1,3-3-145,-3 1 0,2-3-227,-2 2 0,0-2-63,-2 0 1,0 1-152,0 0 1,-3-1-9,-1-2 1,-2 0-153,0 1 0,-1 1 126,-2 0 0,0 3-101,-2-3 1,0 5 213,2 0 1,1 2-94,1-1 0,1 2 323,0 3 0,0 1-111,2 1 0,-1 2 85,3 2 1,-3 3 77,3 2 0,-2 2 45,2 2 1,0 1-110,2 4 0,-1 2 52,-1 1 1,1 0-376,-1 1 0,1-1 85,1 3 0,1 0-97,1 2 0,1-2 67,1 2 0,2-4-781,-2 0 0,2-3-134,0 3 0,-2-4-499,1 2 1,-2-4 318,2-1 0,0-4-1323,-3 0 2319,3-3 0,-5-24 0,3-4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8.67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27 8002,'3'-4'-176,"-2"1"176,3 3 845,1-3 1,3 2-282,1-3 1,2 2-168,0 0 0,4-1-388,2 1 0,0 0-288,2 2 1,-3 0-794,3 0 0,-1 0 590,1 0 1,-5 3 481,-1 1 0,-7 7 0,0 3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9.07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129 0 7957,'-7'0'299,"1"0"159,0 0 0,1 0-222,1 0 0,2 1 0,-2 1 0,1 4 164,-1 5 0,0 5-58,-3 3 1,1 5 62,0 6 1,-3 2-114,1 7 1,-3 1-43,2 1 0,-1 2-207,1-3 0,3-3 63,4-4 0,1-4-990,1-4 1,4-2 517,2-1 1,2-3 365,2-2 0,7-1 0,3-4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9.43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14 8343,'-4'-7'1586,"1"4"1,4 0-975,1 3 0,2 3-195,2 1 1,4 4-82,0 0 1,0 4-51,1-2 1,2 2-318,2 1 0,0 2-34,-2 0 1,1 2-24,1-2 1,3 0-352,-3-2 1,-1 0-196,-4 0 1,2 0-2086,-4-1 2719,1-2 0,-8 0 0,-2-4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6:59.67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1 263 7908,'6'-2'-43,"1"-2"1,-1-2 334,0-1 0,4-2 487,3-2 1,4-2-468,4-2 0,2 0-95,2-2 0,1-4-138,0 2 0,1-1 83,-1 3 1,-2 1-1671,-5 3 1508,-3 0 0,-3-8 0,-4-3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3-31T18:47:03.68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110 494 7861,'-6'10'0,"-1"-3"384,1 1 0,-1 2-105,1-2 0,0 4-25,-1-2 1,1 0-16,-1 1 1,1 0-226,-1 1 1,3 1-137,0 0 0,0-3-290,0-1 0,-2 0-294,2-1 0,1-1 706,1-3 0,-1-11 0,-1-1 0</inkml:trace>
  <inkml:trace contextRef="#ctx0" brushRef="#br0" timeOffset="607">341 270 7861,'-7'0'1014,"1"0"1,0 1-440,2 1 1,1-1-151,3 4 0,-2-1-30,0 5 0,0-1-122,2 3 0,0 1-1,0 3 0,0 2-60,0-2 1,1 0-213,1-2 0,1 0 90,4 0 1,0-3-57,1-2 1,2-3-56,0-3 0,5-1-202,-3-1 0,5-4-382,-2-2 1,3-4 307,-1-3 0,-1 0-464,1-2 1,0 1 306,0-3 0,-2 2-21,-2 0 1,-2 2 111,0 0 1,-6 3 492,-1 1-99,-3 5 0,-1 1-31,-3 3 0,-1 3 480,-4 1 1,0 5-276,0 2 0,0-1 624,-1 0 0,4 1-328,-1 2 0,2 0 100,0 0 1,-1-1-193,2 1 1,1 0-605,2 0 1,0-3-233,0-2 1,0 2-472,0-2 0,3 1-719,1-3 1617,-1-2 0,14-16 0,1-5 0</inkml:trace>
  <inkml:trace contextRef="#ctx0" brushRef="#br0" timeOffset="1077">694 1 7861,'3'3'239,"-3"3"0,6-5 57,-2 4 1,4 1 88,1 2 1,0 5 207,-1-1 0,2 4-164,0 3 0,2 3 294,-1 2 1,-1 1-275,1 1 0,-5 0 353,0 2 1,-4 0-333,0 2 1,-2 1 2,-2-3 1,-2 2-252,-5-3 1,-1 3-331,-3-2 0,1 0-190,-1-2 0,0-3 280,0 1 0,0-4-1380,1 2 1,-1-5 97,0-2 1300,0-2 0,-20 3 0,-5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26.7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20 131 7809,'-4'0'225,"-2"-2"147,6 1 656,-6-2-112,5 3-376,-2 0 1,6 5-40,2 2 0,0 6-135,2 0 1,2 7 5,-1-1 0,2 6-44,-1 1 1,-1 1-56,3 4 0,-4-1-95,0 1 1,-1-2 12,-2 0 1,0-4-112,1 4 1,-2-7-188,2 0 0,0-3-222,-3-3 0,3-1 225,-1-2 0,0-3-104,0-4 1,-1 0-23,1-4 230,0 0 0,3-5 23,-1-1 1,-1-5 127,-1-2 0,1-4-86,1-2 0,-2-5 118,1 1 0,-1-4-374,3 1 0,-3 0-138,1-3 1,-1 5-182,3-5 1,-1 3 41,1-3 1,-1 3-337,1 0 0,-1 4 258,-2 0 0,2 2-43,-2 5 1,2-1 258,1 5 0,-1 0 135,1 3 1,-3 2-210,1 2 0,-3 1 404,2 1 0,-5 15 0,0 3 0</inkml:trace>
  <inkml:trace contextRef="#ctx0" brushRef="#br0" timeOffset="368">164 0 7809,'0'4'875,"0"2"1276,0-3-1840,0 1-311,0 2 0,12-8 0,3 1 0</inkml:trace>
  <inkml:trace contextRef="#ctx0" brushRef="#br0" timeOffset="1033">663 243 7809,'4'0'504,"2"0"0,-5 0-10,4 0 1,-3 0 387,2 0-490,-2 0 0,1-1 584,-3-1-772,0 1 0,-1-1-149,-1 2 0,0-1-97,-2-1 0,0 1-96,-3-1 1,-2 1-69,1 1 0,-4 2 34,1 0 0,-2 4-189,0 1 1,0-1 202,0 3 1,0 1 59,0 1 1,2-1 97,0 1 0,3 0 235,-1 2 0,3 1 179,1-1 0,2-2-136,3 0 0,1-3 21,1 3 1,2-3-26,2 1 1,4-2-57,1 0 1,2-3-187,2 1 1,1-2-271,2 2 1,1-2-237,-2 0 0,0-2-561,1 3 0,-1-2 1035,3 0 0,2 5 0,2 0 0</inkml:trace>
  <inkml:trace contextRef="#ctx0" brushRef="#br0" timeOffset="1625">1254 191 7799,'-9'-4'735,"-1"1"182,-1 3 0,0 0-431,2 0 1,-3 3 4,1 1 0,2 3 114,0 2 0,0 2-116,0 4 1,1 2 27,4 5 1,-2 2-70,4 2 1,1-1 91,3 0 0,2-1-215,2-2 1,4-3-120,1-3 0,3-3-139,2-2 0,2-2-191,-1-2 0,2-4-542,1-1 1,2-4 155,0-2 1,0-5-190,0-2 0,-1-2 323,1-2 1,-3 0-83,-1-2 1,-1-2 107,-2-2 1,-4 0 183,0-1 0,-6 3 39,-3 0 1,-2 2 139,-2-5 1,-3 3-273,-3-3 0,-5 2 129,-2 3 1,-3 1 247,0 3 1,1 2-61,0 3 0,-1 3 103,-1 0 0,-1 4-133,0 1 1,1 3-41,-1 4 1,1 2-254,1 2 0,2 2 265,3 0 0,15 3 0,3 1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30.33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184 106 8005,'4'0'242,"-1"0"599,-1 0 603,2 0-438,3 0-730,-1-3 1,0-1-50,-2-2 1,-1 1 27,-3 1 1,0 0 341,0-3 1,0 0 462,-3 1 1,0 2-874,-4 2 1,-2-1-532,-2 1 1,-2 0 124,0 5 0,-2 0 262,0 4 0,-4 0-561,2 2 1,1 1 169,0 3 0,3 0 37,-1 0 0,2 1 343,1-1 1,2 0 66,5 0 0,1-2-119,3 0 1,4-3 15,2 1 0,4-4-75,3-1 0,3-2 0,1 0 1,2-1-43,1-1 0,0 0-28,0 0 0,-1 0-198,1 0 1,2 0-89,0 0 0,-3 0-341,-1 2 0,-1 0 776,3 2 0,3 12 0,0 6 0</inkml:trace>
  <inkml:trace contextRef="#ctx0" brushRef="#br0" timeOffset="451">131 152 7978,'-6'0'295,"-1"0"764,1 3 557,2-3-1054,1 3 1,6-3 9,1 0 0,7 0-205,3 0 1,3 0-125,1 0 0,3 0-350,3 0 1,2-2 137,0 0 1,3-1-608,-1 1 1,4 0 162,-2-2 0,2 3-162,1-2 0,-3 0-75,-1 1 1,-2 0-503,-1 2 0,-2 0 325,0 0 827,-3 3 0,8-2 0,-2 2 0</inkml:trace>
  <inkml:trace contextRef="#ctx0" brushRef="#br0" timeOffset="926">630 1 7968,'-6'3'1154,"-1"0"-979,1 0 0,3 0 143,3 2 1,3 0-29,6 0 1,1 1-174,4 3 0,2-2-137,1 2 0,4 1-32,1-2 1,0 2-250,-2-1 0,2-1-63,0 3 0,-1-3 216,-4 3 1,-1-1-6,-6 1 1,1 3 166,-4-1 1,-2 0 145,-5 2 0,-1 1 33,-1-1 0,-4 2 270,-5-2 0,-2 1-167,0 1 1,0-1 3,0-5 0,0-1-759,3-1 1,-2-3 149,3 1 309,0-4 0,-3-20 0,-2-5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37.9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471 149 7983,'0'-10'-127,"0"1"0,0-3 0,0 1 0,0 0-2,0 1 1,0-2 254,0 1 0,0 1 55,0-1 1,0 3 466,0-1-231,0 2 888,0 0-75,0 3 49,0 1-802,0 12 0,0-1 60,0 8 1,0 0-364,0 2 0,0 4-218,0 2 0,2 0-419,0 2 0,0-1 176,-2 3 1,1 0-101,1 1 0,0-2-215,2 1 1,-2-2-684,3-2 0,-1-2 1285,3-4 0,-1-5 0,1-4 0</inkml:trace>
  <inkml:trace contextRef="#ctx0" brushRef="#br0" timeOffset="240">339 228 7969,'-3'0'604,"-1"0"978,2 0-1129,1 0 0,-1 0-232,4 0 0,5 0-145,4 0 0,2 0-79,2 0 0,0-2-315,2-1 0,1 1-222,1 2 0,2 0 540,1 0 0,19-6 0,7-1 0</inkml:trace>
  <inkml:trace contextRef="#ctx0" brushRef="#br0" timeOffset="693">635 18 7969,'-4'-4'882,"-2"-2"-456,3 5 1,-3-2 309,2 1-464,1 1 0,3 1 96,0 4 0,0 5-133,3 2 1,-2 2-29,3 2 0,-1 3-60,1 4 1,-2 2-87,3 4 1,-3 2-307,2 3 1,-2-1 56,0-1 0,-1-2-71,1-3 0,-1-3 90,1-3 1,0-7-223,0-4-70,-1-4 183,2-3 0,-3-3 126,3-3 1,-3-2 48,2-4 0,1-1 196,0-3 0,2 4-58,-1-1 1,0 0-121,0 0 1,0 0 333,3 2 1,-1 0 363,-2 3 0,2-1-362,-2 1 0,2 0-9,1 1 1,-1 0-119,1 3 0,0 0 39,-1 2 0,1 1-193,-1 1 1,0 2-27,-2 5 0,2 3-158,-4 4 0,2 1-104,-2-2 0,1 3-346,-1-3 0,-1 3-3,1-3 0,1 0 667,-1-1 0,6-16 0,0-3 0</inkml:trace>
  <inkml:trace contextRef="#ctx0" brushRef="#br0" timeOffset="1059">917 280 7966,'0'7'1523,"-3"-4"-1126,3 3 1,0-5-449,4 1 1,2-1 49,0-1 1,2 0-100,0 0 0,0-2-1,0 0 1,2-5-287,-1 3 0,-1-6 184,-1 4 1,0-2 104,-1 1 1,-2 0 159,-2 1 1,-1-1-154,-1 1 0,0-1 188,0 1 0,-3 1-50,-2 1 0,0 2 59,-2-3 0,-2 4-39,1-1 1,-4 1 170,1 1 0,1 3 19,-1 1 0,3 2 217,-1 1 1,2 3 57,3 3 0,-1 2-140,3 4 0,0-1-57,2 4 0,0-1-339,2-2 0,5-1-309,4-1 1,1-5-198,1-1 0,3-4-598,-1-2 1,3-2 484,0-3 623,1-3 0,18-30 0,5-10 0</inkml:trace>
  <inkml:trace contextRef="#ctx0" brushRef="#br0" timeOffset="1298">1193 366 7934,'-7'10'803,"2"1"179,0-2 0,0-2-311,3-3-306,0-2-40,2 1-283,0-3 1,0-3-101,0-2 0,0-1 138,0-3 0,2 1 26,0-3 0,0 0 47,-2-2 0,0 1-182,0 1 0,0-2 46,0 2 0,3 1 303,-1-1 0,1 1-393,-1-1 0,-1-1-214,4 3 0,-1 0-825,3 0 1,-1 2 190,1-2 921,2 5 0,13 7 0,6 4 0</inkml:trace>
  <inkml:trace contextRef="#ctx0" brushRef="#br0" timeOffset="1609">1410 307 7889,'0'6'1543,"-1"-2"-646,-1 1 561,1-4-1025,-2 2 0,4-3-162,1 0 0,2-1-526,2-1 0,1-1 200,-1-4 0,1 1-918,0-1 0,-1-2 349,1 0 0,-3 1 68,0 1 1,-2 1 342,0-1 1,-1 0 6,-1 1 1,-1-1 33,-1 1 1,-3 2 135,-3 2 1,0 1 412,-3 1 0,-2 0-218,-3 0 1,3 3 1006,2 1 0,1 4-193,-1 1 0,2 3 9,2-1 0,3 1-489,2 1 0,1 1 13,1-1 1,1 2-518,1 0 0,3-2-402,4-2 0,1-3-135,6 1 1,1-4 294,2-3 253,1-2 0,29-26 0,7-7 0</inkml:trace>
  <inkml:trace contextRef="#ctx0" brushRef="#br0" timeOffset="5442">228 714 9880,'-5'-3'1129,"1"1"0,2 0-998,-3 2 1,1 0-89,-2 0 0,-4 0-144,-1 0 0,-1 0 117,-1 0 0,-1 1-16,-2 1 0,0 1 18,-1 1 1,-1 2-284,2-2 0,3 2 49,2-2 0,3 2-10,-1-2 138,5 2 0,1 1 0,3-1 1,3 1 12,1-1 1,3 1 73,2-1 0,1-1 7,3-1 1,0 0-32,0 0 1,0 1-20,1-3 1,-1 3-12,0-3 0,-2 3 5,0 0 0,-3 0 106,1 2 0,-3 0-10,-2 2 1,-1-1 139,-3 3 0,0 0-136,0 2 1,-3-2 91,-4 0 0,-2-1-132,-4 1 0,-1-2 3,1-5 0,-1 1-109,-1-2 1,1-1 92,-1-2 1,1-1-495,1-1 1,1-5-55,1-4 1,1-1-831,4-1 1381,2 0 0,16-24 0,6-5 0</inkml:trace>
  <inkml:trace contextRef="#ctx0" brushRef="#br0" timeOffset="5667">307 556 7955,'0'7'-366,"-3"2"0,1 1 1787,-2 1 1,2 2-753,0 0 0,1 1-13,1 3 0,0 1-245,0 1 1,3 1-136,-1 0 0,3-1-481,-1 1 0,1 2 199,0 0 1,1 1-847,-2-2 0,0 0 55,0 1 0,0-3-1474,3-1 2271,-3 1 0,-4-8 0,-4 1 0</inkml:trace>
  <inkml:trace contextRef="#ctx0" brushRef="#br0" timeOffset="5850">254 766 7909,'-4'3'1996,"1"-2"-801,1 2-865,1 0 1,-1-3-429,4 3 1,2-2-411,5 1 0,1-1 506,3 1 2,3 2 0,45 8 0,13 6 0</inkml:trace>
  <inkml:trace contextRef="#ctx0" brushRef="#br0" timeOffset="6169">556 786 7909,'-6'-3'0,"-3"2"275,0-1 0,-2 1 439,2 1 0,-2 0-193,3 0 0,-3 1 21,2 1 1,-2 3-240,2 3 1,3 0-50,1 3 1,2 0-206,-2 2 1,2 1 106,3-1 1,0-1-154,0-1 1,1 1-42,1-4 1,2 1-77,2-2 0,2-4-174,1 0 0,-1-3-349,2 0 0,-1 0 209,2-3 0,-2-2-212,2-4 1,-3-3 368,1 1 1,0 2 31,0 0 1,0-1 477,-3 2 1,1 0 26,-1 3 0,0-1 762,-1 2-820,0 1 0,-2 1 85,2 4 1,0 2-56,-3 2 0,0 4-56,-2 1 1,2 1-740,1 1 1,-1-2 316,1 0 0,-2-2 240,4 2 0,2-6 0,3 1 0</inkml:trace>
  <inkml:trace contextRef="#ctx0" brushRef="#br0" timeOffset="6628">674 609 7900,'0'3'436,"0"1"-306,0-2 1,0 0 641,0 2 1,0 0-244,0 3 1,0 0-114,0 2 0,1 2-240,1 4 0,0 2-227,2 3 0,0 0-13,0 2 1,0-2-248,-2 2 1,-1 1-89,1-1 1,-1-3 217,-1-4 0,0-4-212,0-2-94,0-2 178,0-3 0,0-4 201,0-5 1,0-1 126,2-3 0,0 1-29,2-3 1,1 2 180,1-2 1,1 3 217,-1 0 0,2 0-195,0 2 0,0 0 124,0 1 1,2 0-80,-1 3 1,0 0-94,0 2 0,-1 0-52,3 0 1,-3 1-150,1 1 1,-2 2 109,0 2 1,-2 3-133,0 0 0,0 2 2,-3 0 0,0 2 102,-2 0 0,-3 0 40,-1 0 1,-4-2-95,-1 0 1,-2-3 1,2 1 1,-1-5-5,1-2 0,-3 1-146,1-1 1,1 1-64,-1-3 0,3-3-386,-1-2 1,2-1-405,0 0 0,2-3 20,0 0 1008,2-2 0,18-20 0,3-8 0</inkml:trace>
  <inkml:trace contextRef="#ctx0" brushRef="#br0" timeOffset="6867">943 832 7880,'0'3'553,"0"3"146,0-2 0,0 3-250,0-1 0,0 1-377,0-1 0,0 1-332,0-1 1,0 1 311,0-1 0,3 3 176,-1 0 1,1 0-229,-1-3 0,2-2 0,2-1 0</inkml:trace>
  <inkml:trace contextRef="#ctx0" brushRef="#br0" timeOffset="7050">976 641 7871,'-6'0'419,"-1"0"0,3 0 1679,-1 0-1772,1 0-1009,0 0 687,1 0-4,3 0 0,15 15 0,3 3 0</inkml:trace>
  <inkml:trace contextRef="#ctx0" brushRef="#br0" timeOffset="7309">1075 576 7863,'0'6'508,"0"1"155,0-1 1,0 1-148,0 0 0,0 0 67,0 2 1,0 1-172,0 3 0,0 3 12,0 2 0,1 1-246,1 3 1,-2 1-225,3 4 1,-3-1-328,0 0 1,0 1-3,0-1 0,1-1-384,1-1 1,-1-2 288,1-4 1,2-5 469,0-4 0,2-11 0,1-2 0</inkml:trace>
  <inkml:trace contextRef="#ctx0" brushRef="#br0" timeOffset="7542">1252 943 7863,'0'11'1255,"0"1"1,0-5-52,0 2-1121,0-5 236,0-1-319,0-3 0,3-38 0,1-9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40.2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40 303 9041,'-3'4'1629,"2"-1"-1084,-1-1-362,1-1 0,5 2 0,3-3 0,1 0-90,3 0 1,4 0-213,-2 0 1,2-2-44,-2 0 1,0-3-231,0 0 1,0-1-35,0 0 1,-3-1 206,-1 1 1,-4-1-46,0 1 0,-4-1 184,1 0 1,-4 2 144,-2 0 0,-3-1-110,-2 2 1,-1 1 149,-3 1 0,-1 1 4,-1 1 1,0 1 197,-2 1 1,2 2 520,0 2 0,1 1-263,1-1 0,1 4 89,1 1 1,2 1-250,4 1 0,3 1-179,2-1 1,0 2-273,2 0 0,3 3-389,4-3 1,2 0 222,4-1 0,2-6-278,2-2 1,4-4-2273,1 1 2762,2-3 0,9-20 0,2-6 0</inkml:trace>
  <inkml:trace contextRef="#ctx0" brushRef="#br0" timeOffset="234">349 211 7889,'-5'0'340,"1"0"1,2 2 1345,-3 0-891,4 4 1,-1-3-323,4 4 0,1 0-127,4 2 1,2-1-234,2 3 0,2-1-140,0 1 0,2 1-57,1-1 1,1-1-289,-2 1 1,1-2-103,-3 2 0,0-2-552,0 2 0,-3-3-1133,-1 1 2159,-2 1 0,-9 3 0,-2 4 0</inkml:trace>
  <inkml:trace contextRef="#ctx0" brushRef="#br0" timeOffset="434">329 356 7885,'-10'0'541,"-1"0"677,3 0-83,3 0-876,-1 0 0,10-4-286,3-3 0,4 0-135,5-4 1,3 1-422,0-1 1,3-2 120,2 0 1,1 0-173,-3 0 1,2 0 633,-2 2 0,6-1 0,-1-2 0</inkml:trace>
  <inkml:trace contextRef="#ctx0" brushRef="#br0" timeOffset="684">598 250 7885,'0'4'490,"0"-1"180,0-3 125,0 3 1,0-2-336,0 4 1,0-1-64,0 3 1,1 2-354,1 2 1,-1 2-275,1 0 0,-1 1-1003,-1 1 0,0-1 1233,0 4 0,5 2 0,3 4 0</inkml:trace>
  <inkml:trace contextRef="#ctx0" brushRef="#br0" timeOffset="850">664 80 7860,'-7'-3'520,"-2"2"0,4-2-685,-2 3 165,2 0 0,13 15 0,4 3 0</inkml:trace>
  <inkml:trace contextRef="#ctx0" brushRef="#br0" timeOffset="1270">946 257 7860,'-7'-4'147,"-2"-1"0,2 3 4,-2-2 1,1 2-113,-1-3 1,1 3 129,-3-2 0,0 1 51,-2-1 0,-1 2-22,-1-3 1,1 4-17,-1-1 1,2 1 353,2 1 0,0 0-111,3 0 0,3 1 25,-2 1-264,5 2 0,-1 2-1,3 1 1,1-1-80,1 1 1,1 0-147,4 2 1,0-2 59,2 2 0,-1-2-189,3 0 0,0-1-210,2 1 0,-2 0 117,0-1 1,-1 1-24,1-1 0,1 1 94,-3-1 1,-1 2 61,-4 0 1,1 0 65,-3 3 0,1 0 74,-3 2 0,-1-1-11,-1 1 0,-3-3 207,-4 3 0,1-4 209,-3 2 1,-2-3-148,-2 1 0,0-5-19,2-1 0,-3-3-245,1 0 0,0 0-283,1-3 0,4-1 46,2-5 1,0-1-188,2-3 0,2-1 419,2-1 0,19-43 0,4-13 0</inkml:trace>
  <inkml:trace contextRef="#ctx0" brushRef="#br0" timeOffset="1501">979 1 7860,'3'7'0,"-2"-1"520,4 1 1,-3 2-69,2 2 0,-2 4 24,0 0 0,-1 6-128,-1 1 0,0 3-79,0 1 0,-1 0-195,-1 1 1,1-3-147,-1 0 1,1-1-232,1 1 0,0-2-1059,0-4 1362,0-2 0,0-3 0,0 0 0</inkml:trace>
  <inkml:trace contextRef="#ctx0" brushRef="#br0" timeOffset="1701">913 250 7847,'0'-3'2511,"0"-3"-1531,0 2-656,0-2 1,3 1-107,2 1 1,1 3-347,3-2 1,-1 3-484,3 0 1,0 0 610,5 0 0,24 5 0,9 3 0</inkml:trace>
  <inkml:trace contextRef="#ctx0" brushRef="#br0" timeOffset="2053">1228 191 7847,'-6'0'0,"-3"3"278,0-1 1,-2 0 439,3-2 0,-1 1-157,2 1 0,1-1 39,-1 4 1,1-3-323,-1 2 0,3-2-112,-1 3 1,3-1-306,-2 3 0,2 0 69,0 2 1,1-2-12,1 2 1,1 0-114,1 0 1,0 0-394,2-3 0,3 1 297,1 0 0,3-1-121,-2 1 1,3-1 167,-1-2 1,1 1 200,1-3 1,0 1 445,1-1 1,-1-1-53,0 1 1,-3 1 121,-1-1 0,-2 3-184,0 0 1,-2-2-20,0 2 0,-3 0 41,-4 4 0,-2-2 91,-2 2 0,-4 0-178,-1 0 0,-2 0-11,-2-3 0,0 2-338,-2 0 0,0-3-520,-1 2 1,2-5-1922,0 0 2565,5-1 0,-19-21 0,2-6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5:51:52.20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34 243 7894,'-7'0'482,"1"0"1573,-1 0-711,1-3-560,2 3-374,1-3 1,3 6-3,0 4 1,1 2 87,1 5 0,1 2-230,1 1 0,2 4-30,-2 1 1,2 3-90,-2-1 1,2-1-90,-2-1 1,2-3-541,1-1 1,-1-3 341,1-4 0,0-4-384,2-5 1,-1-2 7,3-2 1,-3-5-251,3-4 0,-2-4 199,2-3 1,-2-3-46,2-1 1,-5 0 344,0 3 0,-1-1 229,-1 0 0,1 3 11,-3 2 0,0 1 179,-2 1 1,0 5 363,0 2 1,0 3 119,0-2 37,0 4-327,0 4 1,0 1 62,0 5 0,3 1-65,-1 1 0,1 1-56,-1 2 1,-1 1-873,1 0 0,1 3 332,-1-3 0,1 1-763,-1-1 0,-1-1 73,4 2 0,-1-5 942,0-3 0,5-12 0,-2-4 0</inkml:trace>
  <inkml:trace contextRef="#ctx0" brushRef="#br0" timeOffset="292">415 86 7853,'-4'0'714,"0"0"195,2 0 1,1 0-451,-4 3 0,3 0-42,-2 4 0,2 0-62,-3 2 1,2 5-71,-2 5 0,-1 5-13,2 4 0,-1 2-44,0 3 1,0 2-27,3 0 0,0-1-182,2-3 0,0-3-224,0-3 0,1-4-1149,1-3 0,2-3 719,2-4 0,3-1 634,0-4 0,14-14 0,2-3 0</inkml:trace>
  <inkml:trace contextRef="#ctx0" brushRef="#br0" timeOffset="510">546 256 8273,'-4'3'3018,"1"-1"-2451,3 2 1,0-2 116,0 3 1,1-1-334,1 3 1,2 2-164,3 2 0,0 2-55,2 0 0,-1 3-180,3 1 1,-1 2-195,1 1 0,0-3-456,-2 1 1,3-3-921,-1 0 0,-2 0 718,0-2 0,-2 1-608,0-5 1507,-1-3 0,-8-12 0,-2-5 0</inkml:trace>
  <inkml:trace contextRef="#ctx0" brushRef="#br0" timeOffset="718">500 414 7802,'0'-4'2483,"1"-1"-1774,1 0 0,2-1-301,5-3 0,1 1-268,3-3 1,3 0-198,2-2 0,1 0-185,1 0 1,-1 2-479,1 0 1,-2 2 585,-1-2 134,-2 3 0,7-19 0,-2-2 0</inkml:trace>
  <inkml:trace contextRef="#ctx0" brushRef="#br0" timeOffset="1027">717 0 7802,'0'4'661,"0"2"0,0-5 930,0 4 1,2-1-816,0 3 1,3 2-3,0 2 0,3 2-145,0 3 0,5 2 86,0 6 1,0 0 55,2 4 0,-2-1-271,-2 0 1,1 0-87,-3 1 0,-1 0-347,-4 2 0,-1-2-249,-3 1 1,0 1 266,0 0 1,-3-3 121,-1-1 0,-2-4 12,-1 0 1,1-1 0,-1-2 0,0 0-220,-2-1 0,-21-14 0,-9-5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41.75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7 103 7922,'-4'0'1961,"2"0"-1511,4 0 0,2 0-124,2 0 0,5 0 17,2 0 0,5 0-111,1 0 1,3 0-454,4 0 1,2 0-216,2 0 0,0 0-1234,0 0 1670,0 0 0,10 3 0,3 1 0</inkml:trace>
  <inkml:trace contextRef="#ctx0" brushRef="#br0" timeOffset="1">276 0 8330,'-4'0'2759,"2"0"-2500,2 0 0,5 0-13,1 0 0,5 0-189,-1 0 1,3 1 107,2 1 0,-1 2-452,3 2 1,1-1-9,1-1 0,-2 0-203,0 3 0,-3 0 234,-2 1 0,0-1-9,-3 2 0,-3-2 229,-1-1 0,-5 2 385,0 0 1,-3 0-43,-6 3 1,-1-3-157,-5 3 0,0-3 205,-2 3 0,0-3 10,-2 1 1,3 0-844,1-1 0,-1 0 181,1-4 304,0 2 0,5-14 0,1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41.7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1 193 7942,'0'-5'-526,"0"1"210,0 0 1151,0-2 1,0-1-253,0 1 1,0 1-98,0 1 1,0 2 102,0-2-184,0 2-177,0-1-8,0 3 1,0 4-72,0 2 0,0 2 72,2 2 0,0 3-110,2 2 0,-2 2-43,3-2 0,-3 4-127,2-2 1,-3 3-39,2-5 0,-1 0-82,1 0 0,1-2-147,-2 0 0,2-1-45,-2-3 32,3-4 227,-1-2 1,2-6-21,1-1 1,-3-5 24,0-4 1,1-1-71,1-3 1,0 0 31,-2-2 1,2 2-91,-2 0 0,2-2-21,0 0 1,0-2 80,-2 4 0,2 2-256,-2 0 0,0 4-263,0 2 694,-3 5 0,-1 27 0,-3 9 0</inkml:trace>
  <inkml:trace contextRef="#ctx0" brushRef="#br0" timeOffset="1">309 231 7942,'-5'-5'0,"1"0"0,0 0 564,0 0 0,-2 0-138,2-2 0,-2 1-92,0 2 0,2-1-202,-1 3 0,1 0-154,-2 2 0,-3 1-69,1 1 1,1 3 143,3 4 0,0 2 25,-3-3 1,2 4 81,0-2 1,0 2-168,3 1 0,0-2-65,2 0 0,0-1 62,0 0 1,1 0-79,1-4 0,1 0-186,4-2 0,0-1-227,2-3 0,-2 0 230,4 0 1,-2-4 55,1-2 1,-1-1 14,2-4 1,-4 1-151,2-1 1,-2 0 289,0 2 0,-1 1 239,0 1 0,-1 2 169,-1 1 57,-3-2 1,4 6-167,-3 0 0,1 3-44,-3 3 1,0 1-455,0 2 1,0-1 127,0 2 0,0-1-1041,0 2 1172,0-4 0,8 3 0,3-4 0</inkml:trace>
  <inkml:trace contextRef="#ctx0" brushRef="#br0" timeOffset="2">424 45 7942,'-4'0'244,"1"1"597,1 1-199,1-1-240,-2 5 0,3-3-198,0 3 1,0 3 43,0 0 1,3 4-309,1 0 1,0 4 111,0 0 1,0 5-176,3 1 0,-3 2-93,0 1 0,-2-3-314,3 1 0,-3-4 72,2 2 1,-2-3-905,3-2 1362,-4-1 0,8-12 0,-2-2 0</inkml:trace>
  <inkml:trace contextRef="#ctx0" brushRef="#br0" timeOffset="3">559 231 7942,'-2'7'224,"-1"-1"167,1 0 1,2 1-453,0-1 1,0 1 140,0-1 0,0 3-818,0-1 1,0 1 737,0-3 0,6 1 0,1-1 0</inkml:trace>
  <inkml:trace contextRef="#ctx0" brushRef="#br0" timeOffset="4">571 52 7942,'-6'3'-830,"0"-2"564,2 3 0,1-2 266,3 3 0,9 10 0,1 6 0</inkml:trace>
  <inkml:trace contextRef="#ctx0" brushRef="#br0" timeOffset="5">751 244 7942,'-3'-3'0,"0"-3"0,-1 2 0,-2-2 516,2-1 1,-2 3-176,0 0 0,0 0-126,-1 0 0,1-1-115,-1 3 1,-1 0-226,-1 2 0,1 3 205,1 4 0,1 2 84,-1 4 0,2-2 174,0 2 1,0-2-133,3 4 0,0-1-70,2-1 0,1-3-89,1 1 1,2-4-100,2 0 0,3-4 12,-1-3 0,4 0-199,-2 0 1,2-5-165,1-4 0,0-3 204,0-3 0,0 1-195,0-3 1,-3-1 64,1-1 1,-3-1 35,3-1 1,-4 1 80,0-1 1,-2-2 15,-2 2 1,-1 0 118,-2 1 0,0 4 208,0 1 1,0 4 460,0 3-355,0 1 679,-3 3-639,2 1 1,-4 6 113,3 1 1,0 4-96,2 1 1,-2 2 41,0 0 0,-1 3-147,3 1 0,-2 1 5,0-1 0,0 0-198,2 3 1,0 0 51,0-1 1,0 1-483,0-1 0,2 2 230,0-2 0,3 1-741,-3-1 1,3 1 433,-1-4 1,0 1-1054,0-2 1562,-3 0 0,13-20 0,1-5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41.7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 7917,'0'-7'229,"0"1"0,0 2-11,0-1 1,0 3 601,0-2-238,0 3-182,0-2 1,1 3-44,1 3 0,-1 3 14,1 5 0,-1 2-130,2 2 0,-3 0 27,2 2 1,-1 3-61,-1-3 0,0 3 10,0-3 0,0 0-198,0 0 1,0-1 62,0 1 0,-2-3-402,0-3 1,0-1 62,2 0 0,0 0-489,0-4 261,0 0 296,0-2 1,0 1 155,3-3-217,-3 0 518,6-2 1,-3 0-143,4 0 0,-3 0 284,0 0 1,1 0-152,1 0 1,1 0-40,-1 0 0,1-2-483,2 0 0,-2-1-54,4 1 0,-2 1-838,1-1 0,0 1 569,1 1 0,1 0 585,-1 0 0,12 12 0,5 2 0</inkml:trace>
  <inkml:trace contextRef="#ctx0" brushRef="#br0" timeOffset="1">315 107 7917,'-3'7'71,"-1"-3"-71,-2 0 0,1 1 812,1 1 0,3 3-282,-1 2 0,1-1-180,1 1 1,0 0-284,0 4 0,1-1 110,1 1 0,1-2-389,1 0 0,2-2 202,-2-1 0,-1-1-607,-1 2 419,1-4-347,-2 3 100,2-7 200,-3 0 178,0-9 0,0 1 28,0-5 1,0-1-19,0-2 1,0 0 6,0-2 1,0-2 88,0-2 0,0 2-73,0 0 1,-2 0 176,0-3 1,-1 3 161,1 0 0,1 1 206,-1-1 0,0 3 83,0 4 1,2 3 410,-3-1-153,3 5-479,0-3 0,3 6-245,1 0 0,2 0 56,0 0 0,3 0-265,2 0 0,1 0-209,1 0 0,2-1-313,0-1 1,0 1-756,0-4 1,0 2 633,2-1 0,-3-1 724,1 2 0,-7 4 0,-2 3 0</inkml:trace>
  <inkml:trace contextRef="#ctx0" brushRef="#br0" timeOffset="2">327 172 7917,'0'3'1354,"0"0"-191,0-3 1,3 0-750,2 0 1,3 0-404,3 0 1,3-1-12,1-1 0,3-1 0,21-10 0,9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20.12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7 103 7922,'-4'0'1961,"2"0"-1511,4 0 0,2 0-124,2 0 0,5 0 17,2 0 0,5 0-111,1 0 1,3 0-454,4 0 1,2 0-216,2 0 0,0 0-1234,0 0 1670,0 0 0,10 3 0,3 1 0</inkml:trace>
  <inkml:trace contextRef="#ctx0" brushRef="#br0" timeOffset="442">276 0 8330,'-4'0'2759,"2"0"-2500,2 0 0,5 0-13,1 0 0,5 0-189,-1 0 1,3 1 107,2 1 0,-1 2-452,3 2 1,1-1-9,1-1 0,-2 0-203,0 3 0,-3 0 234,-2 1 0,0-1-9,-3 2 0,-3-2 229,-1-1 0,-5 2 385,0 0 1,-3 0-43,-6 3 1,-1-3-157,-5 3 0,0-3 205,-2 3 0,0-3 10,-2 1 1,3 0-844,1-1 0,-1 0 181,1-4 304,0 2 0,5-14 0,1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27.9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1 193 7942,'0'-5'-526,"0"1"210,0 0 1151,0-2 1,0-1-253,0 1 1,0 1-98,0 1 1,0 2 102,0-2-184,0 2-177,0-1-8,0 3 1,0 4-72,0 2 0,0 2 72,2 2 0,0 3-110,2 2 0,-2 2-43,3-2 0,-3 4-127,2-2 1,-3 3-39,2-5 0,-1 0-82,1 0 0,1-2-147,-2 0 0,2-1-45,-2-3 32,3-4 227,-1-2 1,2-6-21,1-1 1,-3-5 24,0-4 1,1-1-71,1-3 1,0 0 31,-2-2 1,2 2-91,-2 0 0,2-2-21,0 0 1,0-2 80,-2 4 0,2 2-256,-2 0 0,0 4-263,0 2 694,-3 5 0,-1 27 0,-3 9 0</inkml:trace>
  <inkml:trace contextRef="#ctx0" brushRef="#br0" timeOffset="384">309 231 7942,'-5'-5'0,"1"0"0,0 0 564,0 0 0,-2 0-138,2-2 0,-2 1-92,0 2 0,2-1-202,-1 3 0,1 0-154,-2 2 0,-3 1-69,1 1 1,1 3 143,3 4 0,0 2 25,-3-3 1,2 4 81,0-2 1,0 2-168,3 1 0,0-2-65,2 0 0,0-1 62,0 0 1,1 0-79,1-4 0,1 0-186,4-2 0,0-1-227,2-3 0,-2 0 230,4 0 1,-2-4 55,1-2 1,-1-1 14,2-4 1,-4 1-151,2-1 1,-2 0 289,0 2 0,-1 1 239,0 1 0,-1 2 169,-1 1 57,-3-2 1,4 6-167,-3 0 0,1 3-44,-3 3 1,0 1-455,0 2 1,0-1 127,0 2 0,0-1-1041,0 2 1172,0-4 0,8 3 0,3-4 0</inkml:trace>
  <inkml:trace contextRef="#ctx0" brushRef="#br0" timeOffset="634">424 45 7942,'-4'0'244,"1"1"597,1 1-199,1-1-240,-2 5 0,3-3-198,0 3 1,0 3 43,0 0 1,3 4-309,1 0 1,0 4 111,0 0 1,0 5-176,3 1 0,-3 2-93,0 1 0,-2-3-314,3 1 0,-3-4 72,2 2 1,-2-3-905,3-2 1362,-4-1 0,8-12 0,-2-2 0</inkml:trace>
  <inkml:trace contextRef="#ctx0" brushRef="#br0" timeOffset="807">559 231 7942,'-2'7'224,"-1"-1"167,1 0 1,2 1-453,0-1 1,0 1 140,0-1 0,0 3-818,0-1 1,0 1 737,0-3 0,6 1 0,1-1 0</inkml:trace>
  <inkml:trace contextRef="#ctx0" brushRef="#br0" timeOffset="965">571 52 7942,'-6'3'-830,"0"-2"564,2 3 0,1-2 266,3 3 0,9 10 0,1 6 0</inkml:trace>
  <inkml:trace contextRef="#ctx0" brushRef="#br0" timeOffset="1451">751 244 7942,'-3'-3'0,"0"-3"0,-1 2 0,-2-2 516,2-1 1,-2 3-176,0 0 0,0 0-126,-1 0 0,1-1-115,-1 3 1,-1 0-226,-1 2 0,1 3 205,1 4 0,1 2 84,-1 4 0,2-2 174,0 2 1,0-2-133,3 4 0,0-1-70,2-1 0,1-3-89,1 1 1,2-4-100,2 0 0,3-4 12,-1-3 0,4 0-199,-2 0 1,2-5-165,1-4 0,0-3 204,0-3 0,0 1-195,0-3 1,-3-1 64,1-1 1,-3-1 35,3-1 1,-4 1 80,0-1 1,-2-2 15,-2 2 1,-1 0 118,-2 1 0,0 4 208,0 1 1,0 4 460,0 3-355,0 1 679,-3 3-639,2 1 1,-4 6 113,3 1 1,0 4-96,2 1 1,-2 2 41,0 0 0,-1 3-147,3 1 0,-2 1 5,0-1 0,0 0-198,2 3 1,0 0 51,0-1 1,0 1-483,0-1 0,2 2 230,0-2 0,3 1-741,-3-1 1,3 1 433,-1-4 1,0 1-1054,0-2 1562,-3 0 0,13-20 0,1-5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7:30.3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37 7917,'0'-7'229,"0"1"0,0 2-11,0-1 1,0 3 601,0-2-238,0 3-182,0-2 1,1 3-44,1 3 0,-1 3 14,1 5 0,-1 2-130,2 2 0,-3 0 27,2 2 1,-1 3-61,-1-3 0,0 3 10,0-3 0,0 0-198,0 0 1,0-1 62,0 1 0,-2-3-402,0-3 1,0-1 62,2 0 0,0 0-489,0-4 261,0 0 296,0-2 1,0 1 155,3-3-217,-3 0 518,6-2 1,-3 0-143,4 0 0,-3 0 284,0 0 1,1 0-152,1 0 1,1 0-40,-1 0 0,1-2-483,2 0 0,-2-1-54,4 1 0,-2 1-838,1-1 0,0 1 569,1 1 0,1 0 585,-1 0 0,12 12 0,5 2 0</inkml:trace>
  <inkml:trace contextRef="#ctx0" brushRef="#br0" timeOffset="501">315 107 7917,'-3'7'71,"-1"-3"-71,-2 0 0,1 1 812,1 1 0,3 3-282,-1 2 0,1-1-180,1 1 1,0 0-284,0 4 0,1-1 110,1 1 0,1-2-389,1 0 0,2-2 202,-2-1 0,-1-1-607,-1 2 419,1-4-347,-2 3 100,2-7 200,-3 0 178,0-9 0,0 1 28,0-5 1,0-1-19,0-2 1,0 0 6,0-2 1,0-2 88,0-2 0,0 2-73,0 0 1,-2 0 176,0-3 1,-1 3 161,1 0 0,1 1 206,-1-1 0,0 3 83,0 4 1,2 3 410,-3-1-153,3 5-479,0-3 0,3 6-245,1 0 0,2 0 56,0 0 0,3 0-265,2 0 0,1 0-209,1 0 0,2-1-313,0-1 1,0 1-756,0-4 1,0 2 633,2-1 0,-3-1 724,1 2 0,-7 4 0,-2 3 0</inkml:trace>
  <inkml:trace contextRef="#ctx0" brushRef="#br0" timeOffset="770">327 172 7917,'0'3'1354,"0"0"-191,0-3 1,3 0-750,2 0 1,3 0-404,3 0 1,3-1-12,1-1 0,3-1 0,21-10 0,9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05.75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39 116 7889,'-6'-7'1349,"-1"4"1,2 1-821,0 4 0,3 5-33,2 6 0,-3 1-128,1 5 1,0 0-228,2 7 1,0-1 87,0 5 0,0 1-262,0 3 1,0-2-55,0 0 1,0-3-29,0-3 0,0-4-387,0-3 0,0-3 254,0-5 0,0-4-787,0-3 726,3-3 0,0-1-28,1-4 1,2-4 34,-2 0 1,2-4 171,0 2 1,1-3 62,-1 1 0,1 0 190,-1 1 0,2-1 301,1 4 0,0-1-249,0 3 1,-2 0 232,2-1 1,-2 3-171,2 0 1,-2 2 34,2 0 1,-2 1-82,2 1 0,-2 3-30,2 1 1,-4 5-64,-1 2 1,-3 1-9,2 1 1,-3 2-140,0 0 1,0 2 75,-3-2 0,0 2-82,-4-2 0,0 0 68,-1-3 1,0-2-75,-3-1 1,3-3 55,-3-1 0,2-2-14,-1-1 0,-1-1-109,-2 1 0,0-4-207,1-2 0,1 0-91,0-3 0,1 2 186,-1-3 1,3 0-743,4-1 0,1 1 981,3-2 0,20-18 0,5-6 0</inkml:trace>
  <inkml:trace contextRef="#ctx0" brushRef="#br0" timeOffset="368">193 0 6559,'4'3'8,"1"-1"703,0 2 0,3 0 38,3 2 0,2 4-266,2 0 0,3 6-32,4 3 0,1 2-123,-1 5 1,1-1 53,-1 5 0,-4-1-119,-3 1 0,-4 1-239,-3-1 0,-3 1-5,-3 1 1,-3 0-165,-3-2 1,-1 0-161,-6-2 0,-2 3 186,-2-1 1,-2 1-1290,2 1 0,-2-3 1408,2-1 0,-31 10 0,-6 2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15.64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97 7898,'0'-6'151,"0"-1"-151,0 1 0,0 2 1774,0-1-674,0 4-477,0-2 1,0 8-209,0 2 1,0 6 103,0 2 1,0 4-109,0 2 0,0 0-139,0 5 1,1-1-238,1 5 1,-1-2 115,4 2 1,-3-3-276,2 0 0,-2 0 176,3-2 1,-3-5-408,2-2 0,-2-5-20,2-2-492,1-5 580,1-3 0,0-9 39,1-2 0,-3-4 74,0-3 0,1-2 35,1-5 0,1-1-28,2-2 1,-2-4 35,1-1 1,2 0-259,-2 0 1,2-2-86,-2 2 1,0 1-78,3-1 0,-4 7 48,2 1 0,-3 6-450,-1 5 953,0 5 0,-4 14 0,2 7 0</inkml:trace>
  <inkml:trace contextRef="#ctx0" brushRef="#br0" timeOffset="299">391 33 7898,'-6'0'205,"0"3"1,-3-2-79,0 4 0,1 2 632,2 3 1,-1 3-264,1 2 1,1 5-212,1 6 1,0 4-248,-3 5 0,2 1 119,0-2 0,3 3-366,2-3 1,0-1 163,0-6 1,0-2-755,2-8 1,2-2 419,2-2 0,1-3-1467,-1-1 1846,1-5 0,16-30 0,5-9 0</inkml:trace>
  <inkml:trace contextRef="#ctx0" brushRef="#br0" timeOffset="466">481 193 7898,'0'4'0,"-1"2"609,-1-2 1,2 2-184,-2 0 1,1 1 539,1 2 0,1 1-405,1 3 1,1 2-240,4-1 1,-1 4-392,0-3 1,3 0-330,0-3 0,2 3-989,0-3 0,-1 2 357,0-5 1030,-2-1 0,4-4 0,-2-2 0</inkml:trace>
  <inkml:trace contextRef="#ctx0" brushRef="#br0" timeOffset="674">443 405 7898,'-4'-3'928,"-1"0"-696,3-4 0,0-2 799,2-2 1,3-1-446,4-1 1,2-2-547,4 0 0,3-2-119,1-1 0,1 0-112,2-1 1,-1 2 199,0-1-9,-3 4 0,11-7 0,1 1 0</inkml:trace>
  <inkml:trace contextRef="#ctx0" brushRef="#br0" timeOffset="1068">693 1 7898,'-4'0'1287,"1"0"1,3 1-472,0 1 1,1-1-240,1 4 0,5-1-294,3 2 1,3 3-269,-1-1 0,3 4-260,0-2 0,0 5 277,-2 2 0,-1 2-242,-1 0 0,-2 0 114,-2 1 0,-4 2-82,-1 1 0,-2 2-3,-2 1 1,-1-3-77,-4 1 1,-1-1 119,-1 0 1,-2 2-275,0-4 1,1-2 57,-1-2 353,3-2 0,-9 0 0,0-2 0</inkml:trace>
  <inkml:trace contextRef="#ctx0" brushRef="#br0" timeOffset="1469">1026 78 7898,'-10'0'962,"2"0"0,1-1-97,0-1 2137,4 1-2191,0-1 0,6 2-482,1 0 0,5 0-312,1 0 0,2 0-236,1 0 0,2 0-96,0 0 0,1 2-417,-1 0 0,-2 3-130,2-1 0,1 0 407,-1 0 1,-1 0-19,-3 3 0,-2 0 74,-2 1 1,-2 0 260,0 3 1,-3-1-34,-2 3 0,-3 0 393,-4 0 1,-1 0-19,-3 0 1,-1-1 221,1 1 0,-1-2-295,-1 0 0,3-3-79,-1 0 0,3-4-2169,0-2 2117,1 2 0,6-20 0,2-3 0</inkml:trace>
  <inkml:trace contextRef="#ctx0" brushRef="#br0" timeOffset="1725">1026 437 7892,'-6'4'2225,"0"1"-923,-1-4-719,4 2 1,0-4-163,6-1 1,3-1-491,5-4 1,2 1-260,1-1 1,3-2-251,2-2 0,0 1 537,1 0 41,-1-1 0,29-22 0,6-5 0</inkml:trace>
  <inkml:trace contextRef="#ctx0" brushRef="#br0" timeOffset="2093">1514 78 7877,'-10'-2'1745,"1"0"1,4 0-900,1 2 0,1 0-313,-2 2 1,0 5-64,0 3 0,0 3 61,-2 2 1,1 5 157,-1 6 0,2 0-172,0 4 0,2-3 43,3 1 1,2-4-619,2-3 0,1-4 103,6-2 1,0-5-542,4-4 0,-1-2 433,4-4 0,-2-1-984,1-1 1,1-4 361,-3-5 0,3-4 36,-1-2 1,-1-4 106,1 0 0,-5 0-17,1 1 1,-5 1 346,-2 0 1,0-2-3,-4 2 0,0-1 195,-4 5 0,-3-2-105,-3 2 1,-1 2 237,-2 2 0,-3 6-75,1 1 0,-1 1-458,1 0 0,-2 2 419,0 3 0,-6 13 0,1 6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19.1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168 366 7908,'0'-6'50,"3"-1"1,-3 1 100,2-1 1,-1 1 617,-1-1 1,0 1-243,0 0 0,0-1-299,0 1 0,-3-1 3,-1 1 0,-2 0-296,0 2 1,-1 1 96,-2 3 0,-1 1 7,-3 1 0,1 4 122,-1 5 0,-2 2 12,0 2 0,2 1 189,2 4 0,1-1-173,0 0 1,1 0-140,5-2 1,1-2 137,3-2 1,0-1-588,0-1 0,4-4 256,2-3 1,3-3-431,4-1 1,0-3 191,0-3 1,0-3 43,-1-2 0,1-1-86,0-1 0,1 0 89,-1 0 1,1 1 529,-6 1 1,1 2-218,-3 3 0,1 2 655,-1 2 0,-2 2-181,-2 2 1,1 2 28,-1 5 0,0 3-460,-2 3 1,0 0-369,0-2 1,0 0-333,0 0 1,3-1 677,1 1 0,7-8 0,3-3 0</inkml:trace>
  <inkml:trace contextRef="#ctx0" brushRef="#br0" timeOffset="301">309 385 7908,'-10'9'0,"1"-1"0,2 0 0,2-1 0,0 0 0,0-1 2598,3 1-1165,0-1-1902,2-3 460,0 0 0,2-3-155,0-3 1,3-2 176,0-4 0,0-2-516,2 0 1,-1-1 218,0-1 1,1 0 13,-1 1 1,0-1 495,-2 3 0,2-2-134,-2 4 1,2-1 430,0 0 1,-1 4 55,-1-1-228,0 3 0,2 1-64,-2 4 1,0 5-91,-2 4 1,-1 1-182,1 0 0,1 4-284,-1 1 0,1 2-787,-1 0 0,-1-3 185,3-1 870,1-1 0,7-4 0,1-1 0</inkml:trace>
  <inkml:trace contextRef="#ctx0" brushRef="#br0" timeOffset="687">597 334 7908,'-9'0'0,"-3"0"519,4 0 1,-3 1 46,2 1 1,-2 2 130,0 5 1,1 1-211,0 2 1,2 1-148,2 0 0,0 1-165,4 1 1,0-2 55,2 2 0,0-4-270,0-3 0,3-1-123,1-3 1,3 1-151,1-3 0,-1-1 98,2-5 1,1-2-260,0-7 0,3 0 18,-1-6 1,1 1 147,0-3 1,-2 1 122,-1 1 1,1-3-31,2 1 1,-2-3 158,-1 3 1,-2-3-101,1 0 1,-2-1-9,-1 0 0,0 1 85,-2 0 1,0 5 90,-2-1 0,-1 7 425,1 4 0,-2 5-225,-2 2 0,0 4 450,-2 2 1,2 5-327,-2 4 1,-1 2 158,-1 4 1,2-1-109,-1 6 1,2-3 134,-2 3 1,0-1-252,3 3 1,0-1-260,-1-2 0,3 2-269,-2-1 1,1-2-530,1-1 0,3-1-2177,1-3 2962,2 1 0,6-10 0,1 1 0</inkml:trace>
  <inkml:trace contextRef="#ctx0" brushRef="#br0" timeOffset="1136">1098 321 7902,'-7'-2'849,"1"0"1,0 0-303,-1 2 0,1 0 162,-1 0 0,-1 0-61,-1 0 1,-1 3 95,1 4 1,0 2-204,0 4 1,2 0 36,-2-1 1,5 3-398,2 0 0,1 0 36,1-2 0,1-3-240,1-1 0,4-1 79,2-1 1,4-2-627,-1-5 1,3-1-24,1-1 0,2-4-480,-2-3 1,0-3 472,-2 0 0,-1-1-56,1-2 0,2 1 312,-3 1 1,0 1 230,-6-1 1,0 0 85,-2 0 1,-1 1-60,-3 1 0,-3 0-38,-1 2 0,-4 0-59,-1 0 0,-1 4 155,1-1 1,-1 4-166,1 0 1,-2 1-139,0 1 0,2 4 2,0 2 0,3 0 329,1 3 0,23 18 0,6 4 0</inkml:trace>
  <inkml:trace contextRef="#ctx0" brushRef="#br0" timeOffset="1384">1277 411 7867,'-6'0'1125,"0"0"0,0-3-573,2-1 0,-1-2-8,2 0 1,1-2-437,2 0 0,0 0 17,0-3 1,2 1-530,1 0 0,2-2 255,-1 4 0,2-1 122,0 3 1,0 0 200,1 2 0,-1 0 129,-2 2 0,1 1-115,0-1 0,0 2 187,-1 2 1,1 2-208,-3 2 1,2 4 29,-1 0 1,-1 2-491,-2 1 1,0 2 244,0 0 0,2 2-2279,0-2 2326,3 0 0,4 4 0,5 1 0</inkml:trace>
  <inkml:trace contextRef="#ctx0" brushRef="#br0" timeOffset="1626">1489 0 7856,'-4'5'406,"2"-1"0,0 0 600,-1 3 1,1-1-203,2 0 1,0 6 283,0 1 0,1 4-421,1 0 1,1 4-251,1 3 1,1 1-682,-3 0 0,3 1 220,-3 0 1,2-1-1095,-2 1 0,2 0 308,-1-1 1,2-2 829,-1-2 0,10-6 0,3-3 0</inkml:trace>
  <inkml:trace contextRef="#ctx0" brushRef="#br0" timeOffset="1801">1617 225 7840,'-6'6'2190,"2"1"1,2-1-1710,2 0 1,0-1-381,2-1 1,3-2-326,3 2 1,2 0-679,3 0 1,0 0-58,0-2 0,-3-1 959,1 1 0,11-7 0,5-2 0</inkml:trace>
  <inkml:trace contextRef="#ctx0" brushRef="#br0" timeOffset="1984">1778 244 7818,'-3'6'0,"1"1"731,-2-1 1,1 1-59,-2 2 1,0 0 100,3 3 0,-5 3-210,1 4 0,-3 4 1,1 2 1,0 5-377,-3 4 0,0-1 32,-2 4 1,4-7-531,0 0 1,5-3 207,2-1 101,1-3 0,1 2 0,0-3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22.1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0 129 7838,'0'4'973,"0"0"0,0 3-352,0 1 1,1 4-220,1 1 1,-1 3 3,4 6 1,-3-2-148,2 4 1,0-1-82,3 3 1,-3 1 44,0 0 1,0-3-150,0-1 1,1-5 103,-3-3 0,3-2 269,0-2-517,0-5 0,2-4-21,-1-4 1,1-4 84,-1-5 0,0-2 99,1-2 1,1-2-163,1-4 1,0-2 102,0-3 1,-2 1-144,1-1 0,0 0-220,1 1 0,-2-2-293,1-1 0,0 3 6,-2-1 0,0 4-496,-2 5 1,1 4 1111,-3 5 0,-3 20 0,-2 7 0</inkml:trace>
  <inkml:trace contextRef="#ctx0" brushRef="#br0" timeOffset="324">398 0 7838,'-4'5'-55,"-1"-1"0,3 1 787,-2 3 0,0 5-248,0 4 0,-2 3 157,2 4 0,-1 3-168,1 7 1,-2 4-49,2 2 1,1-1-335,1-3 1,1-2-219,1 0 0,1-3-954,1-3 1,1-1 689,4-5 1,-1-4-1035,1-3 1425,-1 1 0,9-2 0,2 2 0</inkml:trace>
  <inkml:trace contextRef="#ctx0" brushRef="#br0" timeOffset="700">603 167 7838,'-10'3'570,"-1"-2"71,2 4 0,1-1 749,1 2 1,1 4-632,-1 0 0,1 5 123,0 2 0,0 5-365,2 1 1,1 1-178,3 0 0,0 0-130,0-2 1,3-4-591,4-3 0,2-4 25,4 0 1,-3-6-193,1-1 0,2-3 14,2-3 1,0-2 171,-2-5 0,0 1-443,-1-5 0,0 1 295,-1-5 1,1 2 247,-4-3 0,0 1 50,-4-2 1,1 2 16,-3 0 0,1 2-37,-3-2 1,-1 0 12,-1 0 1,-2 0 97,-2 2 1,-4 0-70,0 2 0,0 3 103,-1 1 0,0 5-60,-1 2 0,1 1-181,0 1 0,3 1 327,0 1 0,9 16 0,3 6 0</inkml:trace>
  <inkml:trace contextRef="#ctx0" brushRef="#br0" timeOffset="1008">738 26 7838,'-4'-4'2442,"2"1"-1968,4 1 0,2 1 6,5-1 1,-2 4-398,2 2 0,0 3 33,0 1 1,2 2-179,0 3 0,1 3 101,1 1 0,-1 1 201,-2 2 1,2 2-69,-4 1 1,0 2-159,-4 1 0,-1 0-26,-3 2 1,0 0 111,-3 4 0,-2-4-678,-4 4 1,-2-3 304,3 1 1,-3-3-922,0 1 1,2-5 1193,0-1 0,-4 0 0,0 1 0</inkml:trace>
  <inkml:trace contextRef="#ctx0" brushRef="#br0" timeOffset="1215">1071 238 7838,'-3'3'1814,"3"0"-1158,0-3 0,3 2-323,4 0 0,2 0-742,2-2 0,1 3-50,3-1 459,-1 0 0,24-5 0,4-1 0</inkml:trace>
  <inkml:trace contextRef="#ctx0" brushRef="#br0" timeOffset="1415">1123 340 9377,'-4'4'1488,"2"1"-1084,4-3 0,2 1-343,5-1 0,2-1-354,4 1 1,-1-2-422,3 0 0,3 0 714,3 0 0,42-11 0,11-3 0</inkml:trace>
  <inkml:trace contextRef="#ctx0" brushRef="#br0" timeOffset="1768">1578 90 7805,'-13'0'1586,"1"0"302,1 0 0,0 2-681,2 0 1,2 3-640,2 0 1,0 4 400,0 4 0,0 3-430,-2 5 1,3 2 329,0 3 0,2 0-503,0-1 0,2 1-408,2 0 0,3-4-143,3-3 0,2-3-361,3-6 1,3 0-527,1-4 1,-1-2 550,1-2 1,0-2-333,2-2 1,1-5 272,-1-4 1,-2-1-46,0-3 1,-3 0 234,1-2 1,-1 0 216,-1-2 0,-3 0 53,-2-1 0,-3 3 118,-3-3 1,-2 3-71,0-5 0,-5 0-101,-4 1 1,-3 1 217,-3 3 1,1 4-4,-3 0 1,0 4 239,-3 4 1,1 3-149,0 4 1,2 3-544,0 3 0,1 0 409,1 3 0,6 5 0,6 4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32.10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78 89 7777,'-4'0'3411,"-1"1"-2496,3 1 1,-1 0 150,1 2 0,1 0-368,-1 3 0,1 2-66,1 1 1,0 5-190,0 3 0,-2 3-179,0 2 1,-3 2-204,1 1 1,0 2 103,0 0 0,0-1-283,-3-4 0,3-1 174,0-5 1,0-1-130,0-1 0,-1-4 29,3-1 0,0-2 302,2-1 36,0-1 27,0 1 1,0-2-60,3 0 1,0-3-71,3-2 0,2 0-96,0 0 0,1 0 125,2 0 1,3 0-834,-1-2 1,4-2 336,-2-2 1,2-1-1677,0 1 0,0 0 171,0 2 1,-3 0 1779,1 2 0,-7 10 0,-2 0 0</inkml:trace>
  <inkml:trace contextRef="#ctx0" brushRef="#br0" timeOffset="485">430 179 7777,'0'6'0,"0"-2"0,0 2 1558,-2 1 0,1 2-733,-1 4 0,0 1 273,0 0 1,1 3-498,-1 2 1,-1 2 37,1 1 0,-2 1-375,2-1 1,-2 1-280,1-1 1,1-2-10,2-3 0,0-4 218,0-4-975,0-2 646,0-3 1,1-4-212,1-5 1,-1-3 79,1-3 0,1-4-70,-1-2 0,2 0 13,-2-2 1,1 1-61,-1-4 0,-1 0 16,1-2 0,0-1 149,0-1 0,-1-1 34,1-1 1,-2-3-32,0 1 1,0 2 630,0 0 0,0 7-319,0 1 1,3 6 968,-1 1 1,3 4-285,-1 5 1,4 0 34,0 2 1,3 1-753,-2-1 0,2 2 6,0 2 1,2 0-1103,1 2 1,0 0 622,1 0 1,-1 2-761,-2-2 1,0 2 1167,-1 0 0,4 6 0,-1 2 0</inkml:trace>
  <inkml:trace contextRef="#ctx0" brushRef="#br0" timeOffset="727">443 224 7777,'-6'0'329,"2"1"410,-1 1 1770,1-1-1815,0 1 1,3-2 146,5 0 1,1 0-352,6 0 0,0 0-183,4 0 0,2 0-544,2 0 1,0 0-581,0 0 0,1 0 670,-1 0 147,3 0 0,7 6 0,3 1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30.07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0 222 7765,'0'-7'1161,"0"3"-713,0 0 1,0 1 1125,0-1-553,0 3-128,0-2-431,0 3 1,2 3 212,1 1 1,1 7-124,-2 2 0,3 6-185,-1 0 0,0 5-257,0-1 0,-2 2 91,2 1 1,-1 1-276,1-2 1,-1 0-3,2-6 0,0-3 4,0-1 1,-2-5 56,2-3 1,-3-4 16,2-3 1,-2-1 28,2-4 0,1-2-12,1-8 1,-2 0-398,1-2 1,-2-2 174,1-2 0,2-1-672,-2 3 1,0 0 5,0 0 1,-2 0-301,3 2 1,-2-1 441,2 3 727,-3 3 0,4 11 0,1 6 0</inkml:trace>
  <inkml:trace contextRef="#ctx0" brushRef="#br0" timeOffset="384">404 311 7811,'-6'-6'0,"0"0"345,-1-1 1,1 1 536,2-1 1,-4 2-497,2 0 1,-3 0-180,1 3 1,-3 1-98,-4 3 1,1 4 109,-3 5 1,3 2 55,-1 2 1,2-1-18,2 3 0,2-2 78,2 2 0,4-3-143,1 1 1,1-2 5,1-2 0,1-2-471,1-2 1,3-2 216,4 0 1,2-3-646,0-2 1,2 0 393,2-2 0,-2-3-145,2-3 0,-2 1 71,-2-2 0,1 0-52,-1 0 0,-2 1 244,0 1 1,-2-1 347,-1 2 1,1-2 1229,-1 4-1093,0-2 0,-1 3 942,-1 1-856,-3 1 1,3 4-238,-2 1 0,-1 2-108,1 3 1,1-1-234,-1 2 0,2-1-352,-2 2 0,3-3 546,-3 3 0,6-3 0,-1 1 0</inkml:trace>
  <inkml:trace contextRef="#ctx0" brushRef="#br0" timeOffset="634">552 55 11548,'-4'4'1323,"2"0"0,1 3-831,1 1 1,3 7 174,-1 0 0,2 5-330,-2 4 1,2 4-302,-1 1 0,2 2-287,-1-1 1,-1 1-548,2-4 0,-3 3-1047,2-2 0,-2-3 872,0-3 1,1-6-767,-1-3 1739,0 0 0,1-21 0,0 0 0</inkml:trace>
  <inkml:trace contextRef="#ctx0" brushRef="#br0" timeOffset="817">706 292 7811,'-1'7'0,"-1"-1"0,1-2 1484,-1 0 1,-1 1-680,1 4 1,0-1-384,2 3 1,0-1-215,0 3 0,0 0-690,0 0 0,0-1 24,0-1 0,0 0 458,0-3 0,11-16 0,4-7 0</inkml:trace>
  <inkml:trace contextRef="#ctx0" brushRef="#br0" timeOffset="975">764 48 7811,'-3'4'0,"2"-1"0,-5-1 696,2 0 1,1 3-627,1-1 1,1 5-1257,1 2 1186,0 1 0,15 52 0,2 13 0</inkml:trace>
  <inkml:trace contextRef="#ctx0" brushRef="#br0" timeOffset="1379">937 305 7811,'-3'-6'0,"-1"-1"848,-2 1 1,2 1-74,-1 1 0,-1 3 67,-3-1 1,1 2-197,1 2 0,-1 4-248,-1 5 0,1-1 87,1 0 0,2 1-119,0 2 0,3 0-419,2 0 0,0-3 140,0 1-105,2-3 0,4 0-97,3-3 0,2-2-163,0-3 1,1-4-312,1-2 1,2-4 275,0-5 0,2-1-171,-2-1 0,0-2 146,0-1 0,-1 0-24,1-6 1,-2 3 103,-3-3 1,0-2 21,-4 2 1,0-1-51,-2-1 1,-1 4 21,-3 1 1,0 6 231,0 4 0,0 3 253,0 3 1,0 5 692,0 2 1,-2 3-501,0 6 1,-1 1 636,3 5 1,-2 2-418,0 2 1,-2 1 48,2 1 0,-1 1-222,1 3 0,1-3-65,-1 4 0,-1-4-317,1 2 1,0-1 81,2 3 0,0-1-1186,0-2 0,0-1 665,3-2 0,-1-2-3549,3-3 3909,0-1 0,5-12 0,3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28.9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0 116 7850,'0'4'1235,"1"1"-510,1-3 1,2 0 501,5-2 1,1 0-490,3 0 0,5 0-253,4 0 1,3 0-562,2 0 1,3 0-464,5 0 1,0 0-1297,4 0 0,-4 0 1835,-1 0 0,22-6 0,5-1 0</inkml:trace>
  <inkml:trace contextRef="#ctx0" brushRef="#br0" timeOffset="366">436 1 7832,'3'3'2034,"1"0"0,4-3-1372,1 0 0,2 2-523,0 0 1,2 3 96,2 0 0,-1 3-427,3 0 1,-3 4 199,-1-2 1,-1 2-454,-4 1 1,-2 2 277,-4 0 0,-1 1 595,-1-1 0,-4-2 24,-2 2 1,-3-1 156,-4-1 1,0-3-809,0 1 1,0-3 161,0 0 0,1 0-632,2-2 1,0-2 667,4-2 0,8-7 0,2-2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44.5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286 433 8006,'0'-10'808,"0"-1"199,0 1 1,0-1-423,0 1 1,-2-1-213,-1 0 0,1 0-132,-5-3 1,3 2-1,-3-2 1,0 6 114,-4 1 0,-3 3-115,0-3 1,-5 5-166,2-2 0,-3 11 69,-1 4 1,0 7 68,-1 4 1,1 0-109,0 6 1,5-3 75,2 3 1,3-1-160,4 1 1,2-1 96,5-2 1,2-6-473,1 2 1,8-7 206,6 0 0,3-7-517,1-4 0,2-3 314,1-3 0,0-4-370,4-7 1,-3-3 196,3-4 1,-5 1 114,2 3 1,-6-3 298,-2 2 0,-4 3-77,1 1 1,-2 3 1521,-1 4-1055,-5 2 0,-1 10 741,-1 2 0,-3 6-408,3 1 0,-3 5-475,-1-1 1,0 2-513,0 1 0,3 0-777,1 0 0,4-3 1148,-1-1 0,12-9 0,3 2 0</inkml:trace>
  <inkml:trace contextRef="#ctx0" brushRef="#br0" timeOffset="316">338 0 7964,'-10'0'1693,"-1"0"-362,5 5-695,2-4 1,5 8 315,2-2 1,5-1-387,6 1 0,6 5 91,4 6 1,4 2-233,-3 1 1,4 1-15,0 3 1,0 2-21,-1 5 0,1-1-141,-4 1 1,-1 1-137,-7 2 0,-3 3-136,-7 4 0,-2 4-203,-5-1 0,-1 2 251,-3-1 1,-2-4-1414,-4 1 0,-4-2 98,0-6 1289,0 0 0,-25 2 0,-7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46.05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0 380 7906,'4'3'-1183,"2"-1"887,-4 3 1,4-4 295,-1 2 0,1-2 0,11-5 0,3 0 0</inkml:trace>
  <inkml:trace contextRef="#ctx0" brushRef="#br0" timeOffset="377">124 205 7906,'0'-5'710,"0"0"-415,0 0 0,0-2 471,0 0 1,0 2 409,0 0-20,0 3-103,0-1-440,0 3 1,3 4-37,-1 3 1,1 5-164,0 5 0,-2 2 138,4 6 0,-3 1-120,0 3 1,0 1-267,0 1 0,-1 0-46,2 3 1,0-3-137,-1 1 1,4-2-4,-1-1 0,0-6-219,0-4 1,3-3-222,-3-4 0,6-2 244,-4-6 0,0 0 21,1-4 1,-4-2-44,6-3 0,-4 0 296,4-8 1,-2-1-116,-1-3 0,1-4-37,2-1 1,-1-3-64,3-1 1,-3-3-119,1 2 0,0 1-193,0 0 1,2-1 141,-2-2 0,1 4-422,-2 3 1,-1 0 214,2 5 0,-2 0-653,0 3 775,-1 2 1,-2 5-1160,0 5 1569,-4 1 0,-4 14 0,-5 3 0</inkml:trace>
  <inkml:trace contextRef="#ctx0" brushRef="#br0" timeOffset="727">299 15 7940,'-7'0'1371,"3"0"-1371,1 0 0,29 6 0,6 3 0</inkml:trace>
  <inkml:trace contextRef="#ctx0" brushRef="#br0" timeOffset="1052">657 51 7943,'-5'0'1176,"1"0"1,1 0-523,-2 0 0,3 1-333,-3 2 1,2 5-153,-1 6 0,0 5 2,-1 5 1,-2 9-86,2 6 0,-2 10-111,-3 4 0,5 3 90,-3 0 1,6-2-691,-1-6 1,3-4 265,0-5 1,3-8-802,2-4 0,4-8 7,0-4 1153,1-4 0,4-20 0,1-4 0</inkml:trace>
  <inkml:trace contextRef="#ctx0" brushRef="#br0" timeOffset="1241">752 285 12031,'8'7'880,"-1"2"-82,0 0 1,4 3-329,1 6 0,2 0-241,0 4 0,3 0-433,0 0 1,0-3-504,-2 1 1,0-1-1152,-1 0 0,0-1 1858,-2-4 0,-5 8 0,-3 0 0</inkml:trace>
  <inkml:trace contextRef="#ctx0" brushRef="#br0" timeOffset="1425">745 482 7938,'-7'-3'0,"-1"-1"0,4-6 1762,2 1 1,1-4-824,1 4 0,6-7-444,4 2 1,4-3-220,3 0 1,-1 1-1184,4-1 1,0 2-104,4 0 1,-1 1 1009,1 2 0,9 2 0,1 2 0</inkml:trace>
  <inkml:trace contextRef="#ctx0" brushRef="#br0" timeOffset="1719">971 0 9105,'3'5'1219,"-1"0"0,6 1-252,0 3 1,5 6-407,1 5 0,4 2 16,4 5 1,-3 1-217,1 9 0,-5-2-180,0 4 0,-5-2-14,-5 0 0,-1 0-134,-1 2 0,-2-2-522,1 2 0,-4-5 357,-3-2 0,-2-2-594,0-1 0,0-3 296,-1-2 1,1-2-2520,0-2 2949,-1-2 0,-2-26 0,-1-6 0</inkml:trace>
  <inkml:trace contextRef="#ctx0" brushRef="#br0" timeOffset="1917">1402 271 7897,'0'4'1584,"0"2"1,1-4-1064,1 3 0,3-4-69,5 2 1,-1 0-1120,3-1 0,4 1 413,3-3 0,2 0 254,1 0 0,26-13 0,6-3 0</inkml:trace>
  <inkml:trace contextRef="#ctx0" brushRef="#br0" timeOffset="2133">1431 387 7870,'-3'8'3899,"2"-3"-2680,-1-1 0,2-2-329,2 0 0,6 0-752,4 1 0,2-3 16,3 3 1,0-2-1792,2-1 1,3 2 1636,2 0 0,17 4 0,1-2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8:52.48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212 404 10396,'0'-4'1403,"0"-1"0,0-1-984,3-3-1,-3-2-166,2 0 0,-1 0-191,-1 0 0,0 0-164,0 2 0,-3-1-161,-1 4 0,-4-1 257,0 5 1,-4 2-183,-1 5 0,-2 4 10,-2 4 1,-1 3 379,3 6 1,-2-2 79,2 4 1,1-2 76,3 2 0,4-4-204,5-3 1,2-3 29,0 1 1,5-3-478,4-3 1,2-1 219,2-6 1,3-1-480,1-3 1,1-2 138,-1-5 1,1-1-45,-1-2 1,1-5 227,-1-2 1,2-2 73,-2-3 0,-1-1 214,-1 2 1,-3-2-109,-1-1 0,1-2 9,-4 0 1,1 1-11,-3 1 0,-2 1 65,1 1 0,-4 0-38,1 3 1,1 2-39,-1 4 1,0 0 57,-2 3 0,0-2 143,0 6-5,0 2 147,-3 3 1,3 7 4,-2 2 0,-1 6-84,1 5 1,-3 2 230,3 3 0,0 1-131,2 5 1,-1-1-150,-1 3 1,1-1-136,-1 1 1,2 4-302,2-2 1,2-2-902,2-2 1,4-2 597,0-3 1,0-2-717,1-6 0,0-6 609,2-7 1,-1-7 691,1-6 0,11-52 0,4-17 0</inkml:trace>
  <inkml:trace contextRef="#ctx0" brushRef="#br0" timeOffset="309">532 51 7868,'0'-9'231,"-2"2"57,0-2 1,0 2 1113,2 1 1,-2 1 90,0 1-604,0 3 0,2-1-361,0 4 1,0 2 96,0 5 0,2 3-222,0 5 0,1 3 72,-1 1 0,-1 3-173,4 3 0,-3 1-195,2 1 1,-3 2-44,2 3 0,-1-1 95,1 1 0,1-2-276,-2-2 1,3-1 154,-1-4 1,0-5-425,0-5 1,0-5 197,3-6 1,0-1-196,1-3 1,0-6 226,3-2 0,-2-9 257,1-2 1,2-7-322,3-2 1,-3-1-192,1-1 1,0 0-148,-2-2 1,1 0 225,1 0 0,-3 3-974,-2 1 1,-1 3 596,0 4 0,-3 2-1660,0 6 2369,-2 6 0,-11 22 0,-5 10 0</inkml:trace>
  <inkml:trace contextRef="#ctx0" brushRef="#br0" timeOffset="767">0 693 7868,'6'-1'536,"1"-1"0,0 0 181,2-2 1,3 2 316,6-2 1,6-1-483,4-1 0,5 2 26,3-1 0,4 2-354,1-1 0,2 1-11,-3 3 1,-1 0-555,-3 0 1,-2 0 303,0 0 0,1 0-765,-1 3 1,0-2 133,-2 3 668,-3 1 0,26 10 0,2 2 0</inkml:trace>
  <inkml:trace contextRef="#ctx0" brushRef="#br0" timeOffset="1276">109 994 7868,'-13'9'0,"0"-1"0,1 4 791,2 1 0,0 1-256,1 3 1,3-2-61,-1 2 0,4-2-230,3 2 1,0-2-162,0 2 1,1-6-40,3 0 1,1-4 124,6-3 1,0-1-243,2-3 1,-1-3 89,1-4 0,2-2 3,0-4 0,1-5-20,-1-1 0,-1-4-156,3-1 0,-2-4 56,2-2 0,-2 0-140,2-2 1,-2 2-84,0-4 1,-5 1-75,-1 1 0,-2 2 132,-1 0 1,-2 6 62,-2 0 1,-1 9 265,-1 4 1,-1 6-182,-1 3 1,-2 4 451,-2 3 1,0 5-190,2 3 1,-2 6 495,2 1-1,0 3-178,0 1 1,3 1-6,-1 0 1,1 1-267,1 0 1,0-1 57,0 1 1,3-1-850,1-2 1,5 2 385,1-4 1,2 0 211,1-4 0,20-16 0,5-6 0</inkml:trace>
  <inkml:trace contextRef="#ctx0" brushRef="#br0" timeOffset="1457">455 866 7868,'0'6'665,"0"1"1,0 0-200,0 1 1,0 0 391,0 3 0,3 2-377,2 2 1,3 0-145,3 0 0,-1 2-244,1 2 0,1-1-210,3 0 0,0-1-887,-2-2 1,0 0 625,0-2 1,0 0 377,-1 0 0,-2-3 0,0-1 0</inkml:trace>
  <inkml:trace contextRef="#ctx0" brushRef="#br0" timeOffset="1657">391 1129 7843,'-3'0'1833,"-3"-3"0,5-3-1177,-1-2 0,7-4-248,4-1 1,6-4-486,4-4 1,6-3-406,5-3 0,1 0-1427,1-1 1909,0 2 0,26-20 0,6-4 0</inkml:trace>
  <inkml:trace contextRef="#ctx0" brushRef="#br0" timeOffset="2001">1058 680 7843,'-2'3'2416,"0"1"-1035,-2-2-2442,2-1 1061,0 4 0,4-7 0,2 2 0</inkml:trace>
  <inkml:trace contextRef="#ctx0" brushRef="#br0" timeOffset="2615">1398 584 7831,'0'8'1113,"0"1"1,0 1-205,0-1 1,3 2 34,1 0 1,5 1-462,2 1 0,1 3-218,1 1 1,0 1-360,2 2 1,-1-1 126,4 0 0,-4 0-1159,1-2 1,-4-2 372,0-2 753,-3 0 0,-2 3 0,-3 0 0</inkml:trace>
  <inkml:trace contextRef="#ctx0" brushRef="#br0" timeOffset="2848">1334 891 7841,'0'-6'1831,"0"0"1,1-3-1116,1 1 1,5-6-371,6 1 0,1-4-122,6 0 0,-2-2-859,6 0 1,-3 0-238,2 0 1,-1-1-1862,1 1 2733,-5 3 0,4-3 0,-6 3 0</inkml:trace>
  <inkml:trace contextRef="#ctx0" brushRef="#br0" timeOffset="3141">1463 436 8646,'-4'-3'1550,"1"2"-1692,3-1-269,0 2 1,17 8 0,5 3 0</inkml:trace>
  <inkml:trace contextRef="#ctx0" brushRef="#br0" timeOffset="3443">1809 256 7851,'-3'4'721,"2"2"1,-4-2 51,3 5 0,-3 1 135,1 2 0,-2 8-434,0 3 0,-1 8 32,-2 8 0,0 7-371,-2 6 1,0 0 89,2 0 0,3-3-522,2 0 0,2-6 247,0-3 1,4-5-1065,2-5 0,4-5-36,1 3 1,1-8 1149,-1 1 0,8-8 0,0-1 0</inkml:trace>
  <inkml:trace contextRef="#ctx0" brushRef="#br0" timeOffset="3675">2072 308 7846,'-2'4'382,"0"0"0,-3-2 232,3 3 0,-2-3 515,2 2 0,-3 3-530,0 1 0,2 6 10,-1 1 0,0 6-397,0 3 0,-1 4 12,3 4 1,0 1-748,2 3 0,-3 0 397,1 0 1,0 1-399,2-3 0,0 1-326,0-3 0,0-3 850,0-1 0,-11-2 0,-4 0 0</inkml:trace>
  <inkml:trace contextRef="#ctx0" brushRef="#br0" timeOffset="3841">1879 616 7844,'0'-4'1873,"0"-2"-1452,0 2 1,1-2 576,1 0 1,2 0-579,2-1 1,6 1-500,0-1 1,8 1-56,-1-1 0,7 1-417,-1 0 1,2 1 550,-1 1 0,11 6 0,3-2 0</inkml:trace>
  <inkml:trace contextRef="#ctx0" brushRef="#br0" timeOffset="4110">2136 289 7830,'-4'0'1096,"2"2"1,-1 0-439,1 2 1,1 0-107,3 3 1,2 0-166,2 1 0,3 3-73,2 4 0,1 1-108,1 4 0,0 2 0,0 1 0,-3 6-57,-2 3 0,-4 5-157,-2 4 0,-4 3-705,-5 1 0,-3 0 452,-5 2 0,0 0-837,-3-2 0,1-3 496,2-8 1,0-1-223,2-8 0,3-2 824,1-8 0,-1-6 0,0-6 0</inkml:trace>
  <inkml:trace contextRef="#ctx0" brushRef="#br0" timeOffset="4359">2463 577 7827,'0'7'0,"0"-1"0,1-2 1371,1 1 1,-1-4-603,4 1 0,2 1-156,3-1 0,3 0-780,2-2 0,5 0-1554,3 0 1721,2 0 0,38-14 0,9-4 0</inkml:trace>
  <inkml:trace contextRef="#ctx0" brushRef="#br0" timeOffset="4627">2534 667 7797,'-4'4'3270,"1"-1"-2147,0-1 1,3 0-214,0 2 1,6-2-546,5 2 0,2-2-146,2 0 0,2-1-3353,4-1 3134,2 0 0,25-12 0,7-2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01.92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44 45 7844,'0'-6'4,"0"-1"461,-3 1 1,3-1 131,-2 1 0,0 0 805,0 2-338,1 1-354,-2 3-395,3 0 1,0 3-43,-2 1 1,1 5-65,-1 4 1,1 3 16,1 3 0,-1 6 35,-1 3 0,1 3-27,-1 1 1,2 3 13,0 1 0,0 5-236,0 1 0,0 2 53,0-1 1,-3-3-169,1-3 0,0-2 87,2-1 0,0-4-21,0-3 1,0-1 55,0-5 0,0 1-134,0-3 0,0-3 90,0-1 1,0-4 92,0-2 0,0-2 340,0-1-194,0 1 580,0-4-172,0 0 1156,0-3-1351,3 0 0,-2 0-92,4 0 1,-1 2 71,2 0 0,2 0-315,0-2 0,2 0 63,3 0 1,0-2-711,2 0 0,0-1 368,2 1 1,-1 1-1397,1-1 0,2 1 716,-2-1 1,1 1-1130,2-1 0,-2 4 1996,-1 2 0,13 8 0,1 1 0</inkml:trace>
  <inkml:trace contextRef="#ctx0" brushRef="#br0" timeOffset="358">19 0 7889,'-10'0'1453,"3"0"1,5 0-483,4 0 1,5 0-425,3 0 0,5 0-540,0 0 0,4 0 32,1 0 0,1 0-1153,0 0 1,2 0 380,3 0 733,0 0 0,16 3 0,5 0 0</inkml:trace>
  <inkml:trace contextRef="#ctx0" brushRef="#br0" timeOffset="808">384 180 7934,'-3'3'2003,"0"0"-794,-4-3-545,4 0-431,0 0 1,4 0 453,1 0 1,1 0-241,4 0 0,2-1-531,2-1 0,1 1-185,1-3 0,-1 2-315,-2 0 0,3 1-102,-3 1 0,0 0 354,1 0 0,-5 1 375,0 1 0,-4 2-184,0 2 1,-2 3 337,-2 2 0,-4 4-138,-5 2 1,-4 2 718,-2 0 0,-1 1-204,-2 1 0,1 1-1,0 2 0,2-1-84,0-2 0,4-2-194,1 2 1,4-5-270,1 1 1,4-4 142,3-2 1,1-1-751,4-2 0,-1-3 352,7-1 1,1-3-424,3-1 1,0 0-339,4 0 1,-4-1 989,5-3 0,15-18 0,5-8 0</inkml:trace>
  <inkml:trace contextRef="#ctx0" brushRef="#br0" timeOffset="1023">673 263 7917,'-4'0'1486,"-1"0"0,4 1 785,-1 1-1198,1-1 0,5 4-560,2 0 0,1 1-170,4 3 1,-1-1-429,3 5 1,0-2 148,0 4 0,0 2-818,0 0 0,-3-1 534,1 1 1,-1 0-1582,1 0 0,-2 1 1801,-3-3 0,-5-3 0,-2-3 0</inkml:trace>
  <inkml:trace contextRef="#ctx0" brushRef="#br0" timeOffset="1240">647 475 8658,'-3'0'3140,"0"-6"-2473,6-3 1,1-3-593,4-3 0,5-2 10,4-4 0,3 0-517,1-2 0,2 0 351,2-1 0,0 3-1349,-1 4 1,-2 1 1429,-3 3 0,-5 3 0,-2 1 0</inkml:trace>
  <inkml:trace contextRef="#ctx0" brushRef="#br0" timeOffset="1583">923 577 7346,'4'4'1101,"1"-2"1,-3-1-162,2-1 1,-2 0-170,2 0 1,1-1-312,1-1 0,0-2-497,1-2 1,0-1-223,2-2 0,-2-1-208,4-3 0,-2 3 220,1-1 0,-1 1-275,2-1 1,-4 0 309,-1 2 0,0 3-262,-4 2 644,0 2 0,-2 0-215,0 4 0,-1 3 886,-1 3 1,2 0-142,-3 3 1,1-3 37,-1 3 1,1 0-495,-1 1 0,3 3-335,-2 0 1,1 1-1597,1-1 0,0-1 1687,0 1 0,0-2 0,0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08.94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65 392 8942,'0'3'3734,"1"0"-2774,1-3 0,-1 0-458,4 0 0,-1 0-166,2 0 1,1 0-448,2 0 0,0-3-112,2-1 0,1-4-119,-1 0 1,0-6 95,0 1 1,-1-2-278,-2 0 1,-3 0 259,-1-3 0,-3 1-102,-1 2 0,-1-1 390,-3 1 1,-1 4-46,-6-2 1,-2 4 33,-2 1 1,-3 3-19,1 3 1,2 2 120,0 0 0,1 1 36,1 3 0,3 1 211,-1 6 0,4-3-39,0 3 1,4 0 127,3 2 0,0-1-22,0 1 1,0 0-78,3 0 0,2 0-212,4 0 1,2-1 65,0 1 0,1 0-165,1 0 1,0 0-152,2 0 0,-1-1-247,1-2 1,-4 3 134,0-3 0,-3 2-136,0 1 1,1 0 94,-3 0 0,-1 0 93,-5-1 1,-1 1-126,-3 0 1,-1 0 50,-6 0 1,2-3 60,-1-2 1,-2-3 39,-3-3 0,2-2 14,-2 0 1,1-1 25,1-3 0,1-3 73,-1-6 1,1-2 110,1 0 1,2-1-111,2 1 1,4 2-111,1-2 0,1 1-178,1 1 0,1 1-380,1 2 0,2-2-64,5 4 1,1-4 758,5 1 0,24-3 0,9-3 0</inkml:trace>
  <inkml:trace contextRef="#ctx0" brushRef="#br0" timeOffset="248">341 315 8672,'0'3'4250,"0"3"-3464,0-3 0,1 4-305,1-1 0,3 1-256,4 2 1,2-1-248,0 3 1,0 0-296,2 4 0,-2-2-147,4 2 1,-2 1-526,0-1 0,-1 1-1890,-1-1 2879,-2-2 0,-11 6 0,-2-3 0</inkml:trace>
  <inkml:trace contextRef="#ctx0" brushRef="#br0" timeOffset="431">328 481 7993,'-6'0'763,"-1"-2"0,4-2 183,1-2 1,2-1-355,2 1 1,2-4-723,4 0 1,5-2 151,4-1 1,3-2-1152,1 0 1,0-1 154,2 1 974,1 2 0,16-12 0,3 2 0</inkml:trace>
  <inkml:trace contextRef="#ctx0" brushRef="#br0" timeOffset="768">623 430 7959,'-6'0'0,"-1"0"1256,1 0 1791,2 0-1553,1 0-1094,12 0 0,-3 0-663,7 0 1,0 0 210,2 0 1,0 1-169,-2 1 0,-2-1 200,-1 1 1,0 1-229,1-1 0,-3 3 141,-3-1 1,-2 2 200,-3 3 1,-1 1 25,-1 3 0,-3 0 65,-3-1 1,-3 3 68,-4 0 0,2 3-6,-2-4 0,2 1 62,2-5 1,2 2-76,3-4 0,0 1-143,2-3 1,1 1-66,3-1 1,0-2-187,3 1 1,0-3-244,4 2 1,2-2-463,1 0 1,0-2-554,1 0 1,2 0 153,2 0 1263,0 0 0,6-8 0,3-3 0</inkml:trace>
  <inkml:trace contextRef="#ctx0" brushRef="#br0" timeOffset="1323">758 13 10835,'9'0'1974,"2"0"0,2-2-1789,2 0 0,1-2 11,3 1 0,3 1-290,2 2 0,-1 1 117,0 1 0,-3 0-744,-1 2 0,-2 0 435,-2 3 1,-4 1-443,0 1 0,-6 0 301,-3 0 0,-1-2 198,-1 4 1,-1-1 538,-1 1 1,-1 1-213,-1-1 1,-2 1 448,2 3 0,-2 1-271,0 1 0,1 2 205,1-2 1,3 3-153,-2 2 0,3 1 38,0-1 0,0 0-181,0-1 0,0 1-16,3 3 0,0-3-74,4 4 1,-1-3-210,0 1 1,1 2-189,-1-1 1,-2 0 181,1 1 1,-1 0-267,2-3 0,-2 2 168,-2 1 1,1-1-193,-1-2 0,0-2 90,-2-3 1,0-3 22,0-2 1,-3-1 155,-1-1 1,-2-3 143,0-3 1,-3 0 227,-2-3 0,-1 0-159,-1-2 1,2 0-165,1 0 1,-2-3 81,-3-1 1,4-2-1141,-2 0 1,2-3 1148,1 1 0,0-15 0,4-1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15.39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0 152 7959,'0'-14'123,"0"0"1,0 1 0,0 1 0,0 2 465,0 0 1,0 1 137,0 2-583,0 3 0,0 0 329,0 2-818,0 1 332,0 4 1,0 5 16,0 5 0,1 4-155,1 1 1,0 5 36,3 2 0,-4 3 459,1 2 0,-1 1-130,-1 3 1,0 3 291,0 2 0,0 6-191,0 6 1,0-2-115,0 6 1,0-2-58,0 2 0,2 0-271,1 0 0,1-6 49,-1-4 0,0-6 110,-1-5 1,-1 1-149,4-3 0,-4-1 32,2 1 0,-2 0-33,-1 2 0,0 1 48,0 2 0,0-2-140,0 1 1,0 2 59,0-2 0,0-1 47,0-3 0,0-4 215,0-1 1,0-2-109,0-5 0,0-2 32,0-2 1,0-4-72,0-1 1,0-5 178,0 1 1,0-1 67,0 0-62,0-2 90,0 2 0,0-4 119,0 2 269,-4-2-129,4 1-225,-3-3 732,3 3-119,0-2-155,-3 2-217,2-3-152,-2 0-217,3 0 279,3 0 0,1 0-68,3 0 1,-1 0-275,1 0 1,2 0 86,1 0 0,2 0-766,2 0 1,1 0 34,3 0 0,0 0-210,3 0 0,-1 0-304,1 0 0,2 0-2303,0 0 3376,3-3 0,1-10 0,4-5 0</inkml:trace>
  <inkml:trace contextRef="#ctx0" brushRef="#br0" timeOffset="432">42 42 8103,'-7'-1'1832,"3"-1"-604,-2 1-378,5-2 0,1 1-338,5 0 0,4-1-127,5 3 0,3 0-223,4 0 0,2 0-623,2-3 0,6 3 461,3-3 0,34-7 0,11-1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18.71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18 123 7952,'-7'0'944,"3"0"1338,-1 0-831,4 0-522,7 0 1,2 0-738,8 0 1,-1 0 28,1 0 1,2 0-1223,2 0 0,2 0 290,1 0 711,-2 0 0,39-3 0,6 0 0</inkml:trace>
  <inkml:trace contextRef="#ctx0" brushRef="#br0" timeOffset="348">436 14 7952,'4'3'3343,"2"-2"-2451,-1 4 1,1 0-341,1 4 0,3 0-176,1 2 1,3 3-950,2 2 0,-1 2 464,3-2 1,0 3-1383,0 0 0,1-2 1491,-3 1 0,3 10 0,-1 4 0</inkml:trace>
  <inkml:trace contextRef="#ctx0" brushRef="#br0" timeOffset="581">491 267 8552,'-3'-6'1187,"-1"-1"-160,4 0 0,1-3-410,2-1 1,3-5-208,6 0 1,3-3-335,1 1 0,4-1 110,0 1 1,2-3-909,3 1 1,-3 1 256,1-1 465,-2 4 0,-3 2 0,-2 4 0</inkml:trace>
  <inkml:trace contextRef="#ctx0" brushRef="#br0" timeOffset="959">766 329 11797,'0'-7'952,"3"0"1,0 1-912,4-1 0,2-2-628,1-1 0,1-2 381,-2 1 1,3 0-273,-3 0 0,2 2 240,-2 0 1,0 2 168,-2 0-154,0 3 676,0 1 1,-1 4-66,-1 1 1,-2 4 93,-3 3 1,0 3 47,0 0 0,0 1 308,0 0 0,0 1-874,0 0 1,0 0 85,0 2 1,0-1-2858,0 1 2807,0-2 0,3 0 0,1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20.7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15 289 7881,'-7'3'2889,"3"0"1,1-2-2371,3 2 0,6-3-50,3 3 1,4-3-442,3 0 1,2 0 47,2 0 0,1 0-1390,2 0 1,1 0 287,1 0 1026,2 0 0,3 0 0,5 0 0</inkml:trace>
  <inkml:trace contextRef="#ctx0" brushRef="#br0" timeOffset="267">159 193 7881,'-4'3'-136,"0"-2"1338,2 4 1,1-3-507,-1 3 1,1-1 55,1 3 1,0 0-302,0 0 0,0 3-506,0 1 1,2 4-81,0 1 0,3 3-23,-3 0 0,3-2-369,-3 1 1,3 0 526,0 0 0,7 2 0,3-2 0</inkml:trace>
  <inkml:trace contextRef="#ctx0" brushRef="#br0" timeOffset="593">597 7 8932,'4'-3'3485,"-1"3"-2409,-3-3-900,-3 3 0,-3 0-90,-3 3 0,-1 3-192,1 3 0,1 3 134,-4 0 0,1 0-150,-3 2 0,1-1 69,2-1 0,-2 1-12,4-2 1,0 1-52,2 0 0,3-3-7,2-2 0,1 0-1,1 0 1,3 0 48,2 0 0,2-3-126,2 1 0,2-4-69,2 2 0,2-3-363,1 0 1,-1 0-515,3 0 1,-2 0 1146,3-3 0,11-16 0,6-7 0</inkml:trace>
  <inkml:trace contextRef="#ctx0" brushRef="#br0" timeOffset="792">625 76 7881,'-7'0'626,"0"1"173,0 1 0,3 0-103,-1 2 1,4 1-247,-2 2 0,3 3-324,0 1 0,0 5 88,0 2 1,0 5-450,0 2 1,3 1-259,1-1 0,2 1-529,1-3 0,1 0 1022,1-3 0,11 10 0,5 2 0</inkml:trace>
  <inkml:trace contextRef="#ctx0" brushRef="#br0" timeOffset="984">796 179 7881,'-6'7'2415,"2"0"0,1-1-1366,3 1 0,0 0-589,3 0 0,1 3-196,5 1 0,0 2-1014,2 1 0,1 0 537,1-1 1,1 1-461,0 0 1,0-1 483,2-2 1,-1 0 188,1-2 0,-2-1 0,0 2 0</inkml:trace>
  <inkml:trace contextRef="#ctx0" brushRef="#br0" timeOffset="1175">762 357 7881,'-7'-7'2787,"1"0"-2004,1 1 0,2-4-300,3-2 0,6 2-263,4-2 1,5-2-51,3-2 0,3 0-356,5 0 0,-1 0-531,4-2 1,0 4 716,1 0 0,11 0 0,4 4 0</inkml:trace>
  <inkml:trace contextRef="#ctx0" brushRef="#br0" timeOffset="1477">1119 302 7881,'-11'3'1338,"1"-2"1860,3 2-2326,3-3 1,3-1-420,5-1 1,2-1-436,5-1 1,1-3 76,1 3 1,1 0-488,0-1 1,-3 3 190,1-2 1,-4 2-104,1 0 324,2 1-50,-4 1 0,0 3 369,-5 2 1,-4 4-197,-2 2 0,-3 2 867,-2 1 0,-2 3-361,-3 1 0,3-1 227,-1 2 1,4-4-582,-1 1 1,4-2-428,3 0 0,1 0-355,1 0 0,4-4-596,3-1 0,3-2-3408,4-2 4491,-1-2 0,16-9 0,4-2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23.5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25 1330 7871,'-3'0'0,"-4"0"0,4 1 1990,-1 1-784,-2-1-653,5 2 1,1-3-170,5 0 1,4 0-536,5 0 1,3 0-352,3 0 1,4 0-1539,1 0 2040,2 0 0,22 0 0,5 0 0</inkml:trace>
  <inkml:trace contextRef="#ctx0" brushRef="#br0" timeOffset="251">375 1241 7877,'0'4'2024,"-3"-1"-785,2-3-813,-2 3 0,5 1 126,2 3 0,2 2-270,5 0 0,0 4-302,3 1 1,3 0-716,1 4 0,0 0 466,0 0 0,-2 1-1955,2-3 2224,-2 3 0,3-1 0,-1 2 0</inkml:trace>
  <inkml:trace contextRef="#ctx0" brushRef="#br0" timeOffset="492">416 1522 7877,'-7'0'1110,"0"-3"1,4-1-469,0-2 0,3-2-53,3-1 1,1-3-411,5-4 1,3 1-464,4-3 0,1 2-730,4-2 1,-1-1 546,1-1 0,0 2-710,-1 2 1177,1 2 0,5-6 0,3-1 0</inkml:trace>
  <inkml:trace contextRef="#ctx0" brushRef="#br0" timeOffset="810">684 1570 7877,'0'4'1769,"0"-1"0,0-4-1407,0-1 0,3-2-645,4-3 0,1 0 241,3-2 1,-2 0-582,3-2 1,-1-1 424,3-1 0,0-3-49,-1 0 1,0 0 159,-1 5 1,0-1 19,-3 3 3,0 0 566,-5 5 0,-1 4 345,-3 4 0,0 3-360,0 2 0,0 3-80,0 4 1,0 1-156,0 4 0,0-3-1073,0 0 1,1-2 283,1 3 537,-1-4 0,17 5 0,1-3 0</inkml:trace>
  <inkml:trace contextRef="#ctx0" brushRef="#br0" timeOffset="1110">1109 1399 11081,'-4'3'3068,"2"-2"-2675,4 1 1,2-1-507,6-1 0,1 2 197,5 0-84,2 1 0,39-3 0,9 0 0</inkml:trace>
  <inkml:trace contextRef="#ctx0" brushRef="#br0" timeOffset="1612">1541 1317 9204,'0'4'933,"0"1"0,2-1-326,0 3 0,4 0 134,1 0 0,1 3-512,3 1 0,1 2-393,4 1 0,0 0-1317,2-1 0,0 1 279,0 0 1202,2-1 0,-3 10 0,4 2 0</inkml:trace>
  <inkml:trace contextRef="#ctx0" brushRef="#br0" timeOffset="1801">1520 1495 7884,'-3'-7'0,"2"0"0,-2 0 796,3-3 1,2 0-351,2-1 0,4-2-205,6 2 1,3-3-476,4-2 1,2 4-596,5-2 0,-1 3 829,1-1 0,27-1 0,6 3 0</inkml:trace>
  <inkml:trace contextRef="#ctx0" brushRef="#br0" timeOffset="2094">1849 1467 7884,'-4'0'728,"-2"0"1052,2 0-720,1 0-455,0 0 1,6-3-629,1-1 0,5 0 96,0-1 1,3 4-258,-1-1 1,2-1 158,-2 0 0,1 1-389,-3 2 1,1 2 177,-4 1 0,-2 4 12,-2 0 1,-1 2 132,-1 0 1,-1 2 167,-1 3 0,-2-1 328,-2 1 1,-4 0-177,1 0 0,1-1 25,3-2 0,0 1-45,3-3 1,-1 0-256,3-2-334,0 3 0,6-3-583,1 0 1,5-3 962,1-4 0,23-16 0,7-3 0</inkml:trace>
  <inkml:trace contextRef="#ctx0" brushRef="#br0" timeOffset="2571">2034 1138 7884,'0'-7'397,"-2"3"-278,0-1 0,-3 1 1090,3-3 0,0 2-461,2 1 1,3-1-234,1-2 0,5 1-449,0 2 1,2-2-345,-2 4 0,1 0-13,-4 2 0,1 0 253,0 0 1,-1 1-317,-1 1 1,-2 4 217,-3 3 1,-1 1-129,-1-1 1,-2 1 175,-3 1 0,0 0 260,0-2 1,1-1-15,-1 1 0,0-1 231,0-2 0,2 1-45,1-3 1,2 2-71,0-1 1,1-1-86,1 0 0,1-2 37,1 0 0,4 1-185,4-1 1,2 1-57,-1-3 0,3 0-161,2 0 1,-1 0 96,3 0 1,-2 0-140,0 0 0,-2 0 104,0 0 0,-4 2 88,0 0 1,-5 4 123,0-2 1,-4 4-85,1 2 1,-4 1 82,-3-2 1,-4 1-85,-2-1 1,-2-2-16,-1 0 1,1 0-166,-1-3 1,0-1-282,0 0 1,1-3-235,-1 0 0,0 0 682,1 0 0,2-21 0,1-6 0</inkml:trace>
  <inkml:trace contextRef="#ctx0" brushRef="#br0" timeOffset="3486">2240 14 7898,'4'-3'1267,"2"1"-667,-1-2 0,1 2-201,4 0 1,1 1-127,5 1 1,2 0-31,2 0 1,4 0-193,1 0 1,2 0 123,0 0 0,0 3-343,1 2 1,-5-1 11,-2 0 0,-3 1-179,-5 2 1,-2-2 100,-2 2 0,-2-2-99,-3 4 0,0 0 229,-4 0 1,-1 1 9,-2 4 0,2-3 398,-4 1 1,4-3-138,-1 2 0,0 1 121,0 2 1,1 2 42,-1 0 0,1 3 138,1-1 0,0 3 133,0 4 1,0 1-186,0 6 1,0 1-144,0 4 1,-1 2-45,-1 4 0,1-1-8,-1 1 1,1 0 7,1 0 0,0 1-294,0 4 1,0-8-7,0 1 1,0-2-38,0-2 1,0 0-283,0 0 0,2-5 175,1 3 1,1-3-155,-1 3 1,2 2 118,-1 2 0,-1 1-109,0-2 1,0 3 105,-1-2 0,0 1 132,-2 1 1,3-5-60,-1-2 0,0-5-15,-2-1 0,0-4 429,0-3 0,0-7-114,0-3 1,0-1 296,0-1 1,0-2 44,0 3-330,0-3 1,-1 0 2,-1 0 1,1 0 70,-1 0 1,1-3-21,1 1 1,0-1-63,0 3 0,0 0 206,0 0 1,0-3-71,-3 1 1,2-1 41,-4 0 1,3 2-55,-3-4 0,1 3 69,-3-3 1,0 2-132,0-1 0,-3 1-102,-1-1 0,-2 1-170,-1-2 0,-3 3 109,-1-3 0,-2 3-762,0-3 1,-1 3 394,1-3 0,-1 0-1375,1-2 1,2 0 162,2 0 1555,5-3 0,10-10 0,5-5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28.42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7 341 7956,'3'4'1104,"-1"0"67,2-2 1,-1-1-547,1 1 0,3-1-531,2-1 1,4 0 29,1 0 1,0 0-2909,5 0 2784,-1 0 0,24-6 0,5-2 0</inkml:trace>
  <inkml:trace contextRef="#ctx0" brushRef="#br0" timeOffset="226">0 533 9890,'1'-3'1151,"1"0"1,2 3-762,3 0 0,4 0-1901,2 0 1511,4 3 0,37 13 0,9 6 0</inkml:trace>
  <inkml:trace contextRef="#ctx0" brushRef="#br0" timeOffset="3846">523 392 8543,'-6'3'3537,"2"-3"-2891,1 3 1,4-3 15,1 0 0,2 0-242,5 0 0,1 0-335,3 0 0,2 0 70,3-3 0,1 3-2052,2-2 1897,-1-2 0,36 0 0,6-2 0</inkml:trace>
  <inkml:trace contextRef="#ctx0" brushRef="#br0" timeOffset="4228">850 187 10903,'1'-4'1580,"1"2"1,2 1-1109,5 1 0,1 0-202,3 0 0,0 0-33,2 0 0,2 2-1087,2 0 0,-3 3 360,-1 0 1,-2 1 56,-2 3 1,-5 1 329,-4 3 0,-2 2-15,-2 2 1,-5 5 312,-6 1 0,-3 1-97,-3 1 1,1-3 10,1 4 0,-1-5 21,3 1 0,2-4 70,2-1 1,4-5-209,1 1 0,2-4-196,4 2 1,0-3-621,0 0 1,4-1 410,2 0 0,3-2 413,4 0 0,17-11 0,4-5 0</inkml:trace>
  <inkml:trace contextRef="#ctx0" brushRef="#br0" timeOffset="4461">1126 289 7915,'-4'0'1505,"1"0"-1167,1 0 1,1 1 891,-1 1 0,1 0-562,1 2 1,5 0 191,2 2 1,3 4-320,1 0 0,1 3-463,1-1 1,0 1-321,0 0 0,-1 2-398,1 0 1,0 0-214,0-2 0,-1 0 584,-1-1 1,-1 1 268,-2-3 0,-12-1 0,-1-2 0</inkml:trace>
  <inkml:trace contextRef="#ctx0" brushRef="#br0" timeOffset="4669">1107 514 7909,'-5'0'1341,"1"0"0,3-3-606,-1-1 0,1-3-24,1-1 1,6-2-250,2-3 1,4-2-721,3 0 1,2-3-258,5 1 0,1-2-454,2 0 1,1-1 968,0 0 0,16-9 0,5 2 0</inkml:trace>
  <inkml:trace contextRef="#ctx0" brushRef="#br0" timeOffset="4979">1376 578 7908,'-6'3'0,"2"0"3970,-2-3-1896,6 0-1525,3-3 1,1-1-570,4-4 1,2 0-643,1-3 0,-1 0 290,1-1 0,-1-1-372,3 0 0,-1 1 431,-1 1 1,-2 2 139,-2 2 1,-2 1 368,0 0 0,-2 2-305,-1 2 0,-1 2 1045,1 2 0,-2 4-343,-2 2 1,1 4 50,-1-2 1,-1 5-430,1 2 0,0 0-421,2 0 1,0-1-326,0 1 0,0 1 407,0-3 1,0 0 123,0-2 0,9-6 0,1-1 0</inkml:trace>
  <inkml:trace contextRef="#ctx0" brushRef="#br0" timeOffset="5304">1562 33 7883,'0'-4'1766,"0"-2"1,0 3-731,0-4 1,3 3-547,1 0 0,4 2-79,1 0 0,1 2-782,-1 0 1,2 0 319,-3 0 0,3 0-436,-3 0 1,1 0 302,-3 2 0,0 2 348,-2 2 0,-1 2 69,-3 0 1,-1 0 77,-1 3 0,-2-3 178,-4 3 1,0 1 674,-3 1 0,1 1-70,-1-3 0,2 1-510,3 1 1,0-1-758,2-1 1,1 0 174,3-3 1,1 1-1533,1-3 1,2 3 394,4 0 1135,2-4 0,18-2 0,2-3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09:37.34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75 12206,'3'-4'1076,"2"1"-705,5 3 1,3-3-343,4 1 0,2-1 106,3 3 1,1-2-1189,2-1 1,1 1 280,1 2 772,2 0 0,14-7 0,7-1 0</inkml:trace>
  <inkml:trace contextRef="#ctx0" brushRef="#br0" timeOffset="315">186 1 7982,'-4'11'442,"-3"0"1,6-3 7,-1 2 0,1 3-165,1 4 1,-3 2-885,1 3 1,-1 0 239,3 1 359,0-1 0,0 3 0,0 2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10.62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114 266 7913,'5'0'4957,"1"0"-4203,-1 0 0,2 0-326,1 0 0,2-3-500,0 0 1,3-2 93,0 0 1,-1-3-238,0-2 0,0 1 81,1-4 0,-2 0-45,-4-2 0,0-1-362,-2-2 0,1 2 175,-4-5 1,0 5-81,-4-2 1,-3 2 86,-5 1 0,0 0 252,-2 3 1,-1 2-42,-2 5 1,0 1 457,0 4 0,-1 1 128,1 2 1,1 1 336,1 3 1,3 1-137,5 0 1,-1-1-250,4 1 1,-1 3 313,3 1 0,1 0-223,2 1 1,-2-1-17,4 4 1,0-1-181,3 0 0,2 1-40,0 2 0,1-2-269,-1 1 0,-1 0-317,4 1 0,-4-2-376,1 1 1,-1-1 414,-2 0 1,-2 1-82,1 1 0,-5 0 68,2-3 0,-2-3-128,-1 1 0,-4-4 55,-1 1 1,-4-1 324,-1-2 1,-4-2-28,2-3 1,-3-1 85,0-1 0,-1-3-171,-1-2 0,1-3 53,-2-2 0,2 1 23,1-4 1,0 0-21,3-2 1,1 3 192,3-1 1,4 3-142,1-3 1,3 3-225,0-3 0,4 4-221,3-1 1,4-1-1066,5 1 1577,2-3 0,49-19 0,14-9 0</inkml:trace>
  <inkml:trace contextRef="#ctx0" brushRef="#br0" timeOffset="242">417 167 7913,'-4'3'0,"-3"-2"0,4 3 2119,-2-1 0,2 1-1021,3 4 0,1-1-39,1 1 0,3 3-499,5 1 0,-1 0-672,4 1 0,0 0-344,2 2 1,0 0-530,0 0 0,-2-1 8,-1-1 1,0 0 643,1-3 1,-1 1 332,-2 0 0,-9 0 0,2 4 0</inkml:trace>
  <inkml:trace contextRef="#ctx0" brushRef="#br0" timeOffset="431">334 356 9764,'-4'0'1085,"1"-3"0,2-1-654,1-4 1,7 0 9,3-2 1,5-2-528,2-3 0,5 0-758,3 0 1,4-1-1677,-1-2 2520,-2 2 0,27-13 0,3 1 0</inkml:trace>
  <inkml:trace contextRef="#ctx0" brushRef="#br0" timeOffset="756">683 349 11286,'-5'-1'1556,"3"-1"0,2 1-1142,2-2 1,5 2-409,3 1 1,1 0 67,-1 0 1,0 0-681,2 0 0,-2 0 262,3 0 1,-4 0-50,1 0 1,-2 1 407,-3 2 1,-2 1-190,-3 3 1,0 2 560,0 1 1,-1-1-246,-4 4 1,0 0 496,-6 5 0,0-2-261,1 2 1,-2 0 249,2 0 0,0 0-284,2-3 1,4 0-326,1 0 0,2-2-730,1-1 1,0-2 463,0 0 1,4-3-467,1-2 0,2-1 328,3-4 0,0 0 385,2 0 0,18-17 0,6-4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14.26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8 167 10982,'1'7'806,"2"-2"1,1 2-179,4-2 0,0 5-174,2 2 0,2 3-573,3 0 1,1 2-342,2 1 0,-2 3-494,1-1 1,1 2 953,-3 1 0,2 10 0,-5 2 0</inkml:trace>
  <inkml:trace contextRef="#ctx0" brushRef="#br0" timeOffset="225">1 470 9537,'3'-7'1015,"1"-2"-561,4-1 1,4-2-151,3-3 1,4-3-653,6-3 0,2-3 36,4-1 0,-1-1-133,0 0 0,0 4 445,-2-1 0,1-3 0,-2 2 0</inkml:trace>
  <inkml:trace contextRef="#ctx0" brushRef="#br0" timeOffset="527">311 531 7902,'-4'4'2358,"-2"3"-1531,5-6 1,-2 2-299,6-3 0,3-3-421,5-3 1,2-1 60,0-3 0,1-2-793,1-3 1,0 2 221,0 1 0,1-1 31,-1-2 1,-3 4 682,1 3 0,-6 2-144,0 3 0,-3 0 268,1 3 0,-4 6-235,2 2 0,-6 7 662,-2 0 0,1 3-263,-1 0 1,3-2-494,-4 1 0,5-1-390,-2-1 0,2 1-511,1 2 0,0-4-2720,0 1 3514,0-5 0,14 1 0,3-4 0</inkml:trace>
  <inkml:trace contextRef="#ctx0" brushRef="#br0" timeOffset="759">713 258 7873,'-3'4'2647,"1"0"-1456,-3-4 585,3 0-1327,-1 3 1,6-2-265,2 1 0,3-1-1562,2-1 1,4 0 1376,4 0 0,30-3 0,5-1 0</inkml:trace>
  <inkml:trace contextRef="#ctx0" brushRef="#br0" timeOffset="1295">1122 228 7870,'0'4'2389,"0"-1"1,4-6-1717,1-2 0,1-3-477,2-2 0,0 1-525,-1-4 1,2 0 267,1-5 1,-2 1 183,2-3 0,-4 3-826,-1-1 0,-3 2 155,0 1 1,-2 1 260,-6 1 1,1 3 9,-8 5 0,0-1 241,-2 4 0,-2-1 321,-1 3 1,3 0 165,2 0 1,5 1 505,0 2 0,1 1 232,5 3 0,-1 2-548,3 1 0,0 2 16,0 3 0,0 0-259,0 0 1,3 3-179,-1 0 0,4 2-44,-1-3 1,5 4-154,0-4 1,3 4 52,0-4 1,1 0-146,1-4 1,-2 1-173,-1-1 0,-2-2 147,0-1 0,-3 1 32,-2-1 0,-1 0 52,-4-3 0,-1 2 16,-2 1 1,-3-3-5,-4 3 1,-4-6 33,2 4 1,-3-6-71,0 1 1,-3-3-112,1 0 0,-4 0-116,4 0 0,-1-2 65,3-1 1,3-5-120,2 0 0,2-1 47,3 2 1,2-2-290,3-1 0,1 2 124,1-2 1,3-2-942,6-1 1,1 1 162,6 0 1211,1-1 0,51-16 0,12-3 0</inkml:trace>
  <inkml:trace contextRef="#ctx0" brushRef="#br0" timeOffset="1538">1388 167 7851,'-8'8'1345,"0"-1"261,1 1 0,2-3-264,0 0 0,3 0-684,-1 2 0,6 1-207,2 0 1,2 0-112,0 2 0,3 2-297,1 3 1,1-1 107,-2-1 1,4 1-1156,-2-1 1,0 1-154,1 1 1,-3-2 1156,3 0 0,-4-1 0,2 3 0</inkml:trace>
  <inkml:trace contextRef="#ctx0" brushRef="#br0" timeOffset="1738">1319 394 7804,'0'-4'2727,"-2"-3"-1988,-1 2 0,1-2-42,2-3 1,1 0-250,1-2 1,6-1-610,4-2 0,6-4 162,2-1 1,5 1-808,0-1 0,6-3 188,-1-2 1,2 0 617,-5 5 0,9 2 0,0 2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18.53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8 205 7950,'-4'-3'2193,"1"2"-1666,3-6 1,2 6-159,1-4 0,3 3-129,-1-1 1,4 3-125,1 0 1,1 0-159,-1 0 1,-1 0 101,1 0 0,1 0-180,-1 0 1,-1 3-100,-4 2 1,1 2 126,-3 0 1,-1 2 268,-2 1 1,-1 2-111,-1 3 1,-2 0 201,-4 0 0,-3 3 21,-2-1 0,2 4-80,-2-4 1,4 1-46,-1-3 0,-1 2-29,4-2 0,-2 1-477,7-6 1,-1 0 219,3-2 1,1-1-696,2-2 1,4-2 389,6-3 1,1 0-1662,1 0 2087,4-3 0,37-32 0,13-10 0</inkml:trace>
  <inkml:trace contextRef="#ctx0" brushRef="#br0" timeOffset="255">349 1 7950,'-7'0'1413,"-1"0"0,2 1-643,1 1 0,1 0 366,4 3 1,1 0-503,2 2 0,1 4-165,3-1 1,2 2-231,1-2 0,2 4-254,3-2 0,0 3-861,0 0 0,1-2 641,2-1 1,-2-2-1358,1 3 1,-1-1 780,0 0 1,-5 0 810,-1-2 0,-4 15 0,-3 7 0</inkml:trace>
  <inkml:trace contextRef="#ctx0" brushRef="#br0" timeOffset="463">327 273 7950,'-4'-7'0,"4"3"0,-4-4 864,4 1 1,1-2-287,2-4 0,4 1-107,6-3 1,2-3-411,3 0 1,1-3-355,4 1 1,2 1-848,0-1 0,1 4 285,0 0 855,-3 5 0,13 0 0,0-1 0</inkml:trace>
  <inkml:trace contextRef="#ctx0" brushRef="#br0" timeOffset="782">592 380 7950,'-3'4'1961,"2"-1"1,-2-4-1490,6-1 1,1-2-128,4-4 1,2-3-322,3-2 0,1 2-72,-2-2 0,3 0-253,-3-2 1,2 3-66,2-1 1,-4 4 298,1-1 1,-4 2 376,1 3-343,-1-2 0,-4 6 835,0-1 0,-4 4-379,2 3 1,-2 3 544,-1 2 0,-3-1-331,1 4 1,-2 0-228,2 2 0,1 0-593,-2 0 0,3 3 211,0-1 0,0 4-1542,0-4 1,0 1 406,0-3 1107,0 0 0,6 4 0,3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21.65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0 537 7939,'9'-1'692,"0"-2"1,0 2-209,0-2 0,1 2-598,2 1 1,3-3-178,6 0 1,-1 0 290,3 3 0,29-3 0,10-2 0</inkml:trace>
  <inkml:trace contextRef="#ctx0" brushRef="#br0" timeOffset="675">564 519 7933,'0'5'827,"0"3"0,0-6 748,0 4-452,0-4 1,2 2-640,4-4 1,-1 0-230,7 0 1,2-4-405,1-2 0,0-2 212,3-1 0,-2-3-584,5-3 1,1-2 328,-2-1 1,1 0-5,-3 0 1,-1 0 68,-2 0 0,-5 0-241,-4 1 0,-4 0 127,1 2 0,-4-1 136,-5 4 0,-1 0 50,-8 3 0,-1 1 182,-5 2 1,1 2 122,-3 4 0,2 0-98,-3 0 1,3 3 477,-3 0 0,4 4-282,-1-1 1,7 2 296,2 1 1,3 0-21,3 0 1,-1 3 119,4 0 0,1 1-283,5-1 0,-1-1-69,4 3 1,1-2-402,5 3 1,2-1 104,3 1 0,1 2-326,0-2 0,0-1 217,0 1 0,0-3-538,0 2 1,-1 1 181,-3 3 1,-1 0 21,-4 0 0,-4 3 48,-2 0 1,-2 3 51,-1-4 1,-1 4 200,-2-3 0,-5 0-126,-4-3 1,-2-4 303,2-2 1,-4-2-51,1-1 1,-1-4 260,1-2 1,-2-2-108,2-1 1,-1-4-11,1-2 1,3-5-139,3-1 0,1-4-104,2 1 1,-1-2-587,4-1 1,0 3 293,3 0 1,1 0-957,2-2 1,3-1 52,6 0 0,-1 3-1286,3 0 2496,1 0 0,43-23 0,10-4 0</inkml:trace>
  <inkml:trace contextRef="#ctx0" brushRef="#br0" timeOffset="959">939 493 9741,'-5'4'3618,"2"0"-2683,6 2 0,2 3-460,4-1 0,1 2 4,2 5 1,-1 0-954,4 3 0,0 0 343,3 0 0,-1 1-1515,1 2 1,-1-3 955,-2 3 0,1-2 690,-4-1 0,-8 20 0,-5 5 0</inkml:trace>
  <inkml:trace contextRef="#ctx0" brushRef="#br0" timeOffset="1166">921 716 7855,'-5'-9'1325,"2"0"1,2 0-522,1 0 0,4-2-252,2-1 0,6-4-476,3 1 1,5-2-312,1-1 0,7 0-539,-2 0 1,7 3 194,0 0 579,-2 5 0,23 5 0,3 6 0</inkml:trace>
  <inkml:trace contextRef="#ctx0" brushRef="#br0" timeOffset="1467">1297 645 7855,'-9'4'1470,"4"-3"0,-3 3 514,2-4-1420,2 0 1,1 0-222,6 0 1,2 0-119,4 0 1,0 0-188,0 0 1,1 0-291,2 0 1,-2 0-405,1 0 1,-1 0-480,-1 0 784,0 0 0,-4 4 338,-2 2 1,-2 1-148,-1 2 1,-2 4 670,-4 2 1,-1 2-308,-8 1 0,3 0 501,-2 0 0,3 3-287,-1 0 1,2-4-43,1-2 1,3-1-733,0 1 0,4-2 291,-1-4 1,6-3-1259,3 0 0,3-4 646,3 1 0,-1-3 677,4-3 0,31-38 0,12-13 0</inkml:trace>
  <inkml:trace contextRef="#ctx0" brushRef="#br0" timeOffset="1869">1744 1 7836,'-9'0'1032,"0"0"0,0 0-570,0 0 0,0 0-191,0 0 0,0 1-313,0 2 0,-1 2 1,-2 4 0,2 1-84,-1 2 0,5-2-23,3 2-78,2-3 0,1 0 137,0 0 0,4-1 64,2-2 0,5 1 20,4-4 1,2 0-16,1-3 1,0 0-156,0 0 1,1 0 98,2 0 0,-2 0 76,1 0 0,11-8 0,2-2 0</inkml:trace>
  <inkml:trace contextRef="#ctx0" brushRef="#br0" timeOffset="2075">1789 28 7836,'-4'5'455,"2"0"754,-4-2-524,4 2 1,-2 7-234,4-1 0,-3 5 115,0-1 1,-1 6-169,1 3 0,2 2-675,-2 1 0,-1 2 181,1 1 95,0-4 0,3 8 0,0-1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26.8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23 9 7920,'-5'0'2154,"-3"0"-920,3 0-495,0 0 1,5 0-256,6 0 1,4 0-330,5 0 0,1 0-155,8 0 1,0 0-245,3 0 0,2 0-272,1 0 1,3-1-587,-3-1 1,2 1 1101,-6-2 0,-5 2 0,-8 1 0</inkml:trace>
  <inkml:trace contextRef="#ctx0" brushRef="#br0" timeOffset="225">14 135 7920,'0'5'0,"0"-1"0,4-4 679,2 0 1,2 0 972,1 0 0,4 0-1452,2 0 1,3 0-712,3 0 0,5 0-1170,3 0 1681,5 0 0,18 0 0,8 0 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25.50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31 939 8067,'-9'0'266,"0"0"-330,0-4 1,5-1 1340,4-4 0,10-1-515,11-2 0,12-7-99,15-7 0,12-7-327,18-9 0,-34 19 1,2-1-420,7-4 0,1 0 1,5-1-1,1-1 149,2-1 0,1 0 0,-1 1 1,1 0-88,0 0 0,-1 0 1,-6 4-1,-1 1-555,1-1 1,-1 1 0,-2 3 0,-1 0 220,-1 1 1,-1 1 354,1 1 0,0 0 0,-2-2 0,-1-1 0,0 3 0,-1-1 0,0 1 0,0 0 0</inkml:trace>
  <inkml:trace contextRef="#ctx0" brushRef="#br0" timeOffset="536">2159 1011 8039,'9'-13'203,"0"-2"0,9-6 276,6-3 0,10-7 508,11-5 0,13-4-573,10-8 0,13-5-583,-38 25 0,0 0 0,4-1 0,0 0 119,-3 1 0,1 0 0,3-2 1,0 1 70,1-2 0,1-1 0,0 1 1,1 1-1113,1 0 0,0 0 1091,-1 1 0,1-3 0,21-24 0,4-7 0,-23 18 0,0-1 0,1 0 0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28.6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0 469 13067,'7'0'450,"2"0"-485,2 0 1,4 0 130,5 0 1,3 0-1786,4 0 1689,3-3 0,16 2 0,4-1 0</inkml:trace>
  <inkml:trace contextRef="#ctx0" brushRef="#br0" timeOffset="409">398 251 7919,'4'-4'1149,"1"-1"1,-2 2-344,3-1 1,0-1-140,4 2 0,2-1-245,3 2 1,-1-2-69,3 2 0,-2-1-345,2 3 1,-3 1 89,-2 1 0,-2 5-478,-6 3 0,-1 3 312,-3 2 1,-3 2-267,-1 5 1,-6-2-9,-2 4 0,-2-3 72,-3 3 0,1-1 392,-3 3 0,4-3-78,-2-2 1,3-3 72,1-1 1,3-3-18,1 1 0,3-1-280,2-1 0,2-3 201,4-2 1,2 0-1118,5 1 0,1-4 1095,2 1 0,35-27 0,9-4 0</inkml:trace>
  <inkml:trace contextRef="#ctx0" brushRef="#br0" timeOffset="617">674 341 7917,'-7'0'0,"3"0"1003,0 0 1445,3 0-1753,-2 0 0,6 3 121,1 4 1,4 0-316,0 4 0,4 1-151,-2 3 0,2 3-896,1-1 0,0 1 408,0-1 0,0 1-1410,0-3 1,-1 1 840,1-1 0,-1-2 707,-1 2 0,-5-7 0,-3-2 0</inkml:trace>
  <inkml:trace contextRef="#ctx0" brushRef="#br0" timeOffset="842">629 533 7864,'-4'-1'2252,"2"-1"0,2-1-1629,0-4 0,1 0-341,3-1 1,4-2-212,7-3 1,1-1-247,4-1 0,2 0 210,1-2 1,2-2-766,1 2 1,2-1 511,0 1 1,-4 4-1283,-2 5 1,-3 3 1499,-2 3 0,-7 16 0,-4 4 0</inkml:trace>
  <inkml:trace contextRef="#ctx0" brushRef="#br0" timeOffset="1136">950 546 7864,'-10'9'3647,"-1"-2"-2685,5 2 0,1-4-50,5-1-548,0-2 1,2 0 72,3-2 1,3 0-348,0-2 0,4-5-271,-2-3 0,2 0-666,1-1 1,0 0 616,0-2 0,0 1-336,0-1 0,-3 1 196,1 1 0,-3-1 117,0 4 81,-1-1 150,0 6 0,-4 1 36,0 4 1,-3 4 276,-3 5 1,2 2-303,-3 2 1,2 1 77,-3 3 0,4 1-804,-1-1 0,1 2 349,1 1 1,0-2-1775,0-3 2162,0-1 0,0-9 0,0-1 0</inkml:trace>
  <inkml:trace contextRef="#ctx0" brushRef="#br0" timeOffset="1487">1187 71 7864,'0'-3'0,"0"-3"548,0 2 1,0-2 778,0 0 1,5-1-807,1 1 1,5-1-172,0 1 1,3 0-307,1 2 0,1-1 67,-1 3 1,-2 0-590,-1 2 0,0 3 177,-3 1 0,-1 2-13,-4 3 1,1 0 376,-3 2 0,0 1 237,-4-1 0,-4 1 678,-3 1 1,-1-3-467,1 1 0,-2 0 194,3 2 0,-3-1-214,3 1 1,-3-2 328,2 0 1,1-1-599,4 0 1,1 0-460,3-1 0,0-2-214,0 1 1,2-1-575,2-3 0,1 1-1502,6-3 1,-3 0 233,3-2 2292,0 3 0,7-16 0,2-2 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1.42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10 417 7870,'-3'0'1926,"-1"0"-682,2 0-470,1 0-422,7 0 1,0 0-442,7 0 1,0-2 100,2 0 0,4-3-994,0 1 0,2 0 982,4 0 0,28-3 0,11-3 0</inkml:trace>
  <inkml:trace contextRef="#ctx0" brushRef="#br0" timeOffset="544">395 456 11715,'7'-7'670,"2"1"1,1-1-518,3-2 0,0-1-245,2-3 0,3-1 99,1-1 0,2-3-445,-4 1 0,-1-2 181,-1 0 1,-5 0-21,-1-1 0,-5 3-310,-2 0 0,-2 3 147,-2-1 0,-1 2 389,-4 2 1,-2 2-97,-2 3 0,-1 2 411,-1 2 0,-2 1-156,0 1 1,-2 3 468,2 1 1,0 3-83,2 1 1,1 0 117,2 3 0,1-2-163,5 1 1,1 0-70,3 1 0,0 1-116,0-1 0,4-1-52,2 0 1,3-1-156,4 2 0,0-1 95,0 3 0,0-2-243,-1-1 1,1 1-73,0 2 1,-1 1-239,-1 1 1,-2-2 36,-2 2 1,-2 1 163,0-1 0,-3 2 38,-2 1 0,-1-2 44,-3 1 1,-1-3 13,-3 1 1,0-2-22,-1-2 0,2-2 200,-4-3 1,2-2-46,-1-2 1,-1-2 104,-2-2 0,2-2-205,1-2 1,2-3 42,-1-2 1,1-2-135,1-2 1,0 2 135,5-2 1,0 1-581,2-1 1,0 1 247,0-1 1,3 2-360,1 3 1,4-2-109,1 4 823,5-4 0,22 5 0,12-2 0</inkml:trace>
  <inkml:trace contextRef="#ctx0" brushRef="#br0" timeOffset="801">754 295 7870,'0'5'2001,"0"-1"0,3 0-1093,-1 3 1,3 2-385,-1 2 1,2 1-169,3 3 0,-1 2-672,2 2 1,-1 1 270,2 1 1,-1-1-1181,0 2 0,2 0 365,-4-1 860,1 1 0,0 0 0,1 0 0</inkml:trace>
  <inkml:trace contextRef="#ctx0" brushRef="#br0" timeOffset="1026">658 526 7866,'0'-9'0,"3"0"1180,1-2 0,3-2-391,4 0 1,1 1-119,5-3 1,2 1-816,2 1 0,3 0 113,0 1 0,-1 0-1295,0 1 1,-3 2 1325,0 2 0,2 6 0,-2 2 0</inkml:trace>
  <inkml:trace contextRef="#ctx0" brushRef="#br0" timeOffset="1353">928 533 9286,'2'-7'552,"3"1"1,0 2-160,2-1 0,2 1-11,2-2 1,-1 0 19,0 2 0,1-1-208,2 3 0,1-1 19,-1 1 1,-2 1-277,-4-1 0,-1 2 137,-2 2 1,-1 4-710,-3 2 0,-3 6 382,-1-1 1,-5 4-388,-2 0 0,0 1 405,0 1 1,0-1 359,2-1 1,-1-3 163,1 1 1,1-2-203,4 0 0,0-2 379,2 0 1,1-3-153,-1 0 1,4-2-721,3-1 0,0-2 281,2-3 0,2 0-1799,2 0 1924,1 0 0,9-12 0,3-2 0</inkml:trace>
  <inkml:trace contextRef="#ctx0" brushRef="#br0" timeOffset="1729">1191 65 7866,'0'-10'0,"0"1"575,2 5 1,0-2-148,2 2 0,-2-2 21,3 0 1,-1 1-158,5 1 0,-1 2 90,3-2 1,-1 2-65,3 0 1,-1 1-39,-1 1 0,1 1-292,-1 1 0,0 0 81,0 2 1,-3 0-400,-3 3 0,0 0 232,-3 1 0,-1 2-409,-3 3 0,-3 1 211,-6 1 1,0 2 76,-6 4 0,2-1 319,-2 1 1,0-3 430,0-1 1,2-2 483,2 2 0,4-4-487,2-1 0,4-3-153,3-1 1,2-3-124,3 0 1,4-4-899,4 1 1,2-1 499,5-1 0,0 0 146,1 0 0,25-3 0,8 0 0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5.81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19 8013,'5'0'0,"-1"-2"0,1-3 0,1 2 1560,3-2 1,4 4-680,4-1 1,6 1-359,3 1 0,4 0-440,0 0 1,1 1-461,1 1 0,2-1-950,-2 4 1,-1-1 258,-6 2 1068,1 1 0,-3-1 0,-1 1 0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6.1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7 8507,'7'-4'408,"-1"2"1,3 2 122,2 0 0,2 0-109,2 0 1,3 0-587,4 2 1,1 4 121,-1 3 0,1 2-231,-1 0 0,-2 2 138,-5 2 1,-1-2 51,-6 2 1,-2 1 115,-4-1 0,-2 3 0,-2-1 1,-4-2-22,-5 0 0,-1-1-26,-1-1 1,0-1-247,0-2 1,1 0-35,2-4 294,-3 1 0,-8-10 0,-6-1 0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6.56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78 7917,'-3'-7'881,"-3"1"1,5 0-21,-1-1 0,1 3 214,1 0-504,0 2 0,3-1-27,2 3 1,1 1 6,2 1 0,0 5 4,0 3 0,1 3-151,0 2 0,0 4 4,-3 2 0,0 4-113,1 1 0,-2 0-199,0 4 1,-2-2 121,-3 2 1,2-3-121,0 1 1,0-5-14,-2-2 0,2-6-333,0-5-7,3-2 0,-1-5 172,2-3 0,-1-3-13,-1-6 1,1-1 94,3-3 0,-1-3-445,2-3 0,0-1 203,0-4 1,0 0-558,0-4 0,-1 1 340,2-3 1,-2 3-325,1-1 1,-2 2 41,2 0 0,-2 3-144,2 2 1,-2 4 885,-1 2 0,1 4 0,-1 2 0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6.82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1 6416,'7'0'0,"30"11"0,9 3 0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7.105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65 0 7917,'-1'6'-254,"-1"-2"0,-1 3 270,-1-1 0,-1 1 673,3 4 0,-3 2-200,1 5 0,-1 4-19,-1 3 0,3 2-368,-3 3 0,1-1-271,-2 1 0,4 1-151,0-1 1,3-1 284,0 1 0,0-5-1202,3 1 0,0-5 145,4 1 1092,-1-5 0,20-22 0,6-7 0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7.28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9121,'1'6'1121,"1"0"0,4 4-706,5 0 0,1 6-277,1 3 0,5 2 52,1 5 0,4-2-542,1 4 1,-1-5-453,0-1 0,-3-5-2087,-1-2 2891,-2-2 0,-7 3 0,-1 0 0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7.47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13 180 7856,'-4'0'0,"0"-2"197,2 0 0,2-3 222,-3 1 1,3-2 285,3-1 0,1 1-263,4 0 1,5-3-124,4 0 0,3-1-1073,1 1 0,2-2 519,2 0 1,2 1 234,-1-1 0,18-16 0,0-8 0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37.73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0 0 7856,'3'4'-1,"0"1"1,5-1 375,0 2 1,3 1 190,4-1 1,2 4 176,4 0 0,2 3-228,3 2 0,-1 1-155,1 4 1,-3-3-56,-2 0 1,-2 1-94,-4 2 1,-6 0-143,-7-3 1,-3 5 120,-3 1 1,-5 3-567,-6 2 1,-3-2-301,1 2 1,-2 0-1843,-3 0 2517,2 0 0,-22 12 0,-2 3 0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41.6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218 45 7856,'4'0'449,"2"0"289,-2 0 0,0 0-236,0 0 0,-1-1 431,2-1-262,0 1 121,-1-2-505,0 3 0,-7 3-307,-3 2 1,-7 1-68,0 3 0,-4-2-17,0 4 1,-1 0-240,-2 2 1,3-1 206,0 1 0,4-1-228,0-1 1,1 0 138,6-2 1,1 0-35,5-3 0,1 2 13,1 1 0,4 0-11,5 0 1,4-2-39,2 2 0,2-2-242,3-1 1,0 3-801,1-1 1337,2 1 0,4-3 0,3 1 0</inkml:trace>
  <inkml:trace contextRef="#ctx0" brushRef="#br0" timeOffset="301">0 366 7887,'0'3'-751,"0"0"1,2-2 931,2 1 1,3-1 28,6 4 0,6-1-11,2 2 0,4 1-401,3-1 0,1 3 202,3 2 0,26 12 0,6 5 0</inkml:trace>
  <inkml:trace contextRef="#ctx0" brushRef="#br0" timeOffset="779">706 70 7858,'-13'0'0,"0"0"246,0 0 1,0 5-22,-2 2 1,4 4 453,-2 2 0,4 4 23,1 4 1,0 2 175,2 2 1,2 0-292,2-1 1,2 0-181,2-3 0,6 0-488,4-4 1,2-2 108,3-4 1,1-3-570,3-3 1,1-2 420,3-3 1,0-2-583,2-2 0,0-3 155,-2-6 1,1-4-128,0-2 1,-3-1 83,-2-3 0,-2 1 170,-2-1 0,-3 1 23,-4-1 1,-5 2 126,0 0 1,-5 3 171,-5 1 0,-2 2-128,-6-2 1,-2 3 146,-2-1 1,-2 2 86,0 2 1,-1 5-18,-1 4 0,1 2-28,-2 2 0,2 2 37,1 5 0,3 1 0,1 2 0,13 13 0,3 2 0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48.44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13 244 7884,'0'-14'-14,"-2"-1"7,0 5 0,-1 1 1551,1 0-531,1-1-485,-2 6 1,4-1-1,1 7 0,-1 2 21,4 5 1,-1 4-189,2 4 1,-1 4 80,-1 3 0,0 0-125,3 2 0,-1 0-102,0 2 0,0-1 14,-2 0 1,2 2-15,-2-1 0,1-3-218,0-4 1,0-4-51,0-2 1,0-2-137,-1-2 0,2-5 28,-2-4 0,2-3-80,0-3 0,0-3 134,1-6 1,1-5 79,1-4 0,2-2-115,0-2 1,1-3 87,1-1 1,-2-2-340,-1 4 1,0-1-128,1 1 0,0 2-132,-2-2 0,-3 5-469,-1 1 1,-2 5-137,2 2 1257,0 2 0,-1 0 0</inkml:trace>
  <inkml:trace contextRef="#ctx0" brushRef="#br0" timeOffset="317">141 0 7733,'-3'4'-389,"1"-1"810,4-1 0,-1 1-421,3 2 0,23 17 0,8 3 0</inkml:trace>
  <inkml:trace contextRef="#ctx0" brushRef="#br0" timeOffset="584">481 32 7856,'-6'4'0,"-1"-1"971,1 0 1,0 1-387,-1 4 1,1 3 70,-1 4 1,1 5-229,-1 6 0,-1 6-545,-1 6 0,-1 4 138,1 2 0,1 2-677,1 1 1,4-1 272,0-1 0,3-5-11,0-10 0,2-5-549,0-6 943,6-2 0,-1-4 0,6-1 0</inkml:trace>
  <inkml:trace contextRef="#ctx0" brushRef="#br0" timeOffset="784">545 327 7856,'-3'4'3640,"0"2"-2631,3-2 1,1 2-472,1 3 0,4 1-455,5 3 1,1 0 90,1 2 0,0-1-952,2 4 1,-1-4 544,1 1 0,1-2-2127,-2 0 2360,4 0 0,-7 0 0,1 0 0</inkml:trace>
  <inkml:trace contextRef="#ctx0" brushRef="#br0" timeOffset="984">488 494 7856,'-7'0'2627,"2"-3"-1896,0-1 1,2-4-384,3 0 0,2-4-69,2 2 1,4-3 100,7-2 1,2 0-1099,4-2 0,2 0 484,3-2 1,2 2-2434,2 0 2667,-1 0 0,22-25 0,3-6 0</inkml:trace>
  <inkml:trace contextRef="#ctx0" brushRef="#br0" timeOffset="1252">693 39 7839,'0'4'745,"0"0"1,1-2-235,1 3 0,0-1 241,4 2 0,1 2-286,6 0 0,1 2-149,5 3 1,3 0-192,2 2 1,-2 2-114,-1 2 1,-2 3 7,-2 2 1,-4-2 135,-4 2 0,-5 0-430,-2 4 1,-2 2 158,-2 4 1,-4-2-573,-2 0 0,-4 0 267,2-5 0,-2 0-329,-1-3 1,1-2-44,1-3 791,2-2 0,-12-13 0,-3-5 0</inkml:trace>
  <inkml:trace contextRef="#ctx0" brushRef="#br0" timeOffset="1442">1123 308 7832,'3'4'1400,"0"-1"0,-2-3-1216,1 2 1,1-1 24,4 1 1,0-1-834,2-1 0,1 0 624,5 0 0,19 6 0,6 1 0</inkml:trace>
  <inkml:trace contextRef="#ctx0" brushRef="#br0" timeOffset="1635">1174 424 7782,'-6'3'3150,"-1"3"-2348,4-3 0,0 3-543,6-2 1,3 2-983,5-2 1,1-1 91,3-1 631,2 2 0,19-6 0,5 1 0</inkml:trace>
  <inkml:trace contextRef="#ctx0" brushRef="#br0" timeOffset="1971">1591 212 7780,'-13'3'1700,"0"0"0,1 1-199,1 2 0,0 1-728,2 4 1,1 3-147,1 3 1,1 3-237,0 3 0,2 1 605,2 4 1,3-2-567,3 0 0,2-4-440,6 0 1,0-5-511,3-2 0,1-4 431,1-3 1,0-4-984,3-2 0,-5-2 512,2-2 1,-1-2-361,-1-4 1,2-3 373,-2-4 0,0-2 263,-2-2 1,-1-2 64,-1-1 1,-2 0-1,-3 1 1,-2 1 273,-2-1 0,-4 1-117,-2 3 0,-6-1-144,-2 4 0,-2 1 57,-3 5 0,0 1-638,-2 3 0,-1 1 786,1 3 0,-11 17 0,-4 5 0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45.67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263 392 9993,'0'7'2693,"-1"0"-2233,-1 1 0,0 0-434,-2 3 0,0 0 39,-3 1 1,1 1-424,0 0 0,-3-1 81,0-1 0,-1-3-142,1-3 0,-2-3 9,0-2 1,-1-1 109,-1-3 1,1-6-54,1-7 0,0-3 49,2-1 1,-1-5 301,1-4 0,1-3-47,4-1 0,0-3 167,2 0 0,2 0 74,-3-2 0,3 6 85,3 3 0,1 7 63,4 4 1,0 2-116,3 4 0,0 3-36,1 2 1,1 1-57,0 0 1,0 4 43,0 1 1,-3 1-29,-2 1 0,-1 5-42,-3 1 1,-1 8 8,-3 1 1,-2 3-22,-2 4 1,-1 3-93,-6 2 0,1 4 103,-3-1 0,0 1-177,0 1 0,3 1 99,-1-1 1,0 0-124,-2 3 0,1-3 79,2 3 0,-2-5-216,1 0 0,1-3-1,-1 1 1,3-7 10,0-4 126,3-3 1,3-7 17,4-2 1,3-5-145,3-2 1,2-3 85,3-6 1,1-1-161,1-7 1,1 1 73,3-6 0,0 3-110,1-3 1,2 1-149,1-3 480,-1 0 0,26-16 0,4-6 0</inkml:trace>
  <inkml:trace contextRef="#ctx0" brushRef="#br0" timeOffset="1034">885 341 7861,'0'-13'63,"0"0"0,0 3 42,0-1 1,-1 1 520,-1-1 0,-2 2-174,-2 2 1,-1 1-155,-2 0 1,-1 2-86,-3 2 0,0 3 140,-2 3 1,-1 3-103,-4 6 0,4 3 78,1 1 0,1 1 0,2 1 0,0 3-65,4-1 0,0-2-252,6-1 1,0-4 106,4 1 1,3-2-375,3-3 0,2 0 186,3-4 1,3-2-548,1-2 1,3-3 53,2-3 1,0-3-223,-1-6 1,-1-3 354,2-1 1,-3-4-20,-2 0 0,-1-1 33,-3 0 0,-4 2 128,-3-1 0,-2 2 167,-4 2 0,-2 1-93,-2 3 0,-1 3 197,-6 2 0,1 1-63,-3 3 0,0 1 78,0 3 1,3 3-94,-1 1 1,3 3 93,-1 1 0,2 2 0,12 17 0,3 4 0</inkml:trace>
  <inkml:trace contextRef="#ctx0" brushRef="#br0" timeOffset="1315">1052 450 7861,'-10'3'232,"0"3"0,2-5 649,-1 1-109,1-1 0,2-3-411,2-2 0,-1-1-341,3-6 0,-1 1-213,3-3 1,3 0 183,2 0 0,0 0-35,2 1 1,1 1 119,1 0 1,0 3 27,0 0 0,0 1 34,2 3 1,-1-1-43,-2 3 0,-1 0-64,2 2 1,0 1 71,0 1 1,-1-1-242,-1 3 1,1 3 89,1 1 0,-1 2-441,-1-2 0,-1 1 242,0 2 0,-1 1-273,-1-1 1,-3 1-5,2 1 523,-3-3 0,-5-1 0,-3-2 0</inkml:trace>
  <inkml:trace contextRef="#ctx0" brushRef="#br0" timeOffset="1539">1315 20 7866,'0'4'1686,"0"-1"-1173,0-1 1,-1 2 53,-1 2 0,1 4 33,-1 3 0,1 4-207,1 4 1,0 5-313,0 4 1,0 4 89,0 2 0,0 2-809,0 0 0,0-2-203,0-2 0,3-2-1780,1-2 2621,2 2 0,6-3 0,2 3 0</inkml:trace>
  <inkml:trace contextRef="#ctx0" brushRef="#br0" timeOffset="1722">1404 283 7847,'3'-3'2342,"1"0"-1625,2 3 0,3 0-228,-1 3 1,4 1-529,1 4 1,0 2-426,2 0 0,1 2-1812,1-1 2276,2 1 0,20 10 0,5 1 0</inkml:trace>
  <inkml:trace contextRef="#ctx0" brushRef="#br0" timeOffset="1914">1642 270 7838,'-12'7'493,"1"-1"0,2 3 709,2 2 0,0 3-22,-2 3 1,2 3-608,-1 5 1,-1 4-584,0 1 0,-2 4 90,0 2 0,-1 1-1024,2 0 0,1-2 264,2-3 680,1-3 0,-15 17 0,-3 1 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51.70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294 339 7794,'0'-12'236,"-3"-1"1,0 1 339,-4 1 0,1 0 218,0 2 0,-2 0-299,0 3 1,-1 0-228,-4 2 0,1 1-40,-5 3 0,0 6-137,-2 2 1,0 4 4,2 1 0,2 2-53,2 2 0,1 2 32,1 0 0,5-2-152,3-2 0,3-3-341,0-1 0,0 1 230,3-4 0,3 0-301,5-4 0,1 1 220,1-3 0,2-2-32,0-2 0,2-6 11,-2 0 0,2-1-46,-2-2 0,0 0 86,-3-2 1,-2 0 203,-1 1 1,-2 1 224,0 0 1,-4 3-109,-1-3-134,-1 3 0,-4 0 12,-1 3 1,-2 2 801,0 3 1,-1 1-319,1 1 0,0 2-137,2 2 1,-1 3 20,3-1 0,-2 2 80,1-2 0,1 0-227,2 3 1,3-3 27,1 3 0,2-3-319,0 0 1,4-1 103,0-3 0,5 1-237,3-3 0,0 0-4,1-4 1,3-5-155,-1-4 1,3-3 164,0-1 0,-2-5-65,-1 1 0,-1-2-54,-1-1 1,-2-1 69,-2-2 0,-4 1 8,-3 1 0,-4 2 10,-2 0 1,-2 1 110,-2 0 1,-2 2 60,-4 1 0,-3 1 163,-4 3 1,-2 1 34,-2 2 0,-1 0 229,-1 4 0,0 2-85,-2 2 1,-3 4-107,-2 3 1,0 6 324,0 4 0,-1 6-131,0 2 0,-4 5 89,3 2 0,-1 3-98,3 3 1,3 1 430,-1 6 1,5-1-179,6 1 1,3-3 10,8-3 1,3-5-580,5-5 0,6-2 43,7-3 1,4-4-279,3-8 0,6-1 249,5-5 0,2-1-1613,1-3 0,3-3 1599,-1-1 0,44-30 0,-38 13 0,0 0 0</inkml:trace>
  <inkml:trace contextRef="#ctx0" brushRef="#br0" timeOffset="795">827 327 7804,'-3'-4'2755,"2"1"-2304,-2 0 0,4 3-57,1 0 1,2 2-80,5 4 0,2 0-168,4 5 0,0-1-94,2 3 0,4 3-626,-2 1 1,2 1 428,-2-1 0,0 1-1769,1-1 1913,-1-1 0,-3 17 0,0 1 0</inkml:trace>
  <inkml:trace contextRef="#ctx0" brushRef="#br0" timeOffset="987">807 545 7804,'0'-10'633,"0"3"0,-2-4-316,0 2 0,1-2 343,3 0 0,4-1-246,5-1 0,4 0-203,2-2 0,4 1-413,3-1 1,4 2-590,2 0 0,1 1 791,1 1 0,9 2 0,1 2 0</inkml:trace>
  <inkml:trace contextRef="#ctx0" brushRef="#br0" timeOffset="1196">1295 352 7804,'3'-5'1105,"1"0"1,4 0-288,3 0 1,2 0-862,2 1 1,1-1-989,4 3 0,-2 0 1031,-1 2 0,13 11 0,1 3 0</inkml:trace>
  <inkml:trace contextRef="#ctx0" brushRef="#br0" timeOffset="1429">1308 429 7804,'0'4'955,"0"-1"-716,2-3 0,4 2 196,3 0 0,5 0-498,1-2 0,4 0-724,2 0 0,5 0 787,3 0 0,48-6 0,13-1 0</inkml:trace>
  <inkml:trace contextRef="#ctx0" brushRef="#br0" timeOffset="1799">1891 250 7803,'-15'0'0,"0"0"517,-2 0 1,4 0 736,0 0 1,3 3-757,4 4 0,-1 2-207,1 4 0,2 2 1048,2 2 0,1 3-623,1 1 1,1 0-461,1 2 1,2-2-128,5 0 1,3-4-117,3-4 0,5-2-185,-1-5 0,5 1-448,-1-4 1,2-4-861,-2-3 0,1-5 542,-2-2 1,0-1-273,-2-3 0,0-2 588,-5-2 1,-1 0 303,-3-1 1,-3 1 423,-4 0 1,-1 2 391,-6 0 1,-3 2-208,-5-2 0,-2 0-276,-2 0 1,-1 4 609,-3 2 1,-3 4-194,1 0 1,-2 2 75,1 3 0,-1 1-110,1 5 0,-1 2-565,1 7 0,1-1 97,2 5 70,5-3 0,16-4 0,10-4 0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57.9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137 16 7957,'-6'-5'-275,"1"-1"1,0 5 109,-4-2 1,4 2 827,0 1 1,-1 1-193,-2 2 0,0 2-106,0 6 1,0 5-141,0 5 0,0 6-14,0 3 0,-3 9-236,0 4 1,3 7 96,3 4 1,3-2-157,-1-1 0,3-8 85,3-3 0,2-7-823,6-1 0,2-9 822,3-1 0,22-8 0,5-2 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0:57.01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41 501 7891,'0'8'0,"-3"-3"442,0 1 0,-2-4-162,2 4 0,-2-4-337,2 4 0,-1-1 57,2 3 0,-3 22 0,-3 5 0</inkml:trace>
  <inkml:trace contextRef="#ctx0" brushRef="#br0" timeOffset="419">396 218 7891,'-8'0'218,"0"0"-25,0 0 1,0 0 350,0 0 0,0 3 222,-1 0 1,0 3-294,-1-1 0,1 6 52,-2 2 1,2 3-162,1 0 0,3 4 80,-1 1 0,4 2-229,0 2 0,2-5-170,2-1 1,4-3-20,4-2 1,0-1 128,4-5 0,-1-1-482,3-7 1,1-1 227,-1-2 0,3-2-562,-1-6 1,2-2 284,-1-3 1,-2-1-394,2-2 0,-3 1 198,-2-3 0,0 3 84,-3-1 1,-3 2 190,-3 1 1,-3 0 81,1-1 0,-6 5 3,-2 1 1,-6 2-33,-3 1 0,-4 1-167,0 2 1,-5 1 409,2 4 0,-21 7 0,-4 2 0</inkml:trace>
  <inkml:trace contextRef="#ctx0" brushRef="#br0" timeOffset="1541">663 0 7906,'4'0'-228,"0"0"905,-1 0 0,2 1-203,3 2 0,3 1-58,3 4 1,1 5-160,1 3 1,1 4 23,2 4 0,-2 4-37,2 1 0,-4 3-247,-4 0 0,-1 0-45,-7 1 1,-2 0-49,-3 2 0,-4-2-214,-4 2 1,-3-4 200,-3-2 1,-3-3-388,0 1 0,-5 1 229,2-1 1,-5 0-509,2-3 1,-1-2 774,2-1 0,-7 1 0,-2 2 0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1:25.16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186 430 7980,'0'-7'438,"0"3"153,0 0 0,0 2 225,-2-3 1,0 3-289,-2-2 1,2 2-95,-3-2 1,1 2-159,-2 0 0,-1 1-124,-2 1 0,-1 1 72,-3 1 1,0 5-129,-2 3 0,1 3 110,-1 2 1,0 1 14,2 1 1,0 1-198,4 0 1,2 0 79,2 1 1,2 1-328,3-1 1,2-3 145,2-1 1,1-4-473,6-3 0,2-3 259,2-3 0,2-3-36,1-3 0,0-4 77,1-7 0,1-2-13,-1-4 1,0-1 40,0-4 1,1 2 8,-1-4 1,-1-2-104,-1 0 0,-1-3 106,-3 3 0,-1 2-206,-1 0 1,-3 0 194,-3 2 0,0 4 140,-3 5 0,0 3-63,-2-1 1,-3 2 233,-1 2 0,0 2 78,0 3 0,2 2-101,-3 2 0,4 2 455,-1 2 0,0 3-198,0 3 0,2 3 237,-3 4 0,3 2-157,0 4 0,0 0 6,0 2 1,0 3-264,0 2 1,0 2-264,3-2 0,-2 0-874,3 0 0,1-1 555,4 3 1,0-4 196,2 0 0,1-4 237,-1-5 0,6-13 0,3-5 0</inkml:trace>
  <inkml:trace contextRef="#ctx0" brushRef="#br0" timeOffset="316">430 0 7957,'7'3'1554,"1"1"-1020,1 2 1,0 3 261,0 2 0,3 2-303,3 2 1,3 4 19,1 4 1,-2 3-208,3 2 0,-5 1-227,3 3 0,-6 5-77,0 2 0,-6 3 79,-2-2 1,0 1-703,-2-2 0,0-1 338,-5 0 0,2-2-720,-3-2 1,-1-1 377,-4-1 1,2 0 624,-2 0 0,-26 43 0,-7 11 0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1:44.463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19 19 7844,'0'-5'-2,"-2"0"1,1 2 1722,-1 1-516,-2 1-738,3-2 1,-1 4-208,2 1 1,0 4-36,0 5 1,0 4-109,0 2 0,0 2 58,0 3 0,0-1-384,0 5 0,0-1 216,0 5 1,0-2-830,0 1 0,0-1-12,0-1 0,0 0-1129,0-2 1963,0-2 0,-3-9 0,-1-6 0</inkml:trace>
  <inkml:trace contextRef="#ctx0" brushRef="#br0" timeOffset="217">64 231 7844,'0'7'416,"0"-1"-212,0 0 1,0 3-100,0-1 1,1 2 105,1-2 0,-1-1-527,1 2 0,1 0 207,-1 0 1,2 1 108,-2-1 0,6 8 0,-1 0 0</inkml:trace>
  <inkml:trace contextRef="#ctx0" brushRef="#br0" timeOffset="391">122 19 7844,'-4'0'-268,"-1"0"30,4 3 0,-2 1 238,3 2 0,9 26 0,1 7 0</inkml:trace>
  <inkml:trace contextRef="#ctx0" brushRef="#br0" timeOffset="802">199 295 7845,'-4'0'977,"-1"0"1,4 0-598,-1-3 0,1 0-404,1-4 0,0 1 99,0 0 1,1-4-206,1 0 1,-1 0 180,4-1 0,-1 2-78,2-1 0,1 2 133,-1-1 0,-1 5-86,-1 2-8,0 1 0,2 2 263,-2 1 1,-1 2-117,-3 2 1,2 3 114,0 2 0,0-1-326,-2 1 1,1-3 91,1 3 1,-1-3-268,1 0 0,1-3 122,-1 0 1,1-4-193,-1 1 186,2-1 1,2-4-112,0-1 0,-1-5 168,-1-2 1,0-1 40,3 0 0,-3 1 287,0 0 1,0 3-97,0 0 1,1 1 292,-3 0 1,3 1-193,-1 2 0,0 1 421,0 3 1,-2 4-233,3 2 1,-2 1-85,2 4 0,0-2-402,0 1 0,-2 1 96,1 2 1,1-2-731,1-1 0,0-2 426,1 1 1,-2 0 132,1 0 0,-3-2 93,4-2 0,-2 0 0,1-1 0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1:50.974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84 7843,'-3'0'3638,"0"0"-3159,0 0 1,2 3-116,-1 4 1,2 1-116,2 4 0,2 3-38,2 4 0,3 0-116,-1 0 1,3 3 85,-3 2 1,2-2-159,-2-1 1,-1-1 40,-1 0 0,0-1-93,-1 0 1,-2-3-132,-1-3 1,-2-1 84,0-4 1,3-1-191,-1-3 234,0-3 1,-2 1 50,0-6 0,1-1-20,1-6 1,-1 0 75,3-4 1,1 0-143,1-5 0,1 2-115,-1-6 0,0 4-123,-2-2 0,3 2 107,-3 1 1,4 0-186,-1 0 0,-3 2 81,2 2 0,-1 5-412,2 1 0,-2 4 247,0 1 1,0 2-491,0 0 956,-3 4 0,1 16 0,-3 6 0</inkml:trace>
  <inkml:trace contextRef="#ctx0" brushRef="#br0" timeOffset="334">385 58 7843,'0'-3'1835,"-3"-3"-1280,3 5 0,-4-2-141,2 3 0,0 1-211,-2 1 0,2 5 8,-2 6 0,0 1 34,0 6 1,-2 1-35,2 7 0,-2 2-183,0 4 1,-3 2-152,1 2 1,0 0-295,4-2 0,1-2-773,3-7 0,0-2 591,0-8 1,3-3 598,4-5 0,22-32 0,9-13 0</inkml:trace>
  <inkml:trace contextRef="#ctx0" brushRef="#br0" timeOffset="517">488 231 7843,'0'7'468,"0"-1"0,0 3 678,0-1 0,0 1 89,3 0 0,-2 0-584,3 2 0,1 1-576,1-1 0,0 1 26,1 1 1,0-1-967,1-1 1,0 0 219,3-2 0,-3 1-137,0-1 1,0-1 781,-2-1 0,-2-4 0,-2 0 0</inkml:trace>
  <inkml:trace contextRef="#ctx0" brushRef="#br0" timeOffset="700">417 347 7814,'-6'0'2397,"2"0"-1044,-2 0-854,6 0 0,0-4-393,7-2 1,5-1-461,5-4 0,5 0-77,4-2 0,0 0 298,4-2 133,0-1 0,25-15 0,6-3 0</inkml:trace>
  <inkml:trace contextRef="#ctx0" brushRef="#br0" timeOffset="976">667 0 7814,'0'4'1823,"0"-1"-701,0-3-445,0 3 0,2 0-161,2 4 0,3-2 22,6 1 0,1 0-149,0 4 0,2 1 6,1 2 0,1 3-88,-3 4 0,-3 0-86,-3 6 0,-3-1-378,-2 5 1,-4 0 194,-4 5 1,-4-1-969,-3 4 1,-1-3 202,2 1 0,-2-5-147,1-4 0,2 0 874,0-2 0,-1-19 0,0-5 0</inkml:trace>
  <inkml:trace contextRef="#ctx0" brushRef="#br0" timeOffset="1336">1078 212 7786,'-9'6'0,"1"-1"1599,0-1 0,4-2-613,1 2 1,3-2-302,3 0 1,1-1-463,4-1 1,5 0-19,2 0 0,2-1-482,0-1 0,4 0 266,0-2 1,1 1-1370,-3-2 0,2 0 1380,1 0 0,14-6 0,1-3 0</inkml:trace>
  <inkml:trace contextRef="#ctx0" brushRef="#br0" timeOffset="1601">1116 308 13107,'10'0'375,"0"0"-341,2 0 0,5 0-937,2 0 1,3-2 902,4 0 0,22 0 0,6 2 0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1:54.769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186 51 11470,'4'-3'2163,"-1"2"0,-1-1-1741,0 4 0,0 2-172,-2 2 1,0 4-464,0 3 0,-3 1 205,-1 6 1,-4-2-700,-3 6 0,-1-1 508,-1 3 0,-1-1-731,-1-2 1,2-4 242,-2-6 1,1-2 168,2-5 0,-1-3 147,3-8 1,-2-3 125,4-3 1,-1-4 219,3-2 1,2-2-76,2-3 1,1 2 401,1-1 0,1 1-182,1 1 0,2 2 560,2 2 0,4 3-315,0 1 0,2 2 313,1 2 0,2 4-92,0 1 1,3 2 21,-1 2 0,2 2-109,0 4 1,-1 3-141,-1 4 1,1 2 180,-3 2 0,2 3-148,-2 1 1,0-1-367,-2 0 0,0-3 100,0-2 1,0 0-722,-1-4 0,3-4-7,0-4 0,2-5-428,-2 0 1,3-5 57,-4-6 1,1-2 407,-2-2 0,-3 1 134,-1-3 1,-3 0 168,-2 0 0,-1 0 80,-6 2 0,-1-3-57,-4 4 1,-2-4 153,-3 3 0,-1-2-78,-1 2 0,-1 1 74,-3 3 0,0 0 249,2 2 0,-1 3-109,0 2 1,2 2 78,-1 0 1,1 3-51,-2 3 1,3 1-68,2 6 1,3 0-8,1 1 1,3 1-8,2 0 0,15 0 0,7 0 0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5.198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13 1 7931,'-4'0'1480,"0"0"0,2 1-811,0 1 1,1 1-237,1 4 0,3 0-423,2 1 1,1 3 72,3 4 1,1 2-935,2 2 0,3-2 248,0 0 0,1-3-25,-1 1 1,-1-1 627,3-1 0,-2-9 0,0-2 0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5.4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1 193 7931,'0'-4'310,"0"-1"1,0 3 7,0-2 1,3 0 422,1-3 0,4 0-596,0-1 1,6-2 30,-1-3 1,6 0-789,0 0 1,3-2 349,-1 0 1,-1 0-656,1 2 917,-1 1 0,0-4 0,-1-1 0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5.722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 1 9285,'1'4'1218,"1"-2"0,1-1-976,4 1 0,1-1-369,2 1 1,2 1-1113,5-1 1,1 0 1238,3-2 0,19 3 0,7 1 0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6.066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7 1 7929,'-4'0'1523,"2"0"0,2 1-1143,0 1 0,0-2-499,2 3 1,2 0 148,2 1 0,4 3-302,0 1 0,2 0 218,1 3 0,3-3-191,1 3 1,-1-1-40,2 1 1,-4 0-324,1-2 0,-2-1 344,-3-1 0,-1-3 89,-5 0 1,-1 1 239,-3 1 1,-1 0-73,-1 1 1,-4-1 21,-2 1 0,-4-1-83,2 1 0,-2-1-437,-1 0 0,2 1 504,0-1 0,-11-2 0,-5-1 0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6.40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52 1 7894,'-6'0'867,"-1"2"1,2 0-335,0 2 1,0 1 386,3 4 0,-3 1-360,1 5 0,1 2-127,1 5 0,-1 1-359,1 2 1,0 4-337,2 1 1,0-2-1083,0 0 1,3-5 401,1-1 942,2-2 0,9 2 0,2 1 0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6.947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167 1 7890,'0'4'0,"0"0"0,-1-1 1448,-1 1 0,1 0-544,-1 3 1,2-1-286,0 0 0,-3 2-354,1 0 1,-2 2-281,2 3 1,-3 0-525,1 0 0,-2-1 442,0 1 0,-3-1-610,0-1 0,0 0 424,1-5 0,0 1-303,-3-5 0,1 1 228,-1-3 1,0-3 166,2-2 1,-1-1 16,1-3 1,1-1 143,4-2 0,1-1 128,3 3 1,0-2-67,0 1 0,0 2 163,0 0 0,3 2-67,1 1 1,3 1 148,1 1 0,-1 3 85,2-1 0,0 1 195,0 1 1,2 1-137,0 1 1,-1 1 176,1 4 1,-3-1-180,3 0 1,-3 2-142,3 0 0,-3 0-219,0 3 1,0-3 116,1 0 1,-1 1-531,2 0 1,-1-1 261,2-4 1,-3-1-776,3-3 1,-1-1 225,1-1 0,0-2-19,-2-5 1,-1 1 361,-2-5 0,-1 1 64,-1-3 0,-3 3 173,2 1 0,-6-1-117,-1 4 0,-4-3 232,-3 3 0,-1 0 17,-1 4 1,0 1-3,0 3 0,-2 0-120,0 0 1,-2 0-118,2 0 0,1 3 46,3 1 0,2-1-125,3 2 0,2-1 247,2 2 0,16 4 0,3 0 0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7.171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58 1 7834,'-3'2'0,"-2"0"1182,2 2-798,-2 0 0,3 3-335,-3-1 0,0 1 80,3-1-129,-3 0 0,-4 9 0,-5 2 0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08:12:09.850"/>
    </inkml:context>
    <inkml:brush xml:id="br0">
      <inkml:brushProperty name="width" value="0.06" units="cm"/>
      <inkml:brushProperty name="height" value="0.06" units="cm"/>
      <inkml:brushProperty name="color" value="#E71224"/>
    </inkml:brush>
  </inkml:definitions>
  <inkml:trace contextRef="#ctx0" brushRef="#br0">97 141 7807,'0'4'0,"1"-1"980,1-3 0,-1 3-402,1 1 1,-1 2-182,-1 0 0,0 3-190,0-1 0,-1 4-402,-1-2 1,0 2 84,-2 1 0,0 1-123,-3-1 0,1 1-25,0-6 0,-1 0-264,1-4 0,-3 1 116,1-2 1,0-2 65,2-3 1,3-2 290,-3-5 0,2 0-79,-1-2 0,0-1 372,3 1 0,0 1 42,2 0 1,0 1 206,0-2 1,0 4-234,0-2 0,3 2 93,1 0 1,2 2 10,0 0 0,3 0-47,-1 3 0,3 0-59,-2 2 1,2 0-32,0 0 0,0 3 79,0 1 0,0 4-97,-2 1 0,1 2-26,-1 0 1,2 1-148,-3 1 1,1-1-213,-3-1 1,1 1-135,-1-2 0,3 0 203,-1-2 0,1-4-609,-3-1 1,3-3 324,-1 0 1,1-3-187,0-1 0,-2-4 89,2-3 0,-2-2 220,-1-2 1,-2 2 102,-2-2 1,1 1 58,-1 1 1,-2 0 127,-2 1 0,-4 1-63,0 0 1,-1 4 77,-1 1 0,-2 0 15,2 4 1,-3 0 310,3 2 1,-3 3-38,2 1 1,-1 2 122,1 0 0,-2 0-194,3 1 1,-1-1-112,3 1 0,2-1-1291,-1 0 693,4 1 454,-2-1 0,20-8 0,5-2 0</inkml:trace>
  <inkml:trace contextRef="#ctx0" brushRef="#br0" timeOffset="450">335 0 7807,'4'1'434,"0"1"1,0-1-98,3 1 1,0 2 174,1 0 0,0 2-73,3 3 1,-1-1-103,1 2 0,1 1-104,-2 2 1,0 0-27,-2-1 0,-1 3-206,0 0 1,-4 1 66,0-1 1,-3-1-68,0 3 1,-3 1-116,-1 1 1,-2 0-251,-3 0 1,-1 1-103,-3-1 0,0-1-1110,1-1 1576,-1 2 0,-31-8 0,-8 1 0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5.02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20 129 7940,'-3'5'0,"-1"-1"2387,-2-3-631,2 2-999,1 0 0,7-2-260,2 1 1,4-1-133,5-1 1,2-1-98,2-1 1,1 0-48,2-2 0,-2 2-452,4-2 0,0 2 2,4-3 1,-2 4-1136,-1-1 0,1-1 1364,-2 1 0,15 5 0,5 4 0</inkml:trace>
  <inkml:trace contextRef="#ctx0" brushRef="#br0" timeOffset="459">335 1 7945,'0'6'466,"0"1"0,0-3 400,3 0 0,1 1-312,4 1 0,3 0-269,4 1 0,-1-1-136,4 1 1,-1 0-176,2 1 0,-3 0-7,-1 0 0,-2-1 143,-2 0 0,-2 1-401,-2 1 1,-3 0 196,0 0 1,-2 0-160,0 2 1,-4 2 58,-3-2 1,0 3 115,-2-4 1,0 0-274,-1 1 1,0-1-887,0 1 1237,1-2 0,-20-3 0,-4 1 0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6.56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231 64 7854,'-3'-6'-522,"-1"-3"782,-2 0 0,0 1 1102,-1 1-936,1 1 1,-3 0-161,1 2 0,-2-1-208,2 3 0,-2 0 138,-3 5 1,0 1-196,0 4 1,0 2 125,-2 3 0,1 1 90,-1 1 1,2 1-96,2 1 0,2 1-147,3-1 0,-1 3 44,1 1 1,2-1 100,2 2 1,2-5-164,2-2 0,3-2 102,3-3 0,2-1-496,3-5 1,2-2 106,0-4 1,2-1-44,-2-4 1,2-2 107,-2-2 1,1-3-39,-1-1 0,-2-1 215,0 1 1,1-1-81,-3-1 0,-1-1 145,-3 3 0,-3 3-161,0 1 657,-2 3-242,1 2 1,-6 6 117,-1 4 1,1 5-126,1 4 0,-1 0 42,1 2 0,-1 1-393,3 1 0,0 1 84,0-1 1,0 1-625,0-3 1,3 2 100,-1-2 566,6 0 0,7-2 0,9 0 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6.9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142 7 7909,'-13'0'804,"3"0"0,-2-3-260,1 1 1,1 0-155,-1 2 0,3 2-193,-3 0 0,2 6-144,-1-2 0,2 3 148,-1-1 1,2 1 19,1 2 1,2 1-95,2-1 0,1 0 90,1 0 1,1 1-294,1-4 1,2 1 15,5 0 0,-1-2-289,2 2 0,1-2 63,2-1 0,0-1-92,0-1 1,0-1 67,-1 2 0,1 0 34,0 0 1,-2-2 381,0 2 0,-4-1-77,2 2 0,-3 1 45,-1-1 1,-2 3-41,-3 2 1,-1-1 142,-1 1 1,-2-3-24,-2 3 0,-4-2-94,0 1 1,-3-4-195,-2 1 1,1-5 108,-1 0 1,1-1-324,-1-1 0,1-3 123,-1-2 1,5-1-315,1-3 1,3-1 183,1-2 0,3-1-474,2 3 829,0-2 0,25-21 0,7-9 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7.16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7909,'0'7'2357,"0"-1"-1695,0 1 0,1-1 70,1 1 1,1-1-376,4 0 0,0 2-325,2 0 0,-2-1-135,4 2 1,-1-2 176,1-1 1,1 0-838,-1-2 1,-1 1 447,0-2 1,-1-1-753,2-2 0,-3 0 391,0 0 0,-1-1 676,0-1 0,-1-25 0,1-8 0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7.36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84 0 7909,'-6'6'746,"-1"1"0,3 1-238,0 1 1,2 2 59,-3 0 1,2 6-192,-1 3 0,-2 4 124,2 2 1,-2 2-74,-1 4 0,2 2-198,0-2 1,0 1-741,0-5 0,3-1 427,-1-4 1,3-1-1362,0-5 1,3-4 1443,1-4 0,4-14 0,2-3 0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7.62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 7909,'-3'5'1091,"-1"0"0,-1-2-1051,0-1-40,3-1 0,13-4 0,3-4 0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8.55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181 20 10022,'-4'0'615,"-1"-3"1,1 0-609,-2-1 1,-1-1 46,1 3 1,-4 0-120,0 2 0,-2 0 72,-1 0 1,0 3 49,0 4 1,0-1 25,0 3 1,1 0-32,1 0 0,3 1-41,4-1 0,1 0-105,3-3 1,1 0-101,3 1 0,1-1 62,6-2 1,1 1 71,3-3 0,-1 2 33,3-2 0,-2 3 3,2-3 0,-3 2-39,1-2 1,-1 3-165,-1 0 0,-1-2 29,-1 1 1,-1 1 16,-3 4 1,0-1 172,-5 3 0,0-1-82,-2 3 1,-3-2 131,-1 0 0,-4-1-99,-3 3 1,-1-3 131,-1-1 0,-2-2-78,0-1 0,-3-2-180,1-2 1,-2-2 28,0-2 0,2-2-133,0-5 1,5-1-118,-1-3 1,5 0-114,1-2 517,4 1 0,20-27 0,4-4 0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8.760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 1 7875,'-7'9'0,"3"1"1043,0 3 1,2 1-433,0 1 0,2 1 66,0 3 0,0 5-267,2-1 0,1 4-340,2-4 0,0 2-92,0 1 1,0 2-108,-1 0 1,1 0-208,-3-3 1,1 0-460,-1-1 1,-1-3-1204,4-3 1998,-4-3 0,2-10 0,-3-3 0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8.95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11906,'7'0'-139,"1"0"1,2 0-17,3 0 0,2 0-810,0 0 0,4 3 965,0 2 0,18 12 0,6 3 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9.29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135 19 7875,'-6'0'502,"-3"-2"183,1 0 0,-1 0-83,0 2 1,1 0-220,-3 0 1,3 3 44,-3 1 0,1 5-163,-1 1 0,2 3 210,3-1 1,-1 4-100,1 1 1,2-1 72,2-1 0,1-2-146,1-2 0,3-2-274,2-3 0,1-2-385,3-2 1,-2-1 297,4-1 1,0-3-711,2-1 1,0-5 398,-1-2 1,-1-1-432,0-1 1,0-2 348,1 0 0,-2 0 241,-1 2 1,0 1 137,0-1 0,-1 2 195,-1 0 0,-1 6 565,-2-2 0,-1 5-410,0 0 0,-3 6 393,2 3 1,-1 4-256,-1 2 0,1 0-288,1 5 0,-1-3-331,1 2 1,1-2-601,-1 2 0,1-3 365,-1 1 1,1-2-950,4-2 1387,-1 1 0,15-34 0,3-4 0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9.75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13 0 7875,'-4'1'1124,"-1"1"1,4 0-464,-1 2 1,1 3-207,1 4 0,1 4-134,1 2 1,-1 4-230,4 3 0,-2 2-29,1 2 1,1-2-148,-2 2 1,1-5 73,-2-1 0,2-3-240,-2-2 0,1-4-195,-1-4 0,0-5 223,2-2 0,-2-2-235,3-2 1,-2-2 149,1-5 1,2-2-34,-2-4 1,2 2 174,1-2 0,-1 2 233,0 2 0,1 1 41,-1 2 0,1 1 336,-1 1 0,1 0 120,-1 4 1,3 0-278,-1 2 0,1 0 118,-3 0 1,3 3-43,-1 4 0,1 0-352,-3 4 1,1-1 10,-1 3 0,-2 0 22,-2 0 0,-1 1 71,-1 1 0,0-2-185,0 2 0,-3-1-9,-2-1 1,0-1 85,-2-2 0,-1 1-142,-1-4 1,-2 0 53,0-5 1,-1 0-316,-1-2 0,0 0-6,0 0 1,3-3-183,-1-1 1,3-4 179,-1-1 1,3-2-92,2 0 0,1 1-61,3 0 1,0 1 554,0-2 0,26-14 0,6-5 0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29.96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 7875,'3'6'1358,"0"1"1,-3-1-863,0 1 1,0 0-138,0 1 0,0 0-151,0 3 0,0-3-189,0 3 1,0 0-231,0 2 1,0-3 291,0 1 0,0 0 133,0 2 1,2-3-215,0-2 0,9-12 0,0-4 0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0.128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16 7836,'-6'0'836,"0"0"1,1 0-345,1 0 0,2-2 1038,-2 0-2398,2 0 634,-1-1 1,4 2-1932,1-1 2165,2-2 0,14 9 0,2 0 0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0.429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7 0 7836,'0'4'911,"-3"2"205,2-3 0,-1 4-208,2 2 0,0-1-413,0 2 0,0 3-51,0 2 1,0 6-150,0 0 0,0 4-142,2 3 0,-1-1-178,1 3 0,-1-2-268,-1 2 1,0 0-169,0 0 1,0-3-541,0-3 1,1-2-794,1-3 1,1-2 1793,4-2 0,5-16 0,2-4 0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0.611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0 7827,'2'4'147,"0"1"1,0-3 298,-2 2 0,2 0-197,0 3 1,3-1-41,-3 1 1,0 2-235,-2 2 1,2 1 119,0 3 1,0 1-467,-2 1 0,0 4-45,0-2 0,0 2 416,0-2 0,0-2 0,0-2 0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0.79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19 6 7813,'-3'-3'699,"-3"0"0,5 3-560,-4 0-185,4 0-1704,-2 0 1750,3 0 0,14 20 0,4 5 0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1.045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32 0 7813,'0'11'0,"0"0"0,-2-1 952,0 0 0,0 3-280,2 0 0,0 3-152,0 3 1,-2 3-153,0 2 1,-1 1-106,1 1 0,0 3-248,-2 3 1,2-1 68,0 2 1,-1-2-867,1-3 1,0-2 551,2-3 0,1-3 230,1-1 0,4-8 0,4-5 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1.25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 7800,'0'3'959,"0"0"0,1-2-288,1 1 0,2-1-172,2 1 0,4 1-461,0-1 0,3 3-349,2-1 1,2 2-190,5 0 1,-2 3 159,1 0 340,-1 2 0,11 8 0,2 4 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35:35.346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26 27 7897,'-6'0'0,"2"-3"995,-1 1-516,1-3 1,1 4 270,0-3-11,3 2-458,0-4 0,3 6 441,1-2 1,0 1-261,3 1 1,-2 5 152,6 1 1,-2 6-206,1 1 0,-1 2-305,2 5-109,-1-1-187,0 0 0,2 3-449,-4 2 0,3-1-681,-2 0 0,1-3 1321,-1 0 0,8-7 0,0-4 0</inkml:trace>
  <inkml:trace contextRef="#ctx0" brushRef="#br0" timeOffset="259">284 1 7897,'0'3'0,"-1"3"855,-1-2 1,1 3-307,-1 1 0,-1 2 108,1 3 0,-1 4-168,1 2 0,-2 6-33,-2 5 1,-1 4-426,1 3 0,-3 1 72,-2 3 1,-1 1-223,-1 3 1,-1-2 133,-1 0 0,2-5-551,-2 0 0,3-5 227,2-3 1,3-3 308,0-7 0,1-2 0,2-6 0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26.38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31 238 8020,'-6'0'0,"-1"0"0,1 0 2722,-1 0-1908,4 0 0,1 0-333,7 0 1,0 0-348,5 0 1,2 0-248,3 0 1,1 0-221,3 0 1,3 0-640,-1 0 1,1 0 971,0 0 0,29 0 0,10 0 0</inkml:trace>
  <inkml:trace contextRef="#ctx0" brushRef="#br0" timeOffset="487">589 167 8012,'-3'-6'343,"0"2"1,-2-1 528,1 0 0,2 0-403,-2 1 1,0-2-32,0 2 1,-2 1-294,2-2 0,0 4-96,0-1 1,-1 1 76,-4 1 1,2 3-80,-1 1 1,0 3 208,-1 1 0,2 0-188,-1 3 0,1-1-283,3 3 1,-1 1 162,3 1 0,-2-2-21,1 2 1,2-1-113,3-1 1,0-3-302,5-2 1,-2 1 31,6-3 0,0 1-265,2-5 0,-1 0 118,1-4 1,0-2 159,0-2 0,-1-3 152,-1 1 1,1-4 124,-1 1 1,-2-1 166,-1 0 1,-1 2 52,0 1 1,-3 2 580,0 0 262,-2 1 94,1 2 1,-3 7 18,0 3 0,-1 7-530,-1 0 1,1 2-385,-1 0 1,1 1-56,1 3 0,1-2-263,1 0 0,2-2 263,2 0-43,1-2 0,8-3 0,2-1 0</inkml:trace>
  <inkml:trace contextRef="#ctx0" brushRef="#br0" timeOffset="951">935 116 7983,'-6'0'427,"0"0"0,-1-2 646,1 0 1,-1-2-469,-2 1 0,2 1 26,-2 2 0,-1 0-351,0 0 1,-2 3-277,-1 1 1,2 2 44,0 0 1,4 3-132,-2 0 1,3 1-15,1-1 1,2 2-97,3-3 0,0 1-327,0 0 0,3 0 174,2 2 1,2-1-87,2-2 0,2 0 127,0 0 1,1-1-35,1 0 1,1-3 196,0 0 1,0-2-5,1 3 0,-1-3 181,-2 2 0,0-2 35,-1 2 1,-2-1 20,-2 1 0,-3-1 14,0 2 0,-2 0 209,0 0 1,-3 1-59,-3 3 1,-1-2 85,-6 1 1,3-1-53,-3-3 0,0 1 70,-1-3 1,-3 2-321,0-1 1,2-1-248,2-2 0,0-1-358,-1-1 1,-1-2 427,3-2 0,1 2 91,2-1 1,4 1 19,0-2 25,3-4 0,25-20 0,7-7 0</inkml:trace>
  <inkml:trace contextRef="#ctx0" brushRef="#br0" timeOffset="1101">1083 225 7928,'-3'13'377,"2"0"1,-2-1 594,1-1 1,1 1-680,-1-2 1,2 0-294,2 1 1,-1-3-371,4 0 1,-1-1 369,2-3 0,6-18 0,2-7 0</inkml:trace>
  <inkml:trace contextRef="#ctx0" brushRef="#br0" timeOffset="1251">1083 1 8150,'-7'0'1666,"4"0"-1704,-3 0 0,6 0-1415,0 2 1453,0 2 0,32 34 0,3 7 0</inkml:trace>
  <inkml:trace contextRef="#ctx0" brushRef="#br0" timeOffset="1487">1218 276 7918,'-3'4'0,"2"2"0,-3-6 502,2 3 1,2-6 706,-3-1 1,3-2-809,3-3 0,-2 0-274,3-2 1,1-1 8,1 1 1,0 0-158,1 0 0,-1 1 242,1 2 1,-1 1 7,0-2 0,1 4 145,-1 1 0,1 2 54,-1 0 0,1 2 163,-1 0 0,0 3-300,1 4 1,-3 0-209,0 3 1,-2 3-372,3 2 0,-3 3-684,2-1 0,-2-1 972,3 2 0,2 4 0,3 5 0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0.23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82 98 7941,'0'-10'0,"-3"-1"379,-1 1 0,-2 0 70,2 0 1,1 0 2,3-1 1,-4 5 250,1-1 203,0 5-228,3-8-397,0 9 1,0 2 58,0 10 0,-4 5-154,1 7 0,-4 3-192,4 5 0,-5 1-266,1 2 1,2 1-463,2 2 1,-2 2 29,2-5 1,0 0-1617,3-3 2320,0-5 0,18-6 0,4-5 0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0.44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0 7941,'6'0'916,"-2"0"-84,-4 0 514,0 0-876,0 5 1,5 4-26,2 4 0,2 4-516,1-3 0,1 5 130,3 2 0,2-1-884,4 4 0,0-4 262,1-3 0,-1 2 563,1-1 0,4 1 0,1 1 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0.662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11 215 7941,'-5'-5'649,"0"0"-404,5-5 1,5-1 223,1 1 0,5-1-642,2-3 1,4-1-174,7-2 1,-2-1-303,1 5 1,3-5 647,2 1 0,15-7 0,4-2 0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0.9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1 139 7838,'4'-6'380,"2"-3"-367,4 2 1,-2-3-183,2-4 1,-2 3 188,6-2 1,-3 0 86,-1-1 1,1 6-9,-1-2 0,-3 3 87,-1 1 143,1-3-165,-1 7 0,0 2 230,-3 7 1,-2 2-283,2 2 0,-1 0-19,-2 2 0,0 0-555,0 4 0,3-1-108,0 1 0,4 1 570,-3-4 0,8 13 0,-1 0 0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1.263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10 0 7932,'-5'0'1792,"0"0"-975,5 0-569,0 0 0,5 5-29,1 2 0,5 2-42,2 1 0,0 5-127,4 2 1,-4 2 60,4 1 0,-3 2-195,3 2 1,-5 1 53,2 2 0,-4 2-185,-3-1 1,1 1-309,-5 2 0,1-4-6,-4 0 1,0-1-246,0 1 1,-4-2 773,1-4 0,-10-5 0,2-2 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1.50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 9329,'11'0'498,"-1"0"0,1 0-863,3 0 1,2 0-88,4 0 0,4 0 452,0 0 0,31 0 0,5 0 0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5.247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205 82 7799,'0'-10'1183,"0"0"1,-2 1-454,-1 2 0,1 3-303,-5 4 0,0-4 97,-3 1 0,0 1-119,0 5 1,-2 0-170,-1 8 0,-2-2-57,-2 8 1,-2 0-80,2 3 0,2-1 26,1-2 1,6 2-107,2-6 1,0 5-393,-1-1 0,3-1 58,4 1 0,1-4-114,2 0 0,6 0-178,5 0 1,5-5-602,1 2 1,2-6 359,5-1 847,-4-2 0,34-28 0,3-7 0</inkml:trace>
  <inkml:trace contextRef="#ctx0" brushRef="#br0" timeOffset="241">368 62 7799,'-6'0'1520,"-3"0"1,8 1-960,-2 3 0,1-2 28,2 5 0,0-1-2,0 5 0,5-1-290,2 0 0,6 4-200,4-1 1,-1 5-107,1-1 1,3 2-298,0-2 1,6 1-71,-6-5 0,3 2-518,-2-1 1,-1-4 45,0 0 1,-3 0 847,0-3 0,0-2 0,4-1 0</inkml:trace>
  <inkml:trace contextRef="#ctx0" brushRef="#br0" timeOffset="475">327 287 7799,'-6'-2'1059,"3"-1"1,2-3-597,1-4 0,1 0-252,2 0 1,4-5-131,7-2 1,-2-2-65,5-2 1,4-2-295,3-1 0,3 0-58,-3 3 1,3 2 334,-3 2 0,22-7 0,3 3 0</inkml:trace>
  <inkml:trace contextRef="#ctx0" brushRef="#br0" timeOffset="818">786 205 8371,'0'6'3008,"0"-2"-2692,0-4-280,5 0 0,0 0-300,6 0 1,-1 0 160,0 0 1,0 0-62,1 0 0,-5 0 193,1 0 1,-5 1 141,2 3 1,0-2 137,0 5 1,-1 3-46,-3 4 1,0 0 258,0 0 0,-3 2-110,-1 4 1,-2 1 38,2-1 1,-3 0-147,4 1 0,-4-4-57,4 0 1,-1-4-303,4 4 0,0-4-225,0 1 1,1-7-885,3 0 764,2 0 1,5-1-341,2-3 0,0-2 738,4-1 0,14-18 0,6-5 0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8:47:37.554"/>
    </inkml:context>
    <inkml:brush xml:id="br0">
      <inkml:brushProperty name="width" value="0.06" units="cm"/>
      <inkml:brushProperty name="height" value="0.06" units="cm"/>
      <inkml:brushProperty name="color" value="#004F8B"/>
    </inkml:brush>
  </inkml:definitions>
  <inkml:trace contextRef="#ctx0" brushRef="#br0">0 134 8819,'0'5'3481,"6"0"-3369,4-5 0,1-4 47,6 1 0,0-2-217,4 2 0,2 2-291,1-3 1,1 3-318,-1 1 1,1 0 665,2 0 0,25 14 0,3 3 0</inkml:trace>
  <inkml:trace contextRef="#ctx0" brushRef="#br0" timeOffset="320">194 32 7841,'-7'0'-1681,"0"0"2969,5 0-289,-2 0-572,4 4 0,0 2-251,0 4 1,0 1-162,0 3 1,3 2-60,0 4 0,5 5-271,-1 2 1,-1 3-93,1 0 1,-4 1-1129,4 0 1535,0-5 0,7 8 0,2-3 0</inkml:trace>
  <inkml:trace contextRef="#ctx0" brushRef="#br0" timeOffset="917">541 42 8342,'0'-6'3474,"0"2"-2748,0 4-335,0 0 1,0 5 225,0 5 1,0 2-252,0 5 1,1 0-163,2 3 0,2 1-190,2-1 1,2-1 156,-2-2 1,2 1-560,1-4 1,0 0 17,0-4 1,4-3-160,0-1 0,3-3 253,-4 0 1,2-6-46,-2-4 0,2-7-18,2-3 0,2-2-20,-1-1 1,-4-1 143,0 1 1,1-1 43,-2 1 1,1 0 133,-4-1 0,0 5 46,0 3 449,-4 1 101,3 2 522,-8 4-546,4 2 1,-5 5 442,0 2 1,3 1 55,1 6 0,-1-2-366,-3 6 1,1 0-134,3 0 1,-3 4-246,2-1 1,2 2-193,-2 2 0,4 3-274,-4-1 1,5 1-471,-1-3 1,-1 0-308,0 3 1,1-6 952,3 3 0,14-3 0,3 2 0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31.065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288 218 8018,'-3'-6'1428,"0"0"0,-4-1-865,1 1 0,0 1-195,-1 1 0,-1 3-562,-1-1 0,-3-1-39,-1 1 0,0-1-283,-4 3 1,-1 3 298,-1 2 1,1 1 39,-1 3 0,3-2 88,-3 4 1,4-2-85,0 1 0,2 0 252,3 1 1,0 0-39,4-2 0,3 2 80,0-3 0,6 3 3,1-3 1,4 1-53,3-3 1,3 1 39,1-1 1,4 1-9,0-1 0,0-2-66,3 1 1,-2-3-10,-1 2 1,-2 0-100,0 0 1,-1 2 57,2-2 0,-3 2-83,-5 0 0,-1 1 68,-2 2 0,-4-2 194,0 1 1,-3 2-31,0 1 1,-5 1 80,-1 1 1,-5-1-111,1-1 1,-3 0-9,1-2 1,-3 1-44,0-4 1,-3 2 11,1-4 1,0-1-317,0-1 1,0-1 100,-2-1 1,0-3-359,2-1 1,2-3-7,2-1 0,3 0-135,4-3 0,0 3-21,4-3 666,3 0 0,28-27 0,10-7 0</inkml:trace>
  <inkml:trace contextRef="#ctx0" brushRef="#br0" timeOffset="274">449 32 8018,'-4'0'971,"-2"0"167,3 0-300,-4 0 1,4 1-296,1 1 1,1 5 17,1 3 1,2 5-158,0 2 1,3 7-68,0 2 1,0 3-88,2 1 1,-1 4 28,0 0 0,1 2-723,-1-1 0,-1-2-151,-1-3 0,-3 1-535,1-3 0,1 1 228,-1-4 0,3 0-1601,-3-6 2503,3 0 0,-4-11 0,1-3 0</inkml:trace>
  <inkml:trace contextRef="#ctx0" brushRef="#br0" timeOffset="457">352 295 9883,'14'-4'-306,"1"0"1,2 2-131,4 0 1,3 1-990,4-1 1425,1 1 0,40-2 0,9 3 0</inkml:trace>
  <inkml:trace contextRef="#ctx0" brushRef="#br0" timeOffset="818">827 302 9048,'-6'-1'1312,"2"-1"0,-2 0-934,-1-2 0,0 2-168,-4-2 0,1 2 10,-3 0 1,-3 1-1,-1 1 1,1 2 129,-1 2 1,0 2-4,0 7 1,1-2-41,4 4 0,2 1-136,4 2 1,0-3-99,4 0 0,1 1-118,3-1 1,2-3-403,5-3 0,-1-3 80,5-2 0,-1-1-479,5-3 0,-2-1 37,0-1 0,0-3 248,0-4 1,0-2 137,-2 0 1,-1-1 349,-1-1 1,-2 2 180,-3 1 0,1 2-93,-1-1 0,-1 3 280,-1 1 326,-3 3 172,2 2 0,-2 2-69,1 3 0,-1 1-355,1 3 0,1 0-369,-1 2 0,2 1-90,-2-2 0,3 3-516,-1-1 0,0 1-13,0 0 0,1-2-628,4-1 1,-2 0 1246,2 1 0,3-4 0,2-5 0</inkml:trace>
  <inkml:trace contextRef="#ctx0" brushRef="#br0" timeOffset="1076">1007 0 8006,'-4'0'125,"-2"3"1,5-2 593,-3 1 110,2 2 0,-1 1-278,3 4 0,0 3-135,0 1 1,3 2-127,2 5 0,0 4 28,2 2 1,-1 3-161,1 1 0,-2 2-139,-1 0 0,0 0-16,-2 0 1,-1 1-364,1-3 0,-1-1-801,2-8 1,-3 2 148,2-4 1,-1 3-1193,-1-7 2204,0 1 0,0-14 0,0 0 0</inkml:trace>
  <inkml:trace contextRef="#ctx0" brushRef="#br0" timeOffset="1257">930 263 10678,'6'0'533,"3"0"-556,2 0 1,2 0-295,2-3 1,3 3-166,4-2 1,2 1 481,0 1 0,20 3 0,7 0 0</inkml:trace>
  <inkml:trace contextRef="#ctx0" brushRef="#br0" timeOffset="1591">1218 366 7978,'-6'0'868,"0"2"1281,-1 0-888,4 3-566,0-4 1,3 2-431,3-3 0,0 0-307,4 0 1,2-1-51,1-1 0,0-2-336,1-2 0,-1-1-207,1 1 1,0-3 340,-2 1 0,-1-1 29,-1 3 1,-2-1 156,0-2 0,-2 1-20,-3-2 0,0 1 1,0-1 0,-5 2 127,-2-1 0,-4 2-59,1 1 0,-3 2 185,-2 2 0,1 1 393,-1 1 0,2 3 24,0 1 0,2 5 245,1 2 0,2 4-350,-1 2 0,4 2 77,1 2 1,3-1-185,-1 2 0,2 0-122,2-1 0,2 0-340,4-1 0,2-4-445,3-1 0,3-2-1322,1-2 0,2-1 1898,0-3 0,20-14 0,5-7 0</inkml:trace>
  <inkml:trace contextRef="#ctx0" brushRef="#br0" timeOffset="1968">1590 250 7957,'-10'-2'768,"-2"1"0,2-4-298,-3 3 0,1 0 69,-1 2 1,0 0 252,0 0 0,1 0-319,1 0 1,2 2-203,3 3 0,0 0-157,2 2 1,-1 0-233,3 2 1,-1-2 123,3 4 0,1-1-89,1 1 0,0 1 9,2-1 1,1-2-167,4 2 1,-2-2 39,1 1 0,1-2-11,0 1 1,2-2-68,0-1 0,-1 3 25,1-1 1,-1 1-115,0-3 1,0 1 129,-1-1 0,-2 1-132,2-1 0,-2 1 290,-1-1 1,-2 0 151,-2 1 0,-1-1 275,-1 1 0,-2 1-173,-2 1 0,-1-1 23,-6-1 1,2-1-89,-4 0 0,2 1 131,-4-1 0,1-2-214,1-2 0,1-1-187,-1-1 1,0-1-103,0-1 1,3-2-392,2-5 1,3-1-1416,0-3 2068,4 0 0,12-22 0,7-7 0</inkml:trace>
  <inkml:trace contextRef="#ctx0" brushRef="#br0" timeOffset="2200">1873 282 7957,'-7'4'0,"1"2"0,1-5 528,1 3 1,2-2-446,-2 0-83,2 2 0,5-1 0,4 4 0</inkml:trace>
  <inkml:trace contextRef="#ctx0" brushRef="#br0" timeOffset="2341">1879 424 7952,'-6'2'275,"2"-1"302,-2 5-1513,3-5 936,-1 1 0,10-10 0,5-3 0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37.569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19 237 7916,'0'-6'162,"0"0"182,-2-1 1,0 3-224,-2 0-121,2 2 0,0-1 2710,2 1-1202,0 1-751,0 4 1,0 5-389,0 6 1,0 3-299,0 2 1,0 3 98,0 2 0,0 4-125,0 1 1,0 1 7,0 0 1,0-1-323,0 1 0,-3-4 17,1-2 1,0-7-11,2 1 0,0-7-750,0-2 617,0-5 1,0-3-61,0-5 0,0-3 57,0-6 0,0-3-127,0-4 0,0-2 112,0-3 1,0-4 114,0-1 1,0-1 81,0-1 0,0-2 13,0-1 0,2 1 378,0 2 1,1 0 27,-1 0 0,2 3 252,2 4 1,2 5-210,0 5 1,2 2 121,3 2 1,0 2-153,2 3 1,-1 2 89,1 2 0,-1 0-182,1 0 1,-3 2-26,0-2 0,-1 4-25,0 2 1,0 2-24,-2 3 0,-1-1-22,-1 2 1,-2-1 19,0 2 0,0-1-5,-3 3 0,0 2 66,-2 0 0,-3 1 5,-1-1 1,-3-1-110,-1 3 1,-2-3 19,-3 1 0,0-1-96,0-1 0,0-3-93,-2 1 1,1-4-323,-1 0 1,2-2-75,0-3 1,0 1-370,0-3 1,3-1 927,2-1 0,9-22 0,3-7 0</inkml:trace>
  <inkml:trace contextRef="#ctx0" brushRef="#br0" timeOffset="442">289 327 7916,'-7'3'696,"1"1"1,0 0 493,2 0 479,1-2-1352,3 3 0,1-4-342,1 1 0,2-2-102,2-2 1,3 1-450,2-4 1,1 0 175,1-3 0,0-2-333,2-3 0,0 0 401,2 0 0,-3 0-45,1-2 0,0 1-43,-2-1 0,1 3 350,-3 1 0,-3 2 554,-1 2 284,-4 4 187,-3 0 0,-1 8-349,-1 1 0,-1 5 322,-4 0 1,3 1-476,0 0 1,0 1-320,0 0 1,-1 0-98,3 0 0,0 1-337,2-1 1,0 1-585,0-3 0,0 1 884,0 1 0,14 0 0,4-1 0</inkml:trace>
  <inkml:trace contextRef="#ctx0" brushRef="#br0" timeOffset="680">642 366 7916,'-4'6'1007,"-2"1"0,3 0-512,-4 1 1,3 2 22,0 0 1,2 3-520,-3 0 1,3 0-434,-2 2 1,3 0-592,-2 0 1025,0 0 0,-1 12 0,-2 4 0</inkml:trace>
  <inkml:trace contextRef="#ctx0" brushRef="#br0" timeOffset="1238">847 231 7916,'-6'13'367,"5"0"1,-7 0 522,6 2 0,0 2 210,2 2 1,0 0-527,0 0 0,0 1-529,0-1 0,0-1-98,0-1 0,0 1-123,0-3 1,0-1 106,0-3-72,0-2 44,0-2 0,0-4-270,0-3 1,0-4 21,0-4 1,0-2 81,0-3 1,0-4-27,0-2 0,0-1 30,2-3 0,-1-3-66,1-2 1,-1-2 96,-1 3 0,2-3 186,0 2 1,1-4-69,-1 2 1,0 0 140,2 4 0,-2 1-58,2 2 1,1 3 316,4 6 0,-2 4 159,2 3 1,1 1-177,0 4 1,2 0 149,-2 2 1,2 3-69,-1 1 0,1 3 74,-2 1 1,2 0-115,-1 3 0,-2-3-48,0 3 0,-2 0-63,-1 2 0,-1-1-20,-1-2 0,-3 2-279,2-1 0,-3-1 119,0 1 1,0-1-195,-3 0 0,0 2-8,-4-4 1,-2 2-92,-2-2 1,-1-1 10,0 2 1,-3-3-76,0-1 1,0 0 83,2-3 0,-2 0-44,0-2 1,3 0-84,3 0 1,1-3-128,1-1 1,0-2-213,5 0 0,1-1 715,3 1 0,24-15 0,9-3 0</inkml:trace>
  <inkml:trace contextRef="#ctx0" brushRef="#br0" timeOffset="1631">1168 193 7908,'-4'0'1888,"-2"0"-906,3 0-91,-1 0 1,2 0-484,4 0 1,2-3-395,2 1 1,3-1-81,-1 1 0,4 2-315,-2-3 1,0 3 220,1 0 1,-2 0-10,1 0 0,-2 0 34,1 0 1,-2 0 47,-1 0 0,-2 0 529,-2 3 0,-1-1-80,-1 4 1,-3 0 151,-2 5 1,-3-1-210,-3 3 1,-2 0 51,-2 0 0,2 2-96,-2 0 1,1 0-78,2-3 0,2 1-133,1 0 1,3-3 49,1-1 1,2-2-568,3-1 1,0 1-149,0-1 0,3-2-396,2 1 1,3-4 155,3 1 1,1-1 853,1-1 0,22-14 0,7-4 0</inkml:trace>
  <inkml:trace contextRef="#ctx0" brushRef="#br0" timeOffset="1872">1430 353 7874,'-6'6'1951,"0"-1"-1579,2-1 0,-2 0 220,2 3 1,1 2-73,-2 2 1,1 1 39,-2 3 0,-1 2-502,1 2 0,-1 0-436,1 0 1,0 3 377,-1-1 0,1 1 0,-1-3 0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41.519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168 90 7834,'-6'-10'0,"2"0"780,-5 2 0,2 1-109,1-2 1,-3 2 40,1 1 1,-3 2-276,2 2 0,-2 1-126,0 1 0,1 3-77,0 1 0,1 7 26,-2 2 1,3 5 59,0 1 0,1 1 177,0 3 1,4 0-48,1 2 0,1-1-221,1 4 0,0-1-45,0-2 1,5-1-119,1-1 1,5-3-209,0-1 0,2-3-21,1-5 1,1-2-275,2-2 1,0-4 213,2-1 0,0-6-139,1-2 0,-1-8-223,0-1 0,0-3 170,1-4 1,-3-1 140,0-2 0,-3-1 145,1 0 0,-4 1 188,-3-1 1,-3 0-115,-3 1 0,-2 1 100,-2 1 1,-5 2-36,-4 0 0,-1 4 57,0 4 1,-2 3-26,-1 4 0,-1 2-135,-1 2 1,-1 2-143,1 0 1,-3 3-76,-1 4 0,4 0-278,0 3 1,5 0 17,1 1 1,5 1-905,0-1 1474,4-2 0,10 3 0,7-2 0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5:44.403"/>
    </inkml:context>
    <inkml:brush xml:id="br0">
      <inkml:brushProperty name="width" value="0.04286" units="cm"/>
      <inkml:brushProperty name="height" value="0.04286" units="cm"/>
      <inkml:brushProperty name="color" value="#008C3A"/>
    </inkml:brush>
  </inkml:definitions>
  <inkml:trace contextRef="#ctx0" brushRef="#br0">32 58 7883,'-6'3'0,"0"-2"1379,2 4-394,-2-4 512,3 5-658,-1-5-347,1 1 40,3-2-26,0 0-278,3 0 1,-1-2 0,2-3 0,0 0-78,3 1 1,-2-2 89,0 2 1,2-2-214,0 0 1,1 0 24,-2-1 0,0 1 72,1 2 1,-1-2 88,1 2 1,-1 1 77,1 1 1,-1 1-16,0 1 1,1 0 160,-1 0 0,0 1 82,-2 1 1,1 2-147,-3 2 1,3 3-181,0-1 0,-2 1-25,1-3 1,-1 1-190,1-1 1,-1 1-163,2-1 1,0-2-244,0 1 0,1-4 63,3 1 0,-2-2-433,1-2 1,2 1 62,-2-4 1,4 1-448,-2-2 0,0-1-1845,1 1 3024,-3-1 0,-5-8 0,-3-2 0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6:13.372"/>
    </inkml:context>
    <inkml:brush xml:id="br0">
      <inkml:brushProperty name="width" value="0.06" units="cm"/>
      <inkml:brushProperty name="height" value="0.06" units="cm"/>
    </inkml:brush>
  </inkml:definitions>
  <inkml:trace contextRef="#ctx0" brushRef="#br0">43 257 8003,'-7'-4'444,"-1"-2"0,4 4 654,-1-3 0,3 4 170,-3-2 17,3 2-1092,-1 1 0,3 4 62,0 4 1,0 0-222,0 6 1,3-1-89,2 4 0,-1 1-63,1 1 1,-3 0-115,3 0 0,-1 1-429,1-3 1,0 2-21,-3-3 0,3 1-1402,-2-3 2082,2-3 0,-1-10 0,3-6 0</inkml:trace>
  <inkml:trace contextRef="#ctx0" brushRef="#br0" timeOffset="166">36 29 7987,'-8'0'444,"1"0"154,0 0 1,3 3-591,-1-1 88,3 1 0,-1 0-96,3 1 0,19 12 0,5 3 0</inkml:trace>
  <inkml:trace contextRef="#ctx0" brushRef="#br0" timeOffset="502">206 427 7987,'-7'0'0,"2"0"982,1 0 0,1 0-306,-2 0 0,4 0-158,-2-3 0,3-1-427,0-3 1,0-1-298,0-1 0,3-2 117,2-4 1,1-1-136,1-1 0,0 1-9,0 2 1,0-1 135,0 1 0,1 3 440,-1 2 0,0 1-36,0 1 0,-2 2 103,-1 0 1,1 4-58,2-2 0,-2 3 124,0 3 0,0 0-72,5 5 0,-2 1 26,1 1 0,-1 2-189,-1 0 1,0 2-4,0 3 1,0-2-433,-3 1 1,3 2-299,-3-2 1,0 2-618,1-2 1,-3-1 578,3 2 529,-3-5 0,1 4 0,-3-1 0</inkml:trace>
  <inkml:trace contextRef="#ctx0" brushRef="#br0" timeOffset="1350">618 449 8032,'0'8'157,"0"0"322,0 2 1,-2 2-138,0 0 1,-1 2 167,3 3 1,0 1-190,0 3 1,0 6-86,0-1 1,0 3-243,0-3 0,1 1 60,1-1 1,-1 0-12,1-5 1,-1-1 2,-1-6 1,0-3-570,0-1 316,3-6 0,-2-4-136,2-4 0,-3-6 87,-3-2 1,2-4 67,-4-3 0,3-5-41,-3-2 1,2-2 97,-1-3 1,1 1 41,-1-3 0,2 2 77,0-2 1,1 2 157,1-2 0,1 4-56,1 0 1,3 1 133,4 5 0,2-1-104,3 3 1,1 3-99,2 4 1,-2 1-18,2 3 1,1 1 15,1 2 1,-2 3-34,0 1 0,-5 3 54,0 3 1,-2 1-29,1 3 0,-5 3 16,-1 2 1,-1 4 108,-2 3 1,0 0 7,-2 0 0,0-1-138,-3 1 0,2 0 0,-4-2 0,0 0-11,-2-3 0,0-1-146,0-1 1,-1 0 52,-1-5 1,-3 2-213,-2-5 1,2 0 99,1-2 0,-1-2-124,-2-2 1,2-1-975,0-4 1305,3 2 0,5-25 0,5 0 0</inkml:trace>
  <inkml:trace contextRef="#ctx0" brushRef="#br0" timeOffset="1744">945 314 7994,'-7'7'0,"0"1"1557,0 1 0,3 0-562,1 3 1,3-4-259,0 2 1,0 0-389,3 0 1,1-1-237,3-2 0,1 0-106,1 0 1,0-2-338,3 0 0,-1-4 5,1 2 0,0-2-279,-2-1 0,2-1-266,0-2 0,-1-1 278,1-6 1,-3 2 69,0-4 0,2 0 264,-2-2 0,-2-2 65,-2 2 0,-3-2 126,3 4 1,-3 2 466,0 0-124,2 2 1,-3 4 1031,1-1-551,-1 3 0,-1 3-340,0 6 1,0 1-72,0 4 1,2 0-171,1 2 1,0-1-74,-1-1 1,0 2-74,2-2 1,0 1-414,1 1 1,1 0-53,-1-3 1,2 2-454,0-3 1,0-1-1415,0-2 2302,3-3 0,11-45 0,5-14 0</inkml:trace>
  <inkml:trace contextRef="#ctx0" brushRef="#br0" timeOffset="1951">1350 1 7970,'-4'7'765,"-1"3"220,2 2 1,-1 5-202,1 2 1,1 2-322,2 3 0,2-1-70,1 6 1,0-2-421,-1 3 1,0 2-300,2-1 0,-1 0-171,2-3 1,-4-3-602,1-1 1,2-2 411,-2-1 0,0-5-1173,-2-2 1859,0-4 0,-3-9 0,-1-6 0</inkml:trace>
  <inkml:trace contextRef="#ctx0" brushRef="#br0" timeOffset="2109">1272 179 7958,'-3'-4'860,"2"0"-182,-1 1 44,1 3 0,4-4-580,2 4 0,4 0-538,3 0 0,4 0-1573,0 0 1969,7 4 0,37 3 0,16 4 0</inkml:trace>
  <inkml:trace contextRef="#ctx0" brushRef="#br0" timeOffset="2453">1691 157 7951,'-14'0'-147,"1"0"446,-1 0 0,4 3 470,-4-1 0,1 0-312,-1-2 1,0 0-105,-1 0 0,4 3-104,-1-1 1,4 1-66,1 0 1,0 1-1,2 3 1,2 0-6,0 0 0,3 2-72,0 1 1,3 0 14,2 0 0,1 0-221,1 2 1,1 0 89,1-2 0,0-1-63,3-2 0,-3 1-339,3-1 0,-2-3 95,1 1 0,-2 0-56,1 2 1,-2-1 166,-1-1 1,-1 1 101,-1-1 1,-2 4 70,-3 0 0,-1 1 217,-1-3 0,-5 2-144,-2 1 1,-6 2 125,1-3 1,-2-2-71,2-2 0,-3-3-144,1 0 1,-3-4-168,2 0 1,0-6-50,3 1 0,3-4-322,2 1 0,2-2 57,2 0 0,2 1-651,3-1 1179,3 0 0,17-2 0,6 0 0</inkml:trace>
  <inkml:trace contextRef="#ctx0" brushRef="#br0" timeOffset="2668">1912 221 7937,'-8'0'1044,"4"0"1,-2 0-498,1 0 0,1 0-420,0 0-638,2 0-1439,-1 3 1950,3 1 0,13 16 0,2 3 0</inkml:trace>
  <inkml:trace contextRef="#ctx0" brushRef="#br0" timeOffset="2792">1919 378 7909,'-7'4'0,"2"1"764,0-3 1,3 3-482,-3-2-1390,3-1 1107,-1-2 0,13-6 0,2-2 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6:25.220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7 100 7986,'0'-5'321,"0"0"1,-2 3 1322,0-3-171,-1 4-235,3-3-590,0 4 0,1 4-226,1 0 1,2 6-114,4 2 1,-4 4-50,1 3 1,0 2 71,2 0 0,0 1-267,0 2 0,0 1-62,0 3 1,0-2-50,0-3 0,-2-1 101,0 0 0,0-2-227,2-1 0,-2-4 92,-1-6 0,0-3-212,1-2 206,1-2 1,-4 1 37,3-3 1,-3-3 103,3-2 1,-3-4-121,3-3 0,-3-5-115,3-2 1,-1-2-16,1-3 1,1-3-256,-1-4 0,0-2 73,0 2 1,1-3-116,-1 1 1,-1 0 69,1 2 1,-3 2-28,3 7 0,-4 3-272,2 7 270,-2 5-744,-1 4 1194,0 6 0,0 14 0,0 6 0</inkml:trace>
  <inkml:trace contextRef="#ctx0" brushRef="#br0" timeOffset="501">363 320 7977,'-3'9'1553,"1"-1"-839,0 0 1,-1-1-60,1 3 1,0-1-211,2 0 0,0 0-18,0 3 0,2-1-266,0 4 1,4-1 13,-1 0 0,-2-1-423,2-1 1,-1 1 228,1-4 0,0-2-146,-2-2 1,0-3-106,-1 0 73,-1-1 1,2-5-21,-3-3 0,-1-2 105,-1-5 0,1 1-13,-4-6 1,2 0 20,-1-3 1,0-1-65,-1-1 0,-1 0 6,4 3 1,-1 0 389,1 2 1,1 0-8,-2 2 0,3 1 14,0 1 1,4 4-195,3 2 1,1 2-3,3 2 1,1 1-303,2 2 1,1 1-448,2-1 0,1 1-769,4 1 1479,-1 0 0,3 9 0,2 3 0</inkml:trace>
  <inkml:trace contextRef="#ctx0" brushRef="#br0" timeOffset="825">704 434 7944,'0'11'817,"-3"-1"0,-1-3-199,0 0 0,-3 3-192,3-1 1,-2 4-128,1-1 0,-1 1 143,1 1 1,-1 1-856,-1 2 1,1-2 206,1 1 206,-1-1 0,-14 3 0,-7 0 0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1T18:46:41.127"/>
    </inkml:context>
    <inkml:brush xml:id="br0">
      <inkml:brushProperty name="width" value="0.04286" units="cm"/>
      <inkml:brushProperty name="height" value="0.04286" units="cm"/>
      <inkml:brushProperty name="color" value="#F6630D"/>
    </inkml:brush>
  </inkml:definitions>
  <inkml:trace contextRef="#ctx0" brushRef="#br0">30 104 7806,'-1'-6'-142,"-1"-1"418,-1-1 1,-2 3 542,2-2 1,2 1-327,-2-4 1,-2 3 618,2 1-711,0-1 1,3-3 317,0 0-222,0 5 210,0 0-276,0 1 0,0 4-88,0 0 0,3 4 137,0 6 0,4 1-88,-4 2 1,4 3-75,-4 4 0,4 1-115,-4 2 1,4 1-27,-4 2 1,1 2-127,0-5 0,-2 1-171,4-1 1,-3-2-440,0 3 0,1-7 94,0 0 0,2-5-151,-2 1 1,0-6 309,-1-4 0,-1-2 5,5-1 0,-4-2-37,4-5 0,-4 0 108,4-10 1,-4-1 34,4-5 1,-2 2-5,2-2 0,2 2 155,-3 1 1,2 2-79,-1 1 0,1-1 160,-1 5 0,-1 1 334,0 6 19,1 1 1,2 6-7,-3 3 0,2 2 280,-5 7 0,5 3-209,-1 4 1,-2-1 184,2 1 1,-2 3-275,2 1 0,2-5-154,-3-2 0,3-2-148,1 2 0,0-3 42,0-4 1,0-1-76,0-2 1,0-3 119,0-4 0,-1 0-195,1 0 1,-3-8 1,0-2 0,-1-6-134,4-1 1,-3-5-169,-1-1 0,-3-3 101,0 2 0,1-3-71,0 0 1,-1-1-138,-3-2 1,3 1-351,0 3 1,1 5-485,-4 5-30,0 3-717,0 3 2031,0 6 0,-18 13 0,-4 2 0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45.501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1 263 8030,'0'7'1594,"0"-1"-996,0 0 0,0 3-58,0 0 0,3 3-289,1 0 0,0 1-21,0 2 0,0 1 28,3-1 0,-1 2-274,0-2 0,-1-2-400,-1-2 0,0-4 224,3 2 0,-3-2-31,0-1 0,-2-2-995,3-2 873,-1-1 0,0-4-288,0-1 0,-1-2 216,1 0 0,-2-2 53,2 0 1,-2 0 128,3-3 0,-3 4 137,2-2 0,-2 0-65,0 0 0,1-1 163,-1 1 0,0 0 0,-5 6 0,-1 0 0</inkml:trace>
  <inkml:trace contextRef="#ctx0" brushRef="#br0" timeOffset="687">84 404 8030,'0'-3'368,"0"-3"1,0 2-215,0-2 0,2 0-329,1-1 0,2 0 26,-1-1 1,2-2-94,0-3 1,0-1 117,1-1 0,0 1 55,2-3 1,-5 0-83,3 0 0,-3 0 74,0 2 0,1-1 93,-2 1 1,-1 4-90,-2 1 1,0 2 229,0 1 0,0 1-71,0-1 241,-3 4-179,-1-3 0,0 5-49,0-3 0,0 1-74,0-1 1,0 2 39,2-2 1,1 0-104,-3 0 0,1-2 89,-1 2 0,3-2-239,-1 0 1,-1-1-88,1-2 1,-1 2-106,1-2 1,1 2 379,-1 1 0,4-6 0,1-2 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49.61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128 283 10587,'0'-4'1370,"0"-1"-1253,0 4 1,0-3 273,0 2-822,0 2 464,0-3-491,-3 3 1,-1 0 147,-2 0 1,0 0-11,-1 0 1,1 0 3,-1 3 0,1 0 34,0 4 0,-2-1 186,1 0 0,-1 1-97,4-1 0,-1 1 261,1-1 0,1-2-44,3 1 0,0-1 86,0 2 0,1 1 42,1-1 0,1 0 0,4-2 1,0 1-151,2-3 0,-2 2 20,1-1 0,2 1-165,-2-2 1,1 2 104,0-2 1,-3 3-102,1 0 1,-2 0 62,-2 2 0,1-1 62,-2 1 0,0-1 15,-2 0 1,-2 3 127,0 0 0,-5 1-84,0-1 0,-3-1-52,2-1 0,-4-1 35,2 1 1,-2-2 1,-1 0 0,2 0-222,0-3 0,3 0-91,-3-2 0,3 0-124,0 0 0,3-1 407,3-1 0,10-10 0,3-5 0</inkml:trace>
  <inkml:trace contextRef="#ctx0" brushRef="#br0" timeOffset="451">224 469 7942,'0'13'-110,"0"0"0,0 1 531,0-1 0,0 1-69,0-3 0,0-1-479,0 0 0,2 0 23,0 1-169,3-2 70,-4-2 205,2-4 0,-3-1-33,0-4 1,0-2-135,0-5 0,-2-1 81,0-2 0,-3-2 35,3-1 0,-3-2 49,1-4 0,1-1-33,1-2 0,-1 0 14,1 2 1,0 0-10,2 1 0,0 1 5,0-1 0,1 1 1,1 0 1,1 2 10,4 1 0,0 1 134,1 3 1,0 4-135,3 3 1,-3 2 137,3 4 1,-3 1-118,1 1 0,-2 1 159,-1 4 1,0 1-5,1 1 1,-3 2-40,0 0 0,-2-1-73,0 1 1,-1-1-3,2 3 1,-3-3-34,2-1 1,-1 0 60,-1 0 1,-2 0-145,0-1 0,-3-1 67,1-1 1,-4 1-281,-1-3 1,0-1 114,0-1 1,2 1-978,-4-1 1140,3 0 0,-13-16 0,1-4 0</inkml:trace>
  <inkml:trace contextRef="#ctx0" brushRef="#br0" timeOffset="843">391 283 7942,'3'0'645,"1"0"-357,-2 0 0,0 0 3,2 0 1,-2 0-94,2 0 0,1 0-502,1 0 0,0-1 99,1-1 0,-1 1-36,1-1 1,-1-1 55,0 1 1,1-2-205,-1 2 0,-1-2 100,-1 1 1,-3 1 106,1-1 0,1 2 78,-1-3 0,0 2-65,-4 0 0,0 1 127,-2-1 1,0 1 20,-3-1 1,0 1 20,-1 1 0,0 0 96,0 0 0,-1 0 132,0 0 0,1 3 457,1 1 0,1 2-300,-1 0 0,2 1 291,0 2 1,0 1-189,3 3 1,-2-3-155,2 1 0,0 0-301,2 2 0,2-1-235,3-1 1,1 0 113,3-3 0,1 0-194,3-3 1,-1-3 281,1-2 0,14-14 0,4-4 0</inkml:trace>
  <inkml:trace contextRef="#ctx0" brushRef="#br0" timeOffset="1201">583 283 7939,'-3'6'748,"0"-2"536,-1 2-364,1-6-783,3 6 1,3-5 82,2 1 1,1-1-397,3-1 0,-2-3-31,1-2 1,1 2-157,0-1 1,0-1 87,-3-1 1,1 0-148,2-1 1,-4-1 58,1-1 0,-2 0 33,1 3 0,0 0 251,-3-1 1,0 1-61,-2-1 1,-3 3 44,-1 0 1,-3 2-1,-1 0 0,0 2 162,-3 2 0,1 2 24,-3 2 1,1 2 321,1 0 1,0 0 381,2 3 1,0-1-368,3 3 0,2 2 36,-1 0 1,4 0-44,-1-2 0,4-2-740,2-1 0,2 0 60,0 1 0,4-3-109,0-3 1,5-2 366,0-3 0,17-15 0,2-2 0</inkml:trace>
  <inkml:trace contextRef="#ctx0" brushRef="#br0" timeOffset="1585">769 251 7894,'-10'6'0,"-2"1"0,2-1 0,0 0 726,2-2 1,3 2-39,0-2 1,4 3-275,-1 1 1,1-1-168,1 2 1,1 0-70,1 0 0,2 1 51,2-1 1,0-1-409,1-4 1,0 1 210,1-3 1,0 0-560,3-2 0,-2-3 58,1-1 1,-1-4-139,2-3 0,-1-2 172,3-2 1,-2 1 123,-1-3 1,-1-1-155,2-4 0,-4 2 102,2-4 0,-3 3 121,-1-3 0,0 3 242,-3-3 0,0 4 0,-2-2 0,-1 6 0,-1 3 0,1 6 0,-4 5 0,1 2 388,-2 2 1,1 4 2,1 2 1,3 6 572,-1-1 0,1 3-402,1-1 1,0 3 14,0-1 1,0 2-168,0 0 1,0 0-59,0 0 0,0 0-96,0 1 1,1-3-487,1 0 0,-1 0 176,3 2 54,1-2 0,10-2 0,2-2 0</inkml:trace>
  <inkml:trace contextRef="#ctx0" brushRef="#br0" timeOffset="2103">1218 244 7888,'-6'0'443,"-1"0"0,1-2 674,0 0 1,-1 0-623,1 2 0,2 0 58,-1 0-509,1 0 0,-2 3 45,-1 1 1,3 2-133,0 0 1,1 3 72,-1-1 1,3 4 304,-1-1 0,1 0-127,1 0 0,0 0-60,0-2 1,1-1-105,1-1 1,1-2-118,4 0 1,2-3-367,2-2 0,1 0 254,1-2 0,-3-2-163,1-2 1,0-4 138,2 0 0,-1-3-332,1 1 0,-3-1 210,-1 0 0,-2-1 138,-1-1 1,0 2 112,-2-2 0,-1 2 225,-3 2 1,-1 2 261,-1 3 1,-2 0-234,-5 2 0,2 1-72,-4 3 0,0 1-47,-2 1 1,1 1-282,-1 4 1,2-1 111,0 1 1,3-2-715,0 0 413,4 0 415,1-4 0,17-1 0,4-4 0</inkml:trace>
  <inkml:trace contextRef="#ctx0" brushRef="#br0" timeOffset="2400">1443 1 7870,'-7'0'579,"1"3"0,2-3 294,-1 2-135,1 2 1,-2 0-291,2 2 1,1 1 228,3 2 0,-2 1-249,0 5 0,0 2 525,2 2 1,1 3-301,1 2 0,1 1-97,4 3 1,-1-2-421,1 2 1,-1-2 52,0-3 0,3-1-939,-1-2 0,0-4 524,-3-1 0,0-2-963,-3-2 0,2 0-161,-2-2-1645,0-1 1981,-2-4 0,0-2 137,0-4 0,0-4 877,-3-3 0,-12-22 0,-5-4 0</inkml:trace>
  <inkml:trace contextRef="#ctx0" brushRef="#br0" timeOffset="2541">1385 264 11111,'6'0'1294,"1"0"-1218,-1 0 0,4-2-470,0-1 1,2-1-1672,1 2 2065,0-3 0,14 1 0,4-2 0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56.470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20 133 7900,'-3'3'0,"-2"1"754,3-2-174,-3-1 563,4 2-750,-2-3 1,4 0 137,1 0 1,1-1-156,4-1 0,-1-3-265,1-3 0,1 0-383,1-3 0,-1 3 271,-1-3 1,-1 0-185,1-1 1,-1-1 163,0 0 0,0 3-972,-2 1 395,2-1 349,-5 3 201,2 1 1,-3 6 303,0 4 1,0 5-125,0 1 0,0 3-110,2-1 1,0 3-118,2 0 0,-2 0 165,3-5 1,-3 2-634,2-1 1,0-2 74,3 0 488,-4-2 0,9-6 0,-2-2 0</inkml:trace>
  <inkml:trace contextRef="#ctx0" brushRef="#br0" timeOffset="283">116 107 7900,'-6'7'0,"0"-1"567,-1 0 1,4 1-149,1-1 0,1 1 97,1-1 1,0 1-121,0 2 0,0-1-77,0 2 1,3 0 27,1 1 1,4 0-79,0-2 0,2 2-29,-2-3 0,0 1-10,3-3 0,-3 0-222,3 1 1,0-4 74,1 0 1,2-1-329,1 1 1,0-1 38,4-2 1,-3-2-124,3-1 1,-2-2-730,0 1 0,2-2 456,-2-3 1,1 2 601,2-1 0,5-20 0,1-3 0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2:53.16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14 193 7847,'-4'2'2,"-1"0"292,3 2 0,0-2 443,2 3-209,0-1 1,0 3-211,0 1 0,2 0-113,0 0 1,3 1-69,-1 0 1,0 2 89,0-3 1,-2 3-278,3-3 0,-4 2-133,1-2 64,2-1 0,-3 3-93,1-4 3,-2-2 1,0-2-5,0-4 1,0-3 52,0-3 0,0-2 17,0-3 1,0-1 69,0-1 0,0 0-69,0-2 1,0-1 61,0 3 1,1 0 14,1 2 1,0 1-72,2 1 1,0 0-135,3 2 0,-1 1-192,0 1 0,1 4 147,-1 1 0,1 1-367,2 1 682,-2 0 0,8 17 0,-1 4 0</inkml:trace>
  <inkml:trace contextRef="#ctx0" brushRef="#br0" timeOffset="293">161 199 7857,'0'4'938,"0"1"-89,0-1-614,0 2 1,1-2 215,1 1-516,2-4 1,3 2 11,1-3 0,-1 0 25,2 0 1,0-1-243,0-1 1,0-1 154,0-4 0,-2 1-203,1-1 1,-3 0 101,0-1 1,-2 1-113,1-2 0,-1 4 36,-3 1 0,0 0 120,-3 0 1,0 1 69,-4 3 1,0 0 129,-1 0 0,-1 3 23,-2 1 1,-1 2-37,1 0 0,2 1 413,0 2 1,0-1-182,0 3 1,2-1 255,2 3 1,0 0-163,3 0 1,0-2-168,2 2 0,1-5-257,1 3 0,4-2-426,5-2 1,2 0-20,2-5 0,1 0 89,3-2 439,1-3 0,22-26 0,5-9 0</inkml:trace>
  <inkml:trace contextRef="#ctx0" brushRef="#br0" timeOffset="618">405 141 7857,'-13'7'0,"2"-3"235,1 0 0,2 0 399,-1 3 0,2 0-125,-2 2 1,3 1-155,-1 2 1,1-1-191,4 0 1,-1 0 59,1 4 1,2-4-147,-2 0 1,3-2-84,1 0 0,4-3-189,0-1 1,1-4-68,1 1 1,1-2-365,0-2 0,2-4-113,0-2 0,0-4 315,0 2 1,-1-2-62,-1-1 0,-2 1 108,1 1 0,-1 0 352,0 2 1,-1-2-7,1 3 1,-3-1 38,0 3 225,-2 2 252,1 1 1,-3 6 46,0 2 1,0 1-241,0 3 1,0-2-17,0 4 0,0-1-49,0 1 0,0 0-748,0-2 0,2 0 170,0 0 349,3-2 0,1 2 0,4-3 0</inkml:trace>
  <inkml:trace contextRef="#ctx0" brushRef="#br0" timeOffset="850">578 250 7857,'-3'3'554,"-3"-2"1,3 2 265,-1 0-164,-2-3-231,3 3-495,-4-3 76,4 0 1,0-3-5,3-1 1,0-2 77,0-3 0,0 1-91,0-3 0,0 2-68,3-2 0,-2-1 42,3 1 1,0 1-2,0-1 0,2 3 76,-2 0 0,2-1-387,0 3 1,1-2-170,-1 4 1,3 1 517,-1 1 0,9 15 0,0 5 0</inkml:trace>
  <inkml:trace contextRef="#ctx0" brushRef="#br0" timeOffset="1320">976 135 7857,'-4'-1'-31,"-1"-1"1,3 1-136,-2-4 202,0 4 0,-3-4 33,1 3 0,-1 0-373,-2 2 1,0 0 98,-2 0 0,-1 2 448,1 3 0,1 0 61,0 2 0,2-1 69,-1 1 0,3 1-157,2 1 0,1 2 21,3 0 1,0-1-168,0 1 0,0-2 115,0 2 0,3 1-235,1-4 0,2 1 143,0-3 0,1 0-293,2-2 1,-1-1 94,2-3 1,-2-3-203,1-1 1,-2-2 55,2 0 1,-2-4-65,2 0 0,-2 0 186,-1-1 1,1 3 36,-1-3 1,-2 3 174,1-1 0,-2 4-73,1 1 0,0 3 345,-2-1-226,-1 1 1,2 4-163,0 1 1,-3 2-145,2 3 1,1-2-696,-1 2 872,3-2 0,-1 5 0,2 1 0</inkml:trace>
  <inkml:trace contextRef="#ctx0" brushRef="#br0" timeOffset="1525">1059 128 7847,'0'4'792,"-3"2"1,3-5-112,-2 3 1,1-1-312,1 1 1,3 0-184,1 2 0,2 1-303,0-1 0,0 3 124,1-1 1,0 3-479,2-2 1,-2 1 257,1-1 1,0 2-735,1 0 1,-2 1 180,1 1 765,-1-3 0,3-1 0,0-2 0</inkml:trace>
  <inkml:trace contextRef="#ctx0" brushRef="#br0" timeOffset="1709">1059 263 7819,'-3'0'419,"0"0"1,3-1-245,0-1 1,3-2-174,1-5 0,2 2-140,3-4 1,1 0-164,3-2 0,0 0-88,2-2 389,2 1 0,8-7 0,1 1 0</inkml:trace>
  <inkml:trace contextRef="#ctx0" brushRef="#br0" timeOffset="1950">1258 0 7819,'0'4'165,"-3"1"0,3-1-66,-3 2 0,3 1 630,0-1 1,0 3-241,0 2 0,0 1-114,3 1 0,-2 3-220,3 1 0,-2 1-112,0 2 0,1-2-732,2-1 0,-2 2 443,1-2 0,0-1-1742,0-1 1988,2-2 0,3-11 0,5-4 0</inkml:trace>
  <inkml:trace contextRef="#ctx0" brushRef="#br0" timeOffset="2302">1386 173 7819,'0'4'2800,"0"-1"-2186,0 0-171,0-3-567,3 3 1,1-4-37,2-1 0,1 1-172,-1-3 0,0-1 227,-2-1 0,2-1-7,-2 1 1,1-2-555,-1-1 0,1 0 280,-3 3 0,1-1 65,-3-2 120,0 2 0,-1-2 422,-1 3 0,-2 2 72,-2 2 0,-3 2 242,1 2 1,-3 2 521,2 2 0,1 3-488,1 2 0,1 1-165,0 1 1,2 0 146,2-1 1,1 3 109,1 0 1,1 0-230,1-5 0,2 2-405,5-1 1,1-2-441,3 0 0,2-5-452,0-2 0,2-1 689,-2-1 176,0 0 0,15-37 0,4-9 0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02.799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164 122 7877,'-6'0'799,"-1"0"-475,4-3 1,-3 0-98,2-4 1,0 3 47,0 0-111,0 3 1,-3-4-1,-2 2 1,2 1-255,-2 2 0,2 1 111,-2 1 1,1 2-229,-2 2 1,2 0 96,-1 1 1,2-1-52,1 1 0,1-1 16,1 1 1,2-3 124,-2 0 0,2-2 20,0 3 0,2-4 96,2 1 0,2 0-15,2 0 1,3-2 178,2 2 0,1-1-248,1-1 1,0 2 61,0 0 1,0 3-286,-1-3 0,1 3 91,0-1 0,-3 2 5,-1 0 1,-3 1 119,-2-1 0,-1 3-6,-3 2 1,0 0-1,0 0 1,-5 1 22,-1-1 0,-5-1 121,0 1 0,-1-4-67,-1 2 1,1-4-19,-1-1 0,-1-2-5,-1 0 0,2 1-270,1-1 0,-1 0-518,5-2 177,-1-3 1,4 0 557,0-4 0,22-19 0,8-6 0</inkml:trace>
  <inkml:trace contextRef="#ctx0" brushRef="#br0" timeOffset="256">286 0 7877,'0'4'0,"0"2"521,0-2 0,0 2-59,0 0 1,0 3-105,0 2 1,1 2-155,1 2 1,-1 1-100,1 3 1,1 4-76,-1 0 0,0 3 92,-2 2 1,1-2-396,1 2 1,-1-5 198,1-1 1,-1-3-779,1-2 0,-1-1 81,1-4 771,2-2 0,-4-12 0,3-6 0</inkml:trace>
  <inkml:trace contextRef="#ctx0" brushRef="#br0" timeOffset="464">228 167 7839,'4'3'442,"-1"-2"765,-3 2-858,0-3 0,3 0-140,1 0 1,2 0-447,0 0 1,3 0 229,2 0 1,3 0-348,1 0 0,3 2 354,-1 0 0,19 6 0,4-1 0</inkml:trace>
  <inkml:trace contextRef="#ctx0" brushRef="#br0" timeOffset="842">453 212 8546,'-4'3'1706,"1"-2"-1263,3 2 0,1-3 21,1 0 1,2 0-247,2 0 1,1-3-62,2 1 1,-1-2-205,3 2 1,-1-3 102,0 1 0,-1 0-922,-2 0 703,2-1 0,-2-1-878,2 0 681,-5-1 1,-1 1-28,-3-1 0,-3 1 21,-1 0 1,-4 1 12,-1 1 1,-2 3 436,0-2 1,-1 3-117,-1 0 0,3 3 805,-1 1 1,3 2-419,0 3 0,-2-1 658,2 5 0,1-1-346,3 3 1,3 1-187,-1 1 1,2-1-269,2 2 0,2-4-189,5 1 0,0-2-597,4-3 0,2-1 419,0-5 0,3-1-1450,-1-3 1,1-4 1603,-1-2 0,13-23 0,1-9 0</inkml:trace>
  <inkml:trace contextRef="#ctx0" brushRef="#br0" timeOffset="1225">671 231 7831,'-6'3'1735,"2"-2"-668,-2 5-214,6-3-462,-3 1 1,6-1-181,4-3 0,-1 0-245,3 0 0,0 0-54,0 0 1,1-1-295,-1-1 1,1-1-201,-1-1 1,2-4 307,-3 1 1,1 0-123,-3 0 1,-2-1 36,-2-1 0,1-2 135,-1 3 1,0-1 97,-2 3 0,-3-1 128,-1 1 0,-3 2-24,-1 2 1,-2 2 154,-3 0 0,2 0 478,1 2 0,0 2-317,-1 2 0,1 2 467,2 0 1,3 2-304,-2 3 1,3 0 122,0 0 1,1 1-201,3 1 0,0 1-111,3-1 1,1-1-262,4 1 1,2-4-252,3 0 1,2-6-920,0 2 0,2-5 623,-2 0 1,2-2-984,-2-2 1,2-4 1520,-2-5 0,15-35 0,0-10 0</inkml:trace>
  <inkml:trace contextRef="#ctx0" brushRef="#br0" timeOffset="1481">908 244 7801,'-3'7'831,"3"-1"-295,-2 0 35,1 1 1,1-1 370,0 1-274,0-4-580,0 0 1,1-3 262,1 0-329,-2 0 0,3-1-5,-3-1 0,1-1-156,1-4 1,-1-1 22,1-1 1,-1-2-259,-1 0 0,0 1 106,0-1 0,0 1 100,0-3 1,0 3 236,0 1 1,2 0-124,0 1 1,3-1-201,-1 3 1,2-1-73,0 1 0,3 0-152,-1 2 1,4 1-329,-1 3 0,1 0 806,1 0 0,5 14 0,2 4 0</inkml:trace>
  <inkml:trace contextRef="#ctx0" brushRef="#br0" timeOffset="1690">1114 174 7759,'-3'6'1208,"2"-2"-767,-1 1 1,0-1-78,0 2 1,2 1-163,-3-1 1,3 1-244,0 2 0,0 1 82,0 3 1,0-3-654,0 1 1,0-1 240,3 1 371,-3 1 0,9-5 0,-2 2 0</inkml:trace>
  <inkml:trace contextRef="#ctx0" brushRef="#br0" timeOffset="1864">1158 0 7757,'-6'0'1030,"0"3"1,0-1-693,2 2 1,-1-2-770,3 2 0,-1 1-1503,3 1 1934,0 3 0,12 33 0,2 10 0</inkml:trace>
  <inkml:trace contextRef="#ctx0" brushRef="#br0" timeOffset="2115">1255 212 7757,'-7'4'1211,"3"-1"-159,0-3 402,2 0-1309,-3-3-51,4-1 1,-1-2-235,4-1 1,-1 1 82,4-1 0,-1 1 91,2 0 1,1-1 44,-1 1 0,1 2 153,-1-1 1,0 4-127,1-1 0,-1 1 126,1 1 0,-2 3-94,0 1 1,0 2-28,0 0 0,-3 3-534,1 2 0,-1-1 239,1 1 1,-1 0-1162,0 1 1,0 0 1344,2-1 0,3 7 0,3-1 0</inkml:trace>
  <inkml:trace contextRef="#ctx0" brushRef="#br0" timeOffset="2565">1524 122 7733,'-9'7'0,"2"-4"760,-2-1 1,2 2-294,1 0 0,-1 2-117,1 0 1,-1 3-113,1-1 0,0 4 95,2-1 1,-1 1-220,3 1 1,0-3-166,2 1 0,0-3-161,0 0 1,3-1 197,1 0 1,2-4-627,0 0 0,0-3 327,1 0 0,1-3-564,1-1 1,2-4 328,-3-3 0,1-1 147,-3-1 1,0 2 331,1 1 0,-1 2-29,1-1 1,-3 3 1010,0 1-770,-2 0 248,1 4 1,-3-1-190,0 4 1,0 4 659,0 2 1,-1 4-262,-1 1 1,1 0-136,-1 2 0,1 1-93,1 2 1,0 0-53,0 1 0,0 1-116,0-1 0,0 0 7,0 0 1,0 3-140,0-1 0,0 1 110,0 0 0,0 0-220,0 1 1,0-1 64,0-3 1,-1 1-14,-1-1 0,-1 2 16,-1-2 1,-2-2 84,2-6 0,-2-2-151,0-3 0,-2-2 121,-1-2 0,0-1-631,0-1 1,1-4 310,-2-2 1,-1-2-3034,-2-5 3267,0 2 0,-20-28 0,-4-2 0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07.258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135 122 7979,'-6'-4'186,"-1"-1"15,1 0 0,-1 2 349,1-1 1,0 2-239,-1 0 1,1 1-239,-1 1 1,1 0-91,-1 0 1,0 1 77,-1 1 0,1 2 123,-2 2 1,2 3-42,1-1 1,1 4 221,1-2 0,0 2-181,0 1 0,1-2-59,3 0 0,0-1-90,0 3 0,0-3-216,0-1 1,3-2-84,1-1 0,3-2 187,1-2 1,2-2-446,3-2 0,-1-3 188,-1-3 0,1 0-172,-1-3 1,1 1 210,1-3 1,-1 1 110,-1 1 0,-1 0 61,-2 2 1,-1 1 461,2 1 86,-5 4 0,1 0-269,-3 6 1,0 1 48,-2 4 1,0 2-56,0 3 0,0 1-208,0 1 0,0 0 130,0 3 0,0-3-73,0-2 0,9 6 0,2 1 0</inkml:trace>
  <inkml:trace contextRef="#ctx0" brushRef="#br0" timeOffset="308">295 231 7960,'-6'6'-140,"2"-2"1596,-1 2-716,1-3-548,-2 1 1,2-2-335,2-4 0,1-2 121,1-2 1,1-3-100,1 1 1,0-4 85,2 2 0,0-3-61,3 1 1,-1-1 102,0 0 0,1 0 27,-1 0 1,1 3-40,-1-1 1,0 3 34,1 0 0,-1 1 133,1 3 0,-1 1-68,1 3 0,-1 3-73,0 1 0,-1 7 44,-1 2 0,-3 2-467,1 0 1,1 1-93,-1 3 0,1-2-886,-1 0 1378,-1-2 0,13-2 0,1-4 0</inkml:trace>
  <inkml:trace contextRef="#ctx0" brushRef="#br0" timeOffset="718">539 109 7944,'-10'0'0,"1"0"0,0 0 721,1 0 1,-1 1-233,3 1 0,-1 2-117,1 5 0,2-1-225,-1 2 1,4 1-158,-1 2 0,1-2-378,1-1 1,1-2 252,1 1 0,2-2-152,2-1 1,0-2 158,1-2 0,1-1-387,1-1 1,2-4 61,-3-2 1,1-2-37,0-2 1,0 0 171,2-1 0,-2 0 317,-2 2 0,-1 1 73,0 4 1,-1-1-104,-1 3 1,-3 0 513,2 5 1,-3 1-280,0 4 1,0 3 164,0 4 0,0 4-90,0 2 1,-2 5 31,0 0 1,-2 3-114,2-1 1,-3 0-177,3-3 1,-1-1 193,1 0 1,1-4-77,-4 2 1,2-5-45,-1-2 0,-2-4 23,2 0 1,-4-4 8,-1-1 1,1-2-13,1-4 0,1-1-97,-1-1 0,-1-2-107,-1-5 1,1-1-289,1-3 0,1-2-27,0-2 0,-1-2-372,1 0 1,2 0-96,2-1 1,1-1 868,1 0 0,12-12 0,2-1 0</inkml:trace>
  <inkml:trace contextRef="#ctx0" brushRef="#br0" timeOffset="948">699 0 7944,'0'6'0,"-2"1"0,0-1 0,0 4 1377,2 0 0,0 2-579,0 1 1,0 3-318,0 1 0,0 4-337,0 0 1,0 3-218,0-3 1,0 2-699,0-1 1,0-1 496,0-2 1,1 0-345,1-2 1,-1-3 617,1-4 0,4-13 0,1-2 0</inkml:trace>
  <inkml:trace contextRef="#ctx0" brushRef="#br0" timeOffset="1275">821 218 7930,'4'3'758,"-1"-2"1,-3 2-293,3-3 0,-2 0-192,3 0 1,-2 0-326,3 0 0,-1 0 114,2 0 0,1-1-570,-1-1 355,1-2 1,-1-4-61,0-1 1,0 0-150,-2 3 1,-1 0 30,-3-1 0,0 0-193,0-1 366,0 0 0,-3-1 353,-4 3 1,1 2-103,-3 2 0,0 1 647,1 1 1,-2 3-158,2 1 0,1 3 121,-2 1 0,2 2-31,0 3 1,4 0 190,1 0 0,1 2-152,1 0 1,3 0-290,1-2 1,5-1-242,1-2 0,3 0 50,2-1 1,-1-5-1013,4 1 0,-1-4-145,2-1 1,-2-3-714,0-1 1,0-4 1636,0-1 0,4-16 0,-1-3 0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26.183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514 20 7972,'-5'-1'262,"1"-1"557,0 1-61,-3-4 249,4 4-87,0-2-322,3 3 67,0 0 1,1 3-346,1 1 0,-1 2-101,3 0 0,0 2-14,0 0 0,2 0-121,-2 3 1,2-3 14,0 3 0,1-3-175,-1 3 0,1-3 71,-1 0 0,1 0-134,2-2 0,-1 0 69,2-2 0,1-1 49,2-3 1,0 0-3,2 0 0,2-5 3,2-2 1,0-3-26,0 2 1,1-3-1,-1 0 1,-1 1-80,-1-1 0,1 3 123,-3 0 0,2 1 60,-2 0 0,0 3-78,-2 0 1,0 2 205,0 0 1,-1 1-64,-1 1 0,0 1 75,-2 1 1,-1 0-38,-1 2 0,-1 0-58,0 3 1,-1 0-19,-1 1 0,-2-1 25,2 2 1,-2-2-159,0 0 1,1-1 127,-1 0 1,1-1-271,-1-1 0,-1-2 70,4 2 1,-3-2-219,2 0 0,-2-1 36,2-1 1,1-1-79,1-1 1,-2 0 115,1-2 1,-1 0 83,2 0 0,1-1 127,-1 0 0,1 0-123,-1 1 1,3-2 297,-1 2 0,3 0 3,0 0 1,1 2 137,1-2 0,0 2-81,0 0 0,0-1-23,2 1 0,-1 0-133,1 2 0,0 0 6,0 0 1,3 0-26,-4 0 1,4 0 31,-3 0 1,0 0 20,0 0 1,1 0-50,1 0 1,-1 2-149,-3 0 0,1 0 90,1-2 1,0 3-123,-2-1 0,0 2 1,0-2 1,0 0 78,0-2 0,-1 2-115,1 1 1,-1-1 73,-1-2 1,1 0-86,-1 0 1,0 0 127,0 0 0,0 0-4,-2 0 1,-1 0 64,-1 0 0,1-2 172,1-1 1,-1-2 72,-1 1 1,-1 1-109,-2-2 0,2 1 15,-2-2 1,-1-1-93,2 1 0,-4-1-96,1 1 1,-1 2 63,-1-1 0,0 3-902,0-2 425,0 3 1,-1-2 473,-1 3 0,-16 11 0,-6 3 0</inkml:trace>
  <inkml:trace contextRef="#ctx0" brushRef="#br0" timeOffset="1107">167 321 8001,'-16'0'0,"0"3"0,4-1 1327,1 2 1,-1 0-552,1 3 0,0-1-166,0 1 0,0 0-133,2 1 1,1 0-57,1 3 0,-1-3-136,-1 3 1,3-1-45,2 1 0,2 1-205,0-2 1,1 3 122,1-1 0,1-1-616,1 0 1,2-3 284,2 3 1,3-3-1185,-1 0 0,4-3 87,-2 0 1,3-4 1268,-1 1 0,15-15 0,4-5 0</inkml:trace>
  <inkml:trace contextRef="#ctx0" brushRef="#br0" timeOffset="1441">289 379 8001,'-13'4'0,"3"2"823,-1 1 0,1 0-263,-1 3 0,0-2 274,2 1 0,3 0-274,2 0 0,1 1-64,-1-1 0,3 2-425,-1-3 1,4 1 100,2-3 1,2-2-407,3 1 0,-1-4 223,2 1 1,3-1-515,2-1 0,2-1 297,-2-1 0,2-2-225,-2-5 1,2 1 26,-2-2 0,0 0-98,-2-1 0,-1 0 126,-1 2 1,-2-2 104,-2 3 0,-4-1 224,-1 0-30,-1 2 1,-4-2 128,-4 2 1,-2 1-49,-4-1 0,0 4 44,0 1 0,-2 1-79,0 1 0,0 0 126,0 0 1,2 1 8,0 1 0,1-1-77,4 3 1,1-1-410,3 1 1,2-2-117,0 2 520,4-2 0,19 6 0,7-1 0</inkml:trace>
  <inkml:trace contextRef="#ctx0" brushRef="#br0" timeOffset="1834">571 418 7980,'-3'-4'0,"3"-2"0,-5 5 960,3-3 0,-3 2-380,3-3 1,-2 3 119,2-2 1,-3 2-267,0 0 0,2-1-163,-1 1 0,-1 0-62,-1 2 1,0 3-115,-1 1 1,-1 2 149,-1 0 1,0 4 6,3 0 1,0 2-139,2 1 0,0-2 111,2 0 0,2-1-427,-2 3 1,2-3 13,2-1 0,3-3-408,4-2 0,2-1 192,0-3 0,3 0-112,1-3 0,2-2 46,-2-4 1,0-2 95,-2 0 0,1-2 127,-1-2 0,1 2 17,-6-2 1,1 1-26,-3 1 1,-2 1 74,-2-1 0,-1 1 102,-1 1 1,-3 2-133,-1 2 0,-3 1 210,-1-1 1,-2 4-100,0 1 0,-3 4-117,3 2 1,-2 2-232,-1 0 1,3 3 94,1-1 1,2 3 351,1-2 0,16 5 0,5-1 0</inkml:trace>
  <inkml:trace contextRef="#ctx0" brushRef="#br0" timeOffset="2073">738 443 7958,'-9'7'0,"4"-1"857,-2 1 0,3-3 305,0 0-275,1-2-665,3 0 1,0-4-242,0-3 1,0 0-52,0-2 0,0-2-106,0-2 0,0-1 89,0-1 0,3 0 145,1 1 0,0-1-183,0 0 1,0 2 48,3 1 0,-2 2-360,1-1 1,-1 3-172,4 1 0,-2 3 607,2 2 0,24 11 0,8 3 0</inkml:trace>
  <inkml:trace contextRef="#ctx0" brushRef="#br0" timeOffset="2484">995 386 7931,'-13'0'0,"3"0"0,-2 0 522,1 0 0,2 0-143,0 0 1,0-3-135,0 1 0,0 0-116,1 2 1,0 1-40,0 1 1,1 2 283,3 2 1,1 0-70,0 1 0,3 0-235,-2 2 1,1 0 122,1 1 0,3 3-159,1-3 1,2 2-124,0-2 1,1-1-225,-1-5 0,3 1 88,-1-3 0,3 0-148,0-2 0,-1-5-68,1-1 1,0-5 167,1 1 0,1-5-197,0-2 1,-2-1 65,-1 1 0,0-4 136,1 2 1,-2-3 90,-2 1 1,-4 1 59,-1-1 0,1 4 113,-1 2 1,0 2 301,-4 2 0,0 5 294,-2 4 0,2 1-327,-2 1 0,1 1 249,-1 1 1,2 3-182,-2 4 0,2 2 7,0-3 1,1 4-19,1-2 0,0 3-246,0 2 0,0-1-67,0 3 0,0-2-31,0 2 0,3-2-295,-1 3 0,3-2-1185,-1 1 1502,2-1 0,12-3 0,2-1 0</inkml:trace>
  <inkml:trace contextRef="#ctx0" brushRef="#br0" timeOffset="2657">1155 405 7893,'0'10'110,"0"-2"1,-2-1 274,0 0 1,0 1-317,2 1 0,0 2 88,0-3 1,0 1-115,2-3 1,-1 1 95,1-1 1,1 0-140,-1 1 0,12-18 0,0-4 0</inkml:trace>
  <inkml:trace contextRef="#ctx0" brushRef="#br0" timeOffset="2805">1181 251 7892,'-3'3'-84,"0"1"92,-1-2 0,1 0-348,3 2 0,0 0 340,0 3 0,8 10 0,3 4 0</inkml:trace>
  <inkml:trace contextRef="#ctx0" brushRef="#br0" timeOffset="3024">1270 495 7892,'-4'0'372,"0"0"85,2 0 1,0-2-18,2-2 0,0-1-120,0-6 0,0 1-369,0-3 1,2 0 118,3 0 0,-2 2 218,2 1 0,-1 1-126,2-2 1,1 4-50,-1-2 0,0 5 3,1 2 0,-3 1 3,0 1 0,1 1-295,1 1 1,0 2 101,-2 5 0,1 1-525,-3 2 1,3 1 294,-3 0 1,3 2-1328,-1 0 1631,-1 0 0,8 3 0,0 2 0</inkml:trace>
  <inkml:trace contextRef="#ctx0" brushRef="#br0" timeOffset="3375">1495 386 7854,'-3'-7'0,"-1"3"608,-2 0 1,2 1-172,0-1 0,-1 3 41,-1-1 1,-1 2-150,1 2 0,0 1 374,-1 4 0,1 1-171,-1 1 1,1 2-79,0 0 1,2 0-241,2 0 1,1 1-115,1-1 1,0-2-289,0 0 1,3-2 199,1-1 0,2-2-525,0-2 0,1-1 284,2-1 0,-1-2-213,3-2 0,-1-1-63,3-6 1,-2 1-217,-1-3 1,-1 2 394,2 0 1,-3 1 126,0 0 1,1-2 243,0 4 0,-3 0-103,-1 4 0,-3 0 250,2 2-132,-3 1 1,2 1 206,-3 4 1,0 4-109,0 1 0,0 2 39,0-3 0,0 4-245,0-2 1,0 0-248,0 1 0,1-1-1450,1 1 1744,-1 1 0,16-11 0,1 1 0</inkml:trace>
  <inkml:trace contextRef="#ctx0" brushRef="#br0" timeOffset="3607">1694 232 7853,'-4'0'265,"1"0"172,0 0 1,3 0 124,-2 2 1,1 0-165,1 2 1,-2 0-43,0 3 1,-1 1-145,3 1 0,0 5-124,0-2 0,0 6-4,0 1 1,0 1-110,0 4 0,0-3-124,0 3 0,0-4-92,0 2 0,3-5-200,-1-2 1,0-2 30,-2 0 410,3-3 0,0-9 0,4-5 0</inkml:trace>
  <inkml:trace contextRef="#ctx0" brushRef="#br0" timeOffset="3799">1630 392 9601,'7'0'90,"1"0"1,2 0-395,3 0 0,0-1-884,0-1 1188,2 1 0,25-10 0,7 0 0</inkml:trace>
  <inkml:trace contextRef="#ctx0" brushRef="#br0" timeOffset="4117">1848 379 7846,'0'4'1766,"-3"-1"1,2-3 255,-1 2-935,1-1-942,1 5 0,1-3-117,1 1 0,0 0-259,2-2 0,-2-1 144,2 3 1,0-2-106,3 0 0,-3-1-896,0-1 1,1 0-192,1 0 267,1-3 1,-1-1 456,0-2 0,-2-1 335,-2 1 0,1 0 215,-1-1 1,0 3 511,-2 0 431,0-1-498,-3 2 0,-2 0 121,-4 3 1,1 3-184,1 1 1,-1 2 501,-1 3 1,0 0-372,0 2 1,2 3-236,-1-1 1,3 1-320,0-1 1,4 0-319,-1 0 0,2-3-172,5-2 1,0 1-685,5-3 1,1 1 1218,2-4 0,20-13 0,4-4 0</inkml:trace>
  <inkml:trace contextRef="#ctx0" brushRef="#br0" timeOffset="4458">2111 328 7819,'-13'3'1092,"1"2"1548,1-2-1619,-1 2-502,2-2-564,0 4 140,4-1 1,3-2-168,3 0 0,0-1 112,3 1 0,0-1 30,4 2 1,-1 0-111,0 0 1,1-2-208,2 2 0,-2-3-142,2 2 0,0 0 136,0 0 0,1 1 106,-1-3 0,-1 2 68,-1-2 0,-1 3 432,1 0 1,-3-2-179,0 1 0,-2-2 1307,3 0-467,-4 2-507,2-1 1,-6 1-75,-1 1 0,-3-3-37,-1 2 0,0-2-461,-3 0 0,0-1 91,-1 1 0,-1-1-871,0 1 0,0 0 525,0 0 1,1-2-2891,-1 2 3209,0-1 0,3-1 0,1 0 0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34.186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20 1 7965,'0'6'699,"0"0"-505,0 1 1,1-1 51,1 1 1,-1-1-205,1 1 0,-1 1 64,1 1 0,-1 1-283,1-1 1,1 2 166,-1 0 0,3-1-437,-3 1 1,2-4 47,-2 2 1,2 0 398,-2 0 0,3-1 0,-1-1 0</inkml:trace>
  <inkml:trace contextRef="#ctx0" brushRef="#br0" timeOffset="416">7 187 8207,'-3'0'820,"0"0"0,3 0-63,0 2-385,0-1 1,1 3 117,1-2 1,-1 1-149,3 1 1,-1 2-8,1-2 1,-1 2-231,2 0 1,0-2 106,0 1 0,0-1-189,-1 2 0,1-1 290,-3-1-76,3-3-47,-1 5-97,2-5 0,0-1-145,-2-5 1,2-1-62,-2-2 1,-1-2-525,-1 0 0,1-3 339,-1 3 1,2-2-665,-2-1 1,3 1 394,-3 1 1,2 0 566,-2 2 0,-5-8 0,-4 0 0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02T07:43:36.093"/>
    </inkml:context>
    <inkml:brush xml:id="br0">
      <inkml:brushProperty name="width" value="0.06" units="cm"/>
      <inkml:brushProperty name="height" value="0.06" units="cm"/>
      <inkml:brushProperty name="color" value="#849398"/>
    </inkml:brush>
  </inkml:definitions>
  <inkml:trace contextRef="#ctx0" brushRef="#br0">186 181 7984,'-2'-5'-511,"0"1"1078,-3 0 1,2-3-111,-1 1 0,-2 2-52,2-1 0,-2 1-140,0-2 1,-1 1 10,1 1 1,-3 3-38,-2-1 0,-1 2-109,-1 2 0,0 1 45,0 4 1,0 2-1,1 2 1,2 1-96,1 1 0,2-1 124,1 1 0,2 1-181,2 1 0,1-2 80,1 2 1,3-3-208,1-2 1,5 0 62,2 1 1,1-4-89,3-3 1,0-2 53,2 0 0,0-4-431,2-3 0,0-3 36,0-3 1,-1-1-149,-1-1 0,-1-2 49,1-2 0,-2-2 163,-4 0 0,-3 2 231,-3 0 1,0 2 41,-3 0 0,-1 3 147,-6 1 0,0 2-74,-5 5 0,-1-1 57,-2 3 1,0 0 58,0 2 1,-2 3-20,0 1 1,1 4-42,4 0 0,0 3-37,4-3 0,0 1-236,2-3 0,1 1 277,3-1 0,26-5 0,6-2 0</inkml:trace>
  <inkml:trace contextRef="#ctx0" brushRef="#br0" timeOffset="241">359 290 7984,'-3'0'0,"-3"0"813,2 0-482,-2 0 0,0-3-91,2-2 1,-1-1-108,3-3 0,0-1-191,2-2 0,0-1 156,0 0 0,0 0 49,0 0 1,1 1-176,1 2 0,1-2 95,4 4 1,-1-1-135,0 3 0,1 0-191,-1 2 0,3-1-329,-1 3 1,2-1 292,-2 3 294,-1 0 0,17 9 0,0 2 0</inkml:trace>
  <inkml:trace contextRef="#ctx0" brushRef="#br0" timeOffset="433">488 168 7984,'-4'6'0,"-2"-2"0,6 1 271,-3 0 1,1 0 436,0 2 1,-1-1-708,3 1 0,1 1 20,1 1 1,0 1-491,2-1 0,-2-1 237,2-1 1,1 0 231,1 2 0,0-2 0,1 2 0</inkml:trace>
  <inkml:trace contextRef="#ctx0" brushRef="#br0" timeOffset="600">507 1 7984,'-7'0'-297,"2"1"241,0 1 1,3-1-406,2 3 0,0 3 461,0 1 0,8 18 0,3 2 0</inkml:trace>
  <inkml:trace contextRef="#ctx0" brushRef="#br0" timeOffset="892">584 187 7984,'3'3'-47,"0"-3"0,-2 5 315,1-2 0,0-1 433,2 1 1,-2-3-464,2 2 0,0-1-13,3-1 0,-1-2-354,1 0 0,-2-3 123,0 1 1,0-2-3,0 0 1,-2-1 42,-1 1 1,1 1-37,-1 1 0,0 0 54,-2-3 1,0 3-46,0 0 1,-3 2 209,-1-3 0,-2 4-98,0-1 0,-1 1 388,1 1 1,-3 1-146,1 1 0,-1 2 262,3 2 1,0 0-184,2 1 0,-1 2-125,3 2 1,-1 1-204,3 1 0,1 0-166,1-1 1,2 1-587,2 0 1,3-1 432,2-1 0,1-3-956,1-3 0,0-2 525,0-3 1,2-1-1624,0-1 2259,0-2 0,9-31 0,3-7 0</inkml:trace>
  <inkml:trace contextRef="#ctx0" brushRef="#br0" timeOffset="1167">789 193 7980,'-6'7'681,"-1"2"0,4-2-187,1 2 1,-1-2 175,1-1-629,-1 1 328,3-4-656,0 0 0,3-4 24,-1-1 0,2-2-150,-2-5 1,3 2 249,-1-4 0,1 0 26,0-2 0,0 1 190,0 2 1,0-3-194,2 3 0,-1 0 376,1 2 0,-3 1-90,0 0 0,0 2 133,3 0 0,-3 0-42,0 3 0,1 2 47,1 4 0,-2 1-180,1 6 0,-2-1-131,1 3 1,1 1-627,-2 1 1,1-2 354,-2 2 1,2-1 297,-2-2 0,6 7 0,-1 1 0</inkml:trace>
  <inkml:trace contextRef="#ctx0" brushRef="#br0" timeOffset="1375">975 14 7916,'-6'3'154,"2"0"1,-1 1 613,3 1 0,0-1-248,2 2 0,0 2-77,0 0 0,0 2-161,0 3 0,2 3-192,0 1 1,2-1-9,-1 1 1,1 1-119,-2 3 0,1-1-339,-1 2 0,-1-4-1531,4-1 1906,-4-3 0,5 2 0,-3-4 0</inkml:trace>
  <inkml:trace contextRef="#ctx0" brushRef="#br0" timeOffset="1547">943 136 8531,'7'0'-710,"2"0"0,1 0-123,2 0 833,1 0 0,26-3 0,6-1 0</inkml:trace>
  <inkml:trace contextRef="#ctx0" brushRef="#br0" timeOffset="1860">1187 155 7911,'-7'0'0,"3"0"-105,0 0 1,0 0 157,-3 0 193,1-3 1,-1 2 11,1-1 1,-1-1 185,1 1 0,2 0 309,-1 2-177,1 0 0,-2 3-244,-1 1 1,3 3-115,0 1 0,2 2-108,-3 3 0,4 0 107,-1 0 1,1-1-310,1 1 0,0-1-121,0-1 1,2-2-244,0-2 0,4-4 207,1-1 0,0-2-149,3-2 1,-1-1-66,2-4 1,-3-2 141,3-2 1,-3 1 219,0 0 0,1 1-78,0-2 0,0 4 139,-3-2 0,-2 3 59,1 1 1,-2 0 426,1 0-77,-1 3-83,0-1 1,-2 3-51,1 3 1,-1 0-103,-1 4 0,2-1-420,0 0 0,0 1 160,-2-1 0,2 1-1275,0 2 1401,3-2 0,2 11 0,3-1 0</inkml:trace>
  <inkml:trace contextRef="#ctx0" brushRef="#br0" timeOffset="2100">1347 1 7887,'0'9'586,"0"-2"1,0 3 26,0-1 1,0 2 96,0 3 1,0 1-257,0 2 0,1 3-165,1 3 0,-1 0-262,1 1 0,1-4 88,2 2 1,-2-2-724,1-1 1,1-3 446,1-1 0,-2-4-1926,1-3 2087,-1 0 0,-6-25 0,-2-5 0</inkml:trace>
  <inkml:trace contextRef="#ctx0" brushRef="#br0" timeOffset="2275">1289 161 7887,'4'3'1189,"2"-2"0,-3 2-510,4-3 0,2 0-473,2 0 0,1-1-400,1-1 0,2-1-374,2-1 0,2-2 568,0 2 0,15-11 0,3-2 0</inkml:trace>
  <inkml:trace contextRef="#ctx0" brushRef="#br0" timeOffset="2450">1514 187 7887,'-3'6'0,"2"1"0,-2 1 576,3 1 1,0-1-154,0-1 0,0-1-442,0 1 1,0-1-304,0 0 322,0-2 0,6-10 0,1-4 0</inkml:trace>
  <inkml:trace contextRef="#ctx0" brushRef="#br0" timeOffset="2626">1546 14 7887,'-4'0'684,"-1"3"1,2-2-83,-1 3-669,1-2 1,3 3-828,0 0 1,0 1 893,0 3 0,14 9 0,4 6 0</inkml:trace>
  <inkml:trace contextRef="#ctx0" brushRef="#br0" timeOffset="2926">1693 142 7887,'-10'3'0,"1"-2"513,0 4 0,4-1 735,-1 2 0,1 1-571,-2-1 0,3 1-270,0 2 1,1-1-80,-1 2 0,3-1-48,-1 2 0,1-4-271,1 2 0,1 0 96,1 0 1,-1-3-84,3-2 1,1 0-209,1 0 0,1-1-281,2-3 1,-1 0-595,2 0 1,-1-3 499,2-1 1,-3-4-505,3 0 1,-3-3 482,0 2 0,-1-2 211,0 0 0,-2-1 142,0-1 0,0 1 337,-3-1 0,0 1-39,-2 1 0,0-1-51,0 1 0,-3 2 412,-1 0 0,-4 5-244,0 2 0,-4 1 593,1 1 1,1 3-312,0 1 0,4 2-362,0 0 1,3 2 88,-2 0 1,4-1-1018,-1 2 0,4-3 822,2-2 0,28 2 0,6-2 0</inkml:trace>
  <inkml:trace contextRef="#ctx0" brushRef="#br0" timeOffset="3176">1841 213 7864,'-3'3'869,"0"3"0,-2-5 195,1 1-482,3-2-356,-2 0 1,3-2-203,3-3 0,0-3 89,4 0 0,-1-3-151,0 3 0,3-2 20,0 2 1,-1 1 54,-2-2 1,3 2 40,0 1 0,0 0-44,-1 2 0,0-1 251,0 3 0,-1-1-121,0 3 1,-1 1 483,0 1 1,-1 3-184,-1 3 1,-2 2 33,2 3 1,-2 0-321,0 0 1,-1 0-319,-1 2 1,0-1-1414,0 1 1,0-2 348,0 0 1203,0 0 0,-12 8 0,-2 3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2ccbe504443_1_7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g2ccbe504443_1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56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6841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ccbe504443_1_18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2ccbe504443_1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0CE074-461E-889C-D948-6D91A803B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BF53F8B3-B488-EF24-7A86-3781C9E720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1FB97A43-9DA4-F15F-E74D-8DE2D4546E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6453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8110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50282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8427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3FB15-EDC8-29D6-0569-BB228F04D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075C6D3-505B-B6FF-1236-541252AAF4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5D3ED01-6611-1861-823E-761C9AE58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83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 b="1" i="0"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 b="0" i="0">
                <a:latin typeface="Segoe UI Light" panose="020B0402040204020203" pitchFamily="34" charset="0"/>
                <a:cs typeface="Segoe UI Light" panose="020B0402040204020203" pitchFamily="34" charset="0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D1041CCD-685A-FE46-96D1-3E2C6B1317CE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721798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 i="0">
                <a:latin typeface="Segoe UI Semibold" panose="020B0502040204020203" pitchFamily="34" charset="0"/>
                <a:cs typeface="Segoe UI Semibold" panose="020B0502040204020203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200"/>
            </a:lvl3pPr>
            <a:lvl4pPr>
              <a:defRPr sz="1050"/>
            </a:lvl4pPr>
            <a:lvl5pPr>
              <a:defRPr sz="9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95653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2163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848465F-F72A-0941-9156-E01881372999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8347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988DDE4E-C344-FB4C-860F-215D810B1B8F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6417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CC93683-A0E9-0449-95F7-50D94268C150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1578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19AC7724-915F-984D-BDD3-56B6D1D6DDE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545138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A633956-F26E-014D-8854-2ECE0297438B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1144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38762FB-E42D-8A41-9FD3-F9F99F28FE0A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52334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049540F5-F8C1-A447-987C-F12367CAD685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65888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/>
          <a:lstStyle/>
          <a:p>
            <a:pPr defTabSz="342900">
              <a:buClrTx/>
            </a:pPr>
            <a:fld id="{36349309-85D4-BC4A-B0CF-8585A642F3E8}" type="datetime1">
              <a:rPr lang="de-CH" sz="1350" kern="1200" smtClean="0">
                <a:solidFill>
                  <a:srgbClr val="101623"/>
                </a:solidFill>
                <a:latin typeface="Calibri" panose="020F0502020204030204"/>
                <a:ea typeface="+mn-ea"/>
                <a:cs typeface="+mn-cs"/>
              </a:rPr>
              <a:t>02.04.26</a:t>
            </a:fld>
            <a:endParaRPr lang="en-CH" sz="1350" kern="1200">
              <a:solidFill>
                <a:srgbClr val="101623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324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‹Nr.›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7" descr="A black background with a black square&#10;&#10;Description automatically generated with medium confidence">
            <a:extLst>
              <a:ext uri="{FF2B5EF4-FFF2-40B4-BE49-F238E27FC236}">
                <a16:creationId xmlns:a16="http://schemas.microsoft.com/office/drawing/2014/main" id="{75653B1A-026D-0798-4C02-15C713B9863F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36836" y="4733926"/>
            <a:ext cx="1287391" cy="470106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B863FD9D-D523-A4C2-C1BE-8E5F51E930A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509092" y="4828074"/>
            <a:ext cx="275076" cy="275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892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Segoe UI" panose="020F0502020204030204" pitchFamily="34" charset="0"/>
          <a:ea typeface="+mn-ea"/>
          <a:cs typeface="Segoe UI" panose="020F0502020204030204" pitchFamily="34" charset="0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kissanv.github.io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polybox.ethz.ch/index.php/s/AReA9YBeJQKxBDn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6.png"/><Relationship Id="rId18" Type="http://schemas.openxmlformats.org/officeDocument/2006/relationships/image" Target="../media/image19.png"/><Relationship Id="rId26" Type="http://schemas.openxmlformats.org/officeDocument/2006/relationships/image" Target="../media/image23.png"/><Relationship Id="rId21" Type="http://schemas.openxmlformats.org/officeDocument/2006/relationships/customXml" Target="../ink/ink10.xml"/><Relationship Id="rId34" Type="http://schemas.openxmlformats.org/officeDocument/2006/relationships/image" Target="../media/image27.png"/><Relationship Id="rId7" Type="http://schemas.openxmlformats.org/officeDocument/2006/relationships/image" Target="../media/image13.png"/><Relationship Id="rId12" Type="http://schemas.openxmlformats.org/officeDocument/2006/relationships/customXml" Target="../ink/ink6.xml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29.png"/><Relationship Id="rId2" Type="http://schemas.openxmlformats.org/officeDocument/2006/relationships/customXml" Target="../ink/ink1.xml"/><Relationship Id="rId16" Type="http://schemas.openxmlformats.org/officeDocument/2006/relationships/image" Target="../media/image18.png"/><Relationship Id="rId20" Type="http://schemas.openxmlformats.org/officeDocument/2006/relationships/image" Target="../media/image20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5.png"/><Relationship Id="rId24" Type="http://schemas.openxmlformats.org/officeDocument/2006/relationships/image" Target="../media/image22.png"/><Relationship Id="rId32" Type="http://schemas.openxmlformats.org/officeDocument/2006/relationships/image" Target="../media/image26.png"/><Relationship Id="rId37" Type="http://schemas.openxmlformats.org/officeDocument/2006/relationships/customXml" Target="../ink/ink18.xml"/><Relationship Id="rId5" Type="http://schemas.openxmlformats.org/officeDocument/2006/relationships/image" Target="../media/image12.png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24.png"/><Relationship Id="rId36" Type="http://schemas.openxmlformats.org/officeDocument/2006/relationships/image" Target="../media/image28.png"/><Relationship Id="rId10" Type="http://schemas.openxmlformats.org/officeDocument/2006/relationships/customXml" Target="../ink/ink5.xml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customXml" Target="../ink/ink2.xml"/><Relationship Id="rId9" Type="http://schemas.openxmlformats.org/officeDocument/2006/relationships/image" Target="../media/image14.png"/><Relationship Id="rId14" Type="http://schemas.openxmlformats.org/officeDocument/2006/relationships/image" Target="../media/image17.png"/><Relationship Id="rId22" Type="http://schemas.openxmlformats.org/officeDocument/2006/relationships/image" Target="../media/image21.png"/><Relationship Id="rId27" Type="http://schemas.openxmlformats.org/officeDocument/2006/relationships/customXml" Target="../ink/ink13.xml"/><Relationship Id="rId30" Type="http://schemas.openxmlformats.org/officeDocument/2006/relationships/image" Target="../media/image25.png"/><Relationship Id="rId35" Type="http://schemas.openxmlformats.org/officeDocument/2006/relationships/customXml" Target="../ink/ink17.xml"/><Relationship Id="rId8" Type="http://schemas.openxmlformats.org/officeDocument/2006/relationships/customXml" Target="../ink/ink4.xml"/><Relationship Id="rId3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21.xml"/><Relationship Id="rId13" Type="http://schemas.openxmlformats.org/officeDocument/2006/relationships/image" Target="../media/image36.png"/><Relationship Id="rId18" Type="http://schemas.openxmlformats.org/officeDocument/2006/relationships/image" Target="../media/image31.jpe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12" Type="http://schemas.openxmlformats.org/officeDocument/2006/relationships/customXml" Target="../ink/ink23.xml"/><Relationship Id="rId17" Type="http://schemas.openxmlformats.org/officeDocument/2006/relationships/image" Target="../media/image38.png"/><Relationship Id="rId2" Type="http://schemas.openxmlformats.org/officeDocument/2006/relationships/image" Target="../media/image30.png"/><Relationship Id="rId16" Type="http://schemas.openxmlformats.org/officeDocument/2006/relationships/customXml" Target="../ink/ink2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0.xml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5" Type="http://schemas.openxmlformats.org/officeDocument/2006/relationships/image" Target="../media/image37.png"/><Relationship Id="rId10" Type="http://schemas.openxmlformats.org/officeDocument/2006/relationships/customXml" Target="../ink/ink22.xml"/><Relationship Id="rId4" Type="http://schemas.openxmlformats.org/officeDocument/2006/relationships/customXml" Target="../ink/ink19.xml"/><Relationship Id="rId9" Type="http://schemas.openxmlformats.org/officeDocument/2006/relationships/image" Target="../media/image34.png"/><Relationship Id="rId14" Type="http://schemas.openxmlformats.org/officeDocument/2006/relationships/customXml" Target="../ink/ink24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customXml" Target="../ink/ink27.xml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customXml" Target="../ink/ink26.xml"/><Relationship Id="rId4" Type="http://schemas.openxmlformats.org/officeDocument/2006/relationships/image" Target="../media/image42.png"/><Relationship Id="rId9" Type="http://schemas.openxmlformats.org/officeDocument/2006/relationships/image" Target="../media/image4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32.xml"/><Relationship Id="rId18" Type="http://schemas.openxmlformats.org/officeDocument/2006/relationships/image" Target="../media/image54.png"/><Relationship Id="rId3" Type="http://schemas.openxmlformats.org/officeDocument/2006/relationships/image" Target="../media/image41.png"/><Relationship Id="rId21" Type="http://schemas.openxmlformats.org/officeDocument/2006/relationships/customXml" Target="../ink/ink36.xml"/><Relationship Id="rId7" Type="http://schemas.openxmlformats.org/officeDocument/2006/relationships/customXml" Target="../ink/ink29.xml"/><Relationship Id="rId12" Type="http://schemas.openxmlformats.org/officeDocument/2006/relationships/image" Target="../media/image51.png"/><Relationship Id="rId17" Type="http://schemas.openxmlformats.org/officeDocument/2006/relationships/customXml" Target="../ink/ink34.xml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53.png"/><Relationship Id="rId20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5" Type="http://schemas.openxmlformats.org/officeDocument/2006/relationships/customXml" Target="../ink/ink33.xml"/><Relationship Id="rId23" Type="http://schemas.openxmlformats.org/officeDocument/2006/relationships/image" Target="../media/image57.png"/><Relationship Id="rId10" Type="http://schemas.openxmlformats.org/officeDocument/2006/relationships/image" Target="../media/image50.png"/><Relationship Id="rId19" Type="http://schemas.openxmlformats.org/officeDocument/2006/relationships/customXml" Target="../ink/ink35.xml"/><Relationship Id="rId4" Type="http://schemas.openxmlformats.org/officeDocument/2006/relationships/image" Target="../media/image47.png"/><Relationship Id="rId9" Type="http://schemas.openxmlformats.org/officeDocument/2006/relationships/customXml" Target="../ink/ink30.xml"/><Relationship Id="rId14" Type="http://schemas.openxmlformats.org/officeDocument/2006/relationships/image" Target="../media/image52.png"/><Relationship Id="rId22" Type="http://schemas.openxmlformats.org/officeDocument/2006/relationships/image" Target="../media/image56.png"/></Relationships>
</file>

<file path=ppt/slides/_rels/slide1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70.png"/><Relationship Id="rId21" Type="http://schemas.openxmlformats.org/officeDocument/2006/relationships/customXml" Target="../ink/ink46.xml"/><Relationship Id="rId42" Type="http://schemas.openxmlformats.org/officeDocument/2006/relationships/image" Target="../media/image79.png"/><Relationship Id="rId47" Type="http://schemas.openxmlformats.org/officeDocument/2006/relationships/customXml" Target="../ink/ink58.xml"/><Relationship Id="rId63" Type="http://schemas.openxmlformats.org/officeDocument/2006/relationships/customXml" Target="../ink/ink66.xml"/><Relationship Id="rId68" Type="http://schemas.openxmlformats.org/officeDocument/2006/relationships/image" Target="../media/image92.png"/><Relationship Id="rId84" Type="http://schemas.openxmlformats.org/officeDocument/2006/relationships/image" Target="../media/image100.png"/><Relationship Id="rId89" Type="http://schemas.openxmlformats.org/officeDocument/2006/relationships/image" Target="../media/image103.png"/><Relationship Id="rId16" Type="http://schemas.openxmlformats.org/officeDocument/2006/relationships/image" Target="../media/image65.png"/><Relationship Id="rId107" Type="http://schemas.openxmlformats.org/officeDocument/2006/relationships/image" Target="../media/image112.png"/><Relationship Id="rId11" Type="http://schemas.openxmlformats.org/officeDocument/2006/relationships/customXml" Target="../ink/ink41.xml"/><Relationship Id="rId32" Type="http://schemas.openxmlformats.org/officeDocument/2006/relationships/image" Target="../media/image74.png"/><Relationship Id="rId37" Type="http://schemas.openxmlformats.org/officeDocument/2006/relationships/customXml" Target="../ink/ink53.xml"/><Relationship Id="rId53" Type="http://schemas.openxmlformats.org/officeDocument/2006/relationships/customXml" Target="../ink/ink61.xml"/><Relationship Id="rId58" Type="http://schemas.openxmlformats.org/officeDocument/2006/relationships/image" Target="../media/image87.png"/><Relationship Id="rId74" Type="http://schemas.openxmlformats.org/officeDocument/2006/relationships/image" Target="../media/image95.png"/><Relationship Id="rId79" Type="http://schemas.openxmlformats.org/officeDocument/2006/relationships/customXml" Target="../ink/ink74.xml"/><Relationship Id="rId102" Type="http://schemas.openxmlformats.org/officeDocument/2006/relationships/customXml" Target="../ink/ink85.xml"/><Relationship Id="rId5" Type="http://schemas.openxmlformats.org/officeDocument/2006/relationships/customXml" Target="../ink/ink38.xml"/><Relationship Id="rId90" Type="http://schemas.openxmlformats.org/officeDocument/2006/relationships/customXml" Target="../ink/ink79.xml"/><Relationship Id="rId95" Type="http://schemas.openxmlformats.org/officeDocument/2006/relationships/image" Target="../media/image106.png"/><Relationship Id="rId22" Type="http://schemas.openxmlformats.org/officeDocument/2006/relationships/image" Target="../media/image68.png"/><Relationship Id="rId27" Type="http://schemas.openxmlformats.org/officeDocument/2006/relationships/image" Target="../media/image71.png"/><Relationship Id="rId43" Type="http://schemas.openxmlformats.org/officeDocument/2006/relationships/customXml" Target="../ink/ink56.xml"/><Relationship Id="rId48" Type="http://schemas.openxmlformats.org/officeDocument/2006/relationships/image" Target="../media/image82.png"/><Relationship Id="rId64" Type="http://schemas.openxmlformats.org/officeDocument/2006/relationships/image" Target="../media/image90.png"/><Relationship Id="rId69" Type="http://schemas.openxmlformats.org/officeDocument/2006/relationships/customXml" Target="../ink/ink69.xml"/><Relationship Id="rId80" Type="http://schemas.openxmlformats.org/officeDocument/2006/relationships/image" Target="../media/image98.png"/><Relationship Id="rId85" Type="http://schemas.openxmlformats.org/officeDocument/2006/relationships/customXml" Target="../ink/ink77.xml"/><Relationship Id="rId12" Type="http://schemas.openxmlformats.org/officeDocument/2006/relationships/image" Target="../media/image63.png"/><Relationship Id="rId17" Type="http://schemas.openxmlformats.org/officeDocument/2006/relationships/customXml" Target="../ink/ink44.xml"/><Relationship Id="rId33" Type="http://schemas.openxmlformats.org/officeDocument/2006/relationships/customXml" Target="../ink/ink51.xml"/><Relationship Id="rId38" Type="http://schemas.openxmlformats.org/officeDocument/2006/relationships/image" Target="../media/image77.png"/><Relationship Id="rId59" Type="http://schemas.openxmlformats.org/officeDocument/2006/relationships/customXml" Target="../ink/ink64.xml"/><Relationship Id="rId103" Type="http://schemas.openxmlformats.org/officeDocument/2006/relationships/image" Target="../media/image110.png"/><Relationship Id="rId108" Type="http://schemas.openxmlformats.org/officeDocument/2006/relationships/customXml" Target="../ink/ink88.xml"/><Relationship Id="rId54" Type="http://schemas.openxmlformats.org/officeDocument/2006/relationships/image" Target="../media/image85.png"/><Relationship Id="rId70" Type="http://schemas.openxmlformats.org/officeDocument/2006/relationships/image" Target="../media/image93.png"/><Relationship Id="rId75" Type="http://schemas.openxmlformats.org/officeDocument/2006/relationships/customXml" Target="../ink/ink72.xml"/><Relationship Id="rId91" Type="http://schemas.openxmlformats.org/officeDocument/2006/relationships/image" Target="../media/image104.png"/><Relationship Id="rId96" Type="http://schemas.openxmlformats.org/officeDocument/2006/relationships/customXml" Target="../ink/ink8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0.png"/><Relationship Id="rId15" Type="http://schemas.openxmlformats.org/officeDocument/2006/relationships/customXml" Target="../ink/ink43.xml"/><Relationship Id="rId23" Type="http://schemas.openxmlformats.org/officeDocument/2006/relationships/customXml" Target="../ink/ink47.xml"/><Relationship Id="rId28" Type="http://schemas.openxmlformats.org/officeDocument/2006/relationships/customXml" Target="../ink/ink49.xml"/><Relationship Id="rId36" Type="http://schemas.openxmlformats.org/officeDocument/2006/relationships/image" Target="../media/image76.png"/><Relationship Id="rId49" Type="http://schemas.openxmlformats.org/officeDocument/2006/relationships/customXml" Target="../ink/ink59.xml"/><Relationship Id="rId57" Type="http://schemas.openxmlformats.org/officeDocument/2006/relationships/customXml" Target="../ink/ink63.xml"/><Relationship Id="rId106" Type="http://schemas.openxmlformats.org/officeDocument/2006/relationships/customXml" Target="../ink/ink87.xml"/><Relationship Id="rId10" Type="http://schemas.openxmlformats.org/officeDocument/2006/relationships/image" Target="../media/image62.png"/><Relationship Id="rId31" Type="http://schemas.openxmlformats.org/officeDocument/2006/relationships/image" Target="../media/image73.png"/><Relationship Id="rId44" Type="http://schemas.openxmlformats.org/officeDocument/2006/relationships/image" Target="../media/image80.png"/><Relationship Id="rId52" Type="http://schemas.openxmlformats.org/officeDocument/2006/relationships/image" Target="../media/image84.png"/><Relationship Id="rId60" Type="http://schemas.openxmlformats.org/officeDocument/2006/relationships/image" Target="../media/image88.png"/><Relationship Id="rId65" Type="http://schemas.openxmlformats.org/officeDocument/2006/relationships/customXml" Target="../ink/ink67.xml"/><Relationship Id="rId73" Type="http://schemas.openxmlformats.org/officeDocument/2006/relationships/customXml" Target="../ink/ink71.xml"/><Relationship Id="rId78" Type="http://schemas.openxmlformats.org/officeDocument/2006/relationships/image" Target="../media/image97.png"/><Relationship Id="rId81" Type="http://schemas.openxmlformats.org/officeDocument/2006/relationships/customXml" Target="../ink/ink75.xml"/><Relationship Id="rId86" Type="http://schemas.openxmlformats.org/officeDocument/2006/relationships/image" Target="../media/image101.png"/><Relationship Id="rId94" Type="http://schemas.openxmlformats.org/officeDocument/2006/relationships/customXml" Target="../ink/ink81.xml"/><Relationship Id="rId99" Type="http://schemas.openxmlformats.org/officeDocument/2006/relationships/image" Target="../media/image108.png"/><Relationship Id="rId101" Type="http://schemas.openxmlformats.org/officeDocument/2006/relationships/image" Target="../media/image109.png"/><Relationship Id="rId4" Type="http://schemas.openxmlformats.org/officeDocument/2006/relationships/image" Target="../media/image59.png"/><Relationship Id="rId9" Type="http://schemas.openxmlformats.org/officeDocument/2006/relationships/customXml" Target="../ink/ink40.xml"/><Relationship Id="rId13" Type="http://schemas.openxmlformats.org/officeDocument/2006/relationships/customXml" Target="../ink/ink42.xml"/><Relationship Id="rId18" Type="http://schemas.openxmlformats.org/officeDocument/2006/relationships/image" Target="../media/image66.png"/><Relationship Id="rId39" Type="http://schemas.openxmlformats.org/officeDocument/2006/relationships/customXml" Target="../ink/ink54.xml"/><Relationship Id="rId109" Type="http://schemas.openxmlformats.org/officeDocument/2006/relationships/image" Target="../media/image113.png"/><Relationship Id="rId34" Type="http://schemas.openxmlformats.org/officeDocument/2006/relationships/image" Target="../media/image75.png"/><Relationship Id="rId50" Type="http://schemas.openxmlformats.org/officeDocument/2006/relationships/image" Target="../media/image83.png"/><Relationship Id="rId55" Type="http://schemas.openxmlformats.org/officeDocument/2006/relationships/customXml" Target="../ink/ink62.xml"/><Relationship Id="rId76" Type="http://schemas.openxmlformats.org/officeDocument/2006/relationships/image" Target="../media/image96.png"/><Relationship Id="rId97" Type="http://schemas.openxmlformats.org/officeDocument/2006/relationships/image" Target="../media/image107.png"/><Relationship Id="rId104" Type="http://schemas.openxmlformats.org/officeDocument/2006/relationships/customXml" Target="../ink/ink86.xml"/><Relationship Id="rId7" Type="http://schemas.openxmlformats.org/officeDocument/2006/relationships/customXml" Target="../ink/ink39.xml"/><Relationship Id="rId71" Type="http://schemas.openxmlformats.org/officeDocument/2006/relationships/customXml" Target="../ink/ink70.xml"/><Relationship Id="rId92" Type="http://schemas.openxmlformats.org/officeDocument/2006/relationships/customXml" Target="../ink/ink80.xml"/><Relationship Id="rId2" Type="http://schemas.openxmlformats.org/officeDocument/2006/relationships/customXml" Target="../ink/ink37.xml"/><Relationship Id="rId29" Type="http://schemas.openxmlformats.org/officeDocument/2006/relationships/image" Target="../media/image72.png"/><Relationship Id="rId24" Type="http://schemas.openxmlformats.org/officeDocument/2006/relationships/image" Target="../media/image69.png"/><Relationship Id="rId40" Type="http://schemas.openxmlformats.org/officeDocument/2006/relationships/image" Target="../media/image78.png"/><Relationship Id="rId45" Type="http://schemas.openxmlformats.org/officeDocument/2006/relationships/customXml" Target="../ink/ink57.xml"/><Relationship Id="rId66" Type="http://schemas.openxmlformats.org/officeDocument/2006/relationships/image" Target="../media/image91.png"/><Relationship Id="rId87" Type="http://schemas.openxmlformats.org/officeDocument/2006/relationships/customXml" Target="../ink/ink78.xml"/><Relationship Id="rId110" Type="http://schemas.openxmlformats.org/officeDocument/2006/relationships/customXml" Target="../ink/ink89.xml"/><Relationship Id="rId61" Type="http://schemas.openxmlformats.org/officeDocument/2006/relationships/customXml" Target="../ink/ink65.xml"/><Relationship Id="rId82" Type="http://schemas.openxmlformats.org/officeDocument/2006/relationships/image" Target="../media/image99.png"/><Relationship Id="rId19" Type="http://schemas.openxmlformats.org/officeDocument/2006/relationships/customXml" Target="../ink/ink45.xml"/><Relationship Id="rId14" Type="http://schemas.openxmlformats.org/officeDocument/2006/relationships/image" Target="../media/image64.png"/><Relationship Id="rId30" Type="http://schemas.openxmlformats.org/officeDocument/2006/relationships/customXml" Target="../ink/ink50.xml"/><Relationship Id="rId35" Type="http://schemas.openxmlformats.org/officeDocument/2006/relationships/customXml" Target="../ink/ink52.xml"/><Relationship Id="rId56" Type="http://schemas.openxmlformats.org/officeDocument/2006/relationships/image" Target="../media/image86.png"/><Relationship Id="rId77" Type="http://schemas.openxmlformats.org/officeDocument/2006/relationships/customXml" Target="../ink/ink73.xml"/><Relationship Id="rId100" Type="http://schemas.openxmlformats.org/officeDocument/2006/relationships/customXml" Target="../ink/ink84.xml"/><Relationship Id="rId105" Type="http://schemas.openxmlformats.org/officeDocument/2006/relationships/image" Target="../media/image111.png"/><Relationship Id="rId8" Type="http://schemas.openxmlformats.org/officeDocument/2006/relationships/image" Target="../media/image61.png"/><Relationship Id="rId51" Type="http://schemas.openxmlformats.org/officeDocument/2006/relationships/customXml" Target="../ink/ink60.xml"/><Relationship Id="rId72" Type="http://schemas.openxmlformats.org/officeDocument/2006/relationships/image" Target="../media/image94.png"/><Relationship Id="rId93" Type="http://schemas.openxmlformats.org/officeDocument/2006/relationships/image" Target="../media/image105.png"/><Relationship Id="rId98" Type="http://schemas.openxmlformats.org/officeDocument/2006/relationships/customXml" Target="../ink/ink83.xml"/><Relationship Id="rId3" Type="http://schemas.openxmlformats.org/officeDocument/2006/relationships/image" Target="../media/image58.png"/><Relationship Id="rId25" Type="http://schemas.openxmlformats.org/officeDocument/2006/relationships/customXml" Target="../ink/ink48.xml"/><Relationship Id="rId46" Type="http://schemas.openxmlformats.org/officeDocument/2006/relationships/image" Target="../media/image81.png"/><Relationship Id="rId67" Type="http://schemas.openxmlformats.org/officeDocument/2006/relationships/customXml" Target="../ink/ink68.xml"/><Relationship Id="rId20" Type="http://schemas.openxmlformats.org/officeDocument/2006/relationships/image" Target="../media/image67.png"/><Relationship Id="rId41" Type="http://schemas.openxmlformats.org/officeDocument/2006/relationships/customXml" Target="../ink/ink55.xml"/><Relationship Id="rId62" Type="http://schemas.openxmlformats.org/officeDocument/2006/relationships/image" Target="../media/image89.png"/><Relationship Id="rId83" Type="http://schemas.openxmlformats.org/officeDocument/2006/relationships/customXml" Target="../ink/ink76.xml"/><Relationship Id="rId88" Type="http://schemas.openxmlformats.org/officeDocument/2006/relationships/image" Target="../media/image102.png"/><Relationship Id="rId111" Type="http://schemas.openxmlformats.org/officeDocument/2006/relationships/image" Target="../media/image11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jpeg"/><Relationship Id="rId3" Type="http://schemas.openxmlformats.org/officeDocument/2006/relationships/image" Target="../media/image116.png"/><Relationship Id="rId7" Type="http://schemas.openxmlformats.org/officeDocument/2006/relationships/image" Target="../media/image1120.pn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jpeg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7.png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5.png"/><Relationship Id="rId13" Type="http://schemas.openxmlformats.org/officeDocument/2006/relationships/image" Target="../media/image128.png"/><Relationship Id="rId3" Type="http://schemas.openxmlformats.org/officeDocument/2006/relationships/customXml" Target="../ink/ink90.xml"/><Relationship Id="rId7" Type="http://schemas.openxmlformats.org/officeDocument/2006/relationships/customXml" Target="../ink/ink92.xml"/><Relationship Id="rId12" Type="http://schemas.openxmlformats.org/officeDocument/2006/relationships/customXml" Target="../ink/ink94.xml"/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4.png"/><Relationship Id="rId11" Type="http://schemas.openxmlformats.org/officeDocument/2006/relationships/image" Target="../media/image117.png"/><Relationship Id="rId5" Type="http://schemas.openxmlformats.org/officeDocument/2006/relationships/customXml" Target="../ink/ink91.xml"/><Relationship Id="rId15" Type="http://schemas.openxmlformats.org/officeDocument/2006/relationships/image" Target="../media/image129.png"/><Relationship Id="rId10" Type="http://schemas.openxmlformats.org/officeDocument/2006/relationships/image" Target="../media/image126.png"/><Relationship Id="rId4" Type="http://schemas.openxmlformats.org/officeDocument/2006/relationships/image" Target="../media/image123.png"/><Relationship Id="rId9" Type="http://schemas.openxmlformats.org/officeDocument/2006/relationships/customXml" Target="../ink/ink93.xml"/><Relationship Id="rId14" Type="http://schemas.openxmlformats.org/officeDocument/2006/relationships/customXml" Target="../ink/ink95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customXml" Target="../ink/ink97.xml"/><Relationship Id="rId13" Type="http://schemas.openxmlformats.org/officeDocument/2006/relationships/customXml" Target="../ink/ink99.xml"/><Relationship Id="rId3" Type="http://schemas.openxmlformats.org/officeDocument/2006/relationships/image" Target="../media/image130.png"/><Relationship Id="rId7" Type="http://schemas.openxmlformats.org/officeDocument/2006/relationships/image" Target="../media/image133.png"/><Relationship Id="rId12" Type="http://schemas.openxmlformats.org/officeDocument/2006/relationships/image" Target="../media/image136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8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6.xml"/><Relationship Id="rId11" Type="http://schemas.openxmlformats.org/officeDocument/2006/relationships/customXml" Target="../ink/ink98.xml"/><Relationship Id="rId5" Type="http://schemas.openxmlformats.org/officeDocument/2006/relationships/image" Target="../media/image119.png"/><Relationship Id="rId15" Type="http://schemas.openxmlformats.org/officeDocument/2006/relationships/customXml" Target="../ink/ink100.xml"/><Relationship Id="rId10" Type="http://schemas.openxmlformats.org/officeDocument/2006/relationships/image" Target="../media/image135.png"/><Relationship Id="rId4" Type="http://schemas.openxmlformats.org/officeDocument/2006/relationships/image" Target="../media/image118.png"/><Relationship Id="rId9" Type="http://schemas.openxmlformats.org/officeDocument/2006/relationships/image" Target="../media/image134.png"/><Relationship Id="rId14" Type="http://schemas.openxmlformats.org/officeDocument/2006/relationships/image" Target="../media/image13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2.jpeg"/><Relationship Id="rId4" Type="http://schemas.openxmlformats.org/officeDocument/2006/relationships/image" Target="../media/image121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03.xml"/><Relationship Id="rId13" Type="http://schemas.openxmlformats.org/officeDocument/2006/relationships/image" Target="../media/image149.png"/><Relationship Id="rId3" Type="http://schemas.openxmlformats.org/officeDocument/2006/relationships/image" Target="../media/image144.png"/><Relationship Id="rId7" Type="http://schemas.openxmlformats.org/officeDocument/2006/relationships/image" Target="../media/image146.png"/><Relationship Id="rId12" Type="http://schemas.openxmlformats.org/officeDocument/2006/relationships/customXml" Target="../ink/ink105.xml"/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2.xml"/><Relationship Id="rId11" Type="http://schemas.openxmlformats.org/officeDocument/2006/relationships/image" Target="../media/image148.png"/><Relationship Id="rId5" Type="http://schemas.openxmlformats.org/officeDocument/2006/relationships/image" Target="../media/image145.png"/><Relationship Id="rId10" Type="http://schemas.openxmlformats.org/officeDocument/2006/relationships/customXml" Target="../ink/ink104.xml"/><Relationship Id="rId4" Type="http://schemas.openxmlformats.org/officeDocument/2006/relationships/customXml" Target="../ink/ink101.xml"/><Relationship Id="rId9" Type="http://schemas.openxmlformats.org/officeDocument/2006/relationships/image" Target="../media/image147.png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09.xml"/><Relationship Id="rId18" Type="http://schemas.openxmlformats.org/officeDocument/2006/relationships/image" Target="../media/image159.png"/><Relationship Id="rId26" Type="http://schemas.openxmlformats.org/officeDocument/2006/relationships/image" Target="../media/image163.png"/><Relationship Id="rId39" Type="http://schemas.openxmlformats.org/officeDocument/2006/relationships/image" Target="../media/image131.png"/><Relationship Id="rId21" Type="http://schemas.openxmlformats.org/officeDocument/2006/relationships/customXml" Target="../ink/ink113.xml"/><Relationship Id="rId34" Type="http://schemas.openxmlformats.org/officeDocument/2006/relationships/image" Target="../media/image167.png"/><Relationship Id="rId42" Type="http://schemas.openxmlformats.org/officeDocument/2006/relationships/customXml" Target="../ink/ink123.xml"/><Relationship Id="rId47" Type="http://schemas.openxmlformats.org/officeDocument/2006/relationships/image" Target="../media/image174.png"/><Relationship Id="rId7" Type="http://schemas.openxmlformats.org/officeDocument/2006/relationships/customXml" Target="../ink/ink106.xml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58.png"/><Relationship Id="rId29" Type="http://schemas.openxmlformats.org/officeDocument/2006/relationships/customXml" Target="../ink/ink117.xml"/><Relationship Id="rId11" Type="http://schemas.openxmlformats.org/officeDocument/2006/relationships/customXml" Target="../ink/ink108.xml"/><Relationship Id="rId24" Type="http://schemas.openxmlformats.org/officeDocument/2006/relationships/image" Target="../media/image162.png"/><Relationship Id="rId32" Type="http://schemas.openxmlformats.org/officeDocument/2006/relationships/image" Target="../media/image166.png"/><Relationship Id="rId37" Type="http://schemas.openxmlformats.org/officeDocument/2006/relationships/customXml" Target="../ink/ink121.xml"/><Relationship Id="rId40" Type="http://schemas.openxmlformats.org/officeDocument/2006/relationships/customXml" Target="../ink/ink122.xml"/><Relationship Id="rId45" Type="http://schemas.openxmlformats.org/officeDocument/2006/relationships/image" Target="../media/image173.png"/><Relationship Id="rId5" Type="http://schemas.openxmlformats.org/officeDocument/2006/relationships/image" Target="../media/image152.png"/><Relationship Id="rId15" Type="http://schemas.openxmlformats.org/officeDocument/2006/relationships/customXml" Target="../ink/ink110.xml"/><Relationship Id="rId23" Type="http://schemas.openxmlformats.org/officeDocument/2006/relationships/customXml" Target="../ink/ink114.xml"/><Relationship Id="rId28" Type="http://schemas.openxmlformats.org/officeDocument/2006/relationships/image" Target="../media/image164.png"/><Relationship Id="rId36" Type="http://schemas.openxmlformats.org/officeDocument/2006/relationships/image" Target="../media/image168.png"/><Relationship Id="rId49" Type="http://schemas.openxmlformats.org/officeDocument/2006/relationships/image" Target="../media/image175.png"/><Relationship Id="rId10" Type="http://schemas.openxmlformats.org/officeDocument/2006/relationships/image" Target="../media/image155.png"/><Relationship Id="rId19" Type="http://schemas.openxmlformats.org/officeDocument/2006/relationships/customXml" Target="../ink/ink112.xml"/><Relationship Id="rId31" Type="http://schemas.openxmlformats.org/officeDocument/2006/relationships/customXml" Target="../ink/ink118.xml"/><Relationship Id="rId44" Type="http://schemas.openxmlformats.org/officeDocument/2006/relationships/customXml" Target="../ink/ink124.xml"/><Relationship Id="rId4" Type="http://schemas.openxmlformats.org/officeDocument/2006/relationships/image" Target="../media/image151.png"/><Relationship Id="rId9" Type="http://schemas.openxmlformats.org/officeDocument/2006/relationships/customXml" Target="../ink/ink107.xml"/><Relationship Id="rId14" Type="http://schemas.openxmlformats.org/officeDocument/2006/relationships/image" Target="../media/image157.png"/><Relationship Id="rId22" Type="http://schemas.openxmlformats.org/officeDocument/2006/relationships/image" Target="../media/image161.png"/><Relationship Id="rId27" Type="http://schemas.openxmlformats.org/officeDocument/2006/relationships/customXml" Target="../ink/ink116.xml"/><Relationship Id="rId30" Type="http://schemas.openxmlformats.org/officeDocument/2006/relationships/image" Target="../media/image165.png"/><Relationship Id="rId35" Type="http://schemas.openxmlformats.org/officeDocument/2006/relationships/customXml" Target="../ink/ink120.xml"/><Relationship Id="rId43" Type="http://schemas.openxmlformats.org/officeDocument/2006/relationships/image" Target="../media/image172.png"/><Relationship Id="rId48" Type="http://schemas.openxmlformats.org/officeDocument/2006/relationships/customXml" Target="../ink/ink126.xml"/><Relationship Id="rId8" Type="http://schemas.openxmlformats.org/officeDocument/2006/relationships/image" Target="../media/image154.png"/><Relationship Id="rId3" Type="http://schemas.openxmlformats.org/officeDocument/2006/relationships/image" Target="../media/image150.png"/><Relationship Id="rId12" Type="http://schemas.openxmlformats.org/officeDocument/2006/relationships/image" Target="../media/image156.png"/><Relationship Id="rId17" Type="http://schemas.openxmlformats.org/officeDocument/2006/relationships/customXml" Target="../ink/ink111.xml"/><Relationship Id="rId25" Type="http://schemas.openxmlformats.org/officeDocument/2006/relationships/customXml" Target="../ink/ink115.xml"/><Relationship Id="rId33" Type="http://schemas.openxmlformats.org/officeDocument/2006/relationships/customXml" Target="../ink/ink119.xml"/><Relationship Id="rId38" Type="http://schemas.openxmlformats.org/officeDocument/2006/relationships/image" Target="../media/image169.png"/><Relationship Id="rId46" Type="http://schemas.openxmlformats.org/officeDocument/2006/relationships/customXml" Target="../ink/ink125.xml"/><Relationship Id="rId20" Type="http://schemas.openxmlformats.org/officeDocument/2006/relationships/image" Target="../media/image160.png"/><Relationship Id="rId41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3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customXml" Target="../ink/ink129.xml"/><Relationship Id="rId3" Type="http://schemas.openxmlformats.org/officeDocument/2006/relationships/image" Target="../media/image178.png"/><Relationship Id="rId7" Type="http://schemas.openxmlformats.org/officeDocument/2006/relationships/image" Target="../media/image180.png"/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28.xml"/><Relationship Id="rId5" Type="http://schemas.openxmlformats.org/officeDocument/2006/relationships/image" Target="../media/image179.png"/><Relationship Id="rId4" Type="http://schemas.openxmlformats.org/officeDocument/2006/relationships/customXml" Target="../ink/ink127.xml"/><Relationship Id="rId9" Type="http://schemas.openxmlformats.org/officeDocument/2006/relationships/image" Target="../media/image181.png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35.png"/><Relationship Id="rId21" Type="http://schemas.openxmlformats.org/officeDocument/2006/relationships/image" Target="../media/image187.png"/><Relationship Id="rId42" Type="http://schemas.openxmlformats.org/officeDocument/2006/relationships/customXml" Target="../ink/ink149.xml"/><Relationship Id="rId63" Type="http://schemas.openxmlformats.org/officeDocument/2006/relationships/image" Target="../media/image208.png"/><Relationship Id="rId84" Type="http://schemas.openxmlformats.org/officeDocument/2006/relationships/customXml" Target="../ink/ink170.xml"/><Relationship Id="rId138" Type="http://schemas.openxmlformats.org/officeDocument/2006/relationships/customXml" Target="../ink/ink197.xml"/><Relationship Id="rId107" Type="http://schemas.openxmlformats.org/officeDocument/2006/relationships/image" Target="../media/image230.png"/><Relationship Id="rId11" Type="http://schemas.openxmlformats.org/officeDocument/2006/relationships/image" Target="../media/image182.png"/><Relationship Id="rId32" Type="http://schemas.openxmlformats.org/officeDocument/2006/relationships/customXml" Target="../ink/ink144.xml"/><Relationship Id="rId53" Type="http://schemas.openxmlformats.org/officeDocument/2006/relationships/image" Target="../media/image203.png"/><Relationship Id="rId74" Type="http://schemas.openxmlformats.org/officeDocument/2006/relationships/customXml" Target="../ink/ink165.xml"/><Relationship Id="rId128" Type="http://schemas.openxmlformats.org/officeDocument/2006/relationships/customXml" Target="../ink/ink192.xml"/><Relationship Id="rId149" Type="http://schemas.openxmlformats.org/officeDocument/2006/relationships/image" Target="../media/image251.png"/><Relationship Id="rId5" Type="http://schemas.openxmlformats.org/officeDocument/2006/relationships/image" Target="../media/image179.png"/><Relationship Id="rId95" Type="http://schemas.openxmlformats.org/officeDocument/2006/relationships/image" Target="../media/image224.png"/><Relationship Id="rId22" Type="http://schemas.openxmlformats.org/officeDocument/2006/relationships/customXml" Target="../ink/ink139.xml"/><Relationship Id="rId27" Type="http://schemas.openxmlformats.org/officeDocument/2006/relationships/image" Target="../media/image190.png"/><Relationship Id="rId43" Type="http://schemas.openxmlformats.org/officeDocument/2006/relationships/image" Target="../media/image198.png"/><Relationship Id="rId48" Type="http://schemas.openxmlformats.org/officeDocument/2006/relationships/customXml" Target="../ink/ink152.xml"/><Relationship Id="rId64" Type="http://schemas.openxmlformats.org/officeDocument/2006/relationships/customXml" Target="../ink/ink160.xml"/><Relationship Id="rId69" Type="http://schemas.openxmlformats.org/officeDocument/2006/relationships/image" Target="../media/image211.png"/><Relationship Id="rId113" Type="http://schemas.openxmlformats.org/officeDocument/2006/relationships/image" Target="../media/image233.png"/><Relationship Id="rId118" Type="http://schemas.openxmlformats.org/officeDocument/2006/relationships/customXml" Target="../ink/ink187.xml"/><Relationship Id="rId134" Type="http://schemas.openxmlformats.org/officeDocument/2006/relationships/customXml" Target="../ink/ink195.xml"/><Relationship Id="rId139" Type="http://schemas.openxmlformats.org/officeDocument/2006/relationships/image" Target="../media/image246.png"/><Relationship Id="rId80" Type="http://schemas.openxmlformats.org/officeDocument/2006/relationships/customXml" Target="../ink/ink168.xml"/><Relationship Id="rId85" Type="http://schemas.openxmlformats.org/officeDocument/2006/relationships/image" Target="../media/image219.png"/><Relationship Id="rId150" Type="http://schemas.openxmlformats.org/officeDocument/2006/relationships/customXml" Target="../ink/ink203.xml"/><Relationship Id="rId12" Type="http://schemas.openxmlformats.org/officeDocument/2006/relationships/customXml" Target="../ink/ink134.xml"/><Relationship Id="rId17" Type="http://schemas.openxmlformats.org/officeDocument/2006/relationships/image" Target="../media/image185.png"/><Relationship Id="rId33" Type="http://schemas.openxmlformats.org/officeDocument/2006/relationships/image" Target="../media/image193.png"/><Relationship Id="rId38" Type="http://schemas.openxmlformats.org/officeDocument/2006/relationships/customXml" Target="../ink/ink147.xml"/><Relationship Id="rId59" Type="http://schemas.openxmlformats.org/officeDocument/2006/relationships/image" Target="../media/image206.png"/><Relationship Id="rId103" Type="http://schemas.openxmlformats.org/officeDocument/2006/relationships/image" Target="../media/image228.png"/><Relationship Id="rId108" Type="http://schemas.openxmlformats.org/officeDocument/2006/relationships/customXml" Target="../ink/ink182.xml"/><Relationship Id="rId124" Type="http://schemas.openxmlformats.org/officeDocument/2006/relationships/customXml" Target="../ink/ink190.xml"/><Relationship Id="rId129" Type="http://schemas.openxmlformats.org/officeDocument/2006/relationships/image" Target="../media/image241.png"/><Relationship Id="rId54" Type="http://schemas.openxmlformats.org/officeDocument/2006/relationships/customXml" Target="../ink/ink155.xml"/><Relationship Id="rId70" Type="http://schemas.openxmlformats.org/officeDocument/2006/relationships/customXml" Target="../ink/ink163.xml"/><Relationship Id="rId75" Type="http://schemas.openxmlformats.org/officeDocument/2006/relationships/image" Target="../media/image214.png"/><Relationship Id="rId91" Type="http://schemas.openxmlformats.org/officeDocument/2006/relationships/image" Target="../media/image222.png"/><Relationship Id="rId96" Type="http://schemas.openxmlformats.org/officeDocument/2006/relationships/customXml" Target="../ink/ink176.xml"/><Relationship Id="rId140" Type="http://schemas.openxmlformats.org/officeDocument/2006/relationships/customXml" Target="../ink/ink198.xml"/><Relationship Id="rId145" Type="http://schemas.openxmlformats.org/officeDocument/2006/relationships/image" Target="../media/image249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31.xml"/><Relationship Id="rId23" Type="http://schemas.openxmlformats.org/officeDocument/2006/relationships/image" Target="../media/image188.png"/><Relationship Id="rId28" Type="http://schemas.openxmlformats.org/officeDocument/2006/relationships/customXml" Target="../ink/ink142.xml"/><Relationship Id="rId49" Type="http://schemas.openxmlformats.org/officeDocument/2006/relationships/image" Target="../media/image201.png"/><Relationship Id="rId114" Type="http://schemas.openxmlformats.org/officeDocument/2006/relationships/customXml" Target="../ink/ink185.xml"/><Relationship Id="rId119" Type="http://schemas.openxmlformats.org/officeDocument/2006/relationships/image" Target="../media/image236.png"/><Relationship Id="rId44" Type="http://schemas.openxmlformats.org/officeDocument/2006/relationships/customXml" Target="../ink/ink150.xml"/><Relationship Id="rId60" Type="http://schemas.openxmlformats.org/officeDocument/2006/relationships/customXml" Target="../ink/ink158.xml"/><Relationship Id="rId65" Type="http://schemas.openxmlformats.org/officeDocument/2006/relationships/image" Target="../media/image209.png"/><Relationship Id="rId81" Type="http://schemas.openxmlformats.org/officeDocument/2006/relationships/image" Target="../media/image217.png"/><Relationship Id="rId86" Type="http://schemas.openxmlformats.org/officeDocument/2006/relationships/customXml" Target="../ink/ink171.xml"/><Relationship Id="rId130" Type="http://schemas.openxmlformats.org/officeDocument/2006/relationships/customXml" Target="../ink/ink193.xml"/><Relationship Id="rId135" Type="http://schemas.openxmlformats.org/officeDocument/2006/relationships/image" Target="../media/image244.png"/><Relationship Id="rId151" Type="http://schemas.openxmlformats.org/officeDocument/2006/relationships/image" Target="../media/image252.png"/><Relationship Id="rId13" Type="http://schemas.openxmlformats.org/officeDocument/2006/relationships/image" Target="../media/image183.png"/><Relationship Id="rId18" Type="http://schemas.openxmlformats.org/officeDocument/2006/relationships/customXml" Target="../ink/ink137.xml"/><Relationship Id="rId39" Type="http://schemas.openxmlformats.org/officeDocument/2006/relationships/image" Target="../media/image196.png"/><Relationship Id="rId109" Type="http://schemas.openxmlformats.org/officeDocument/2006/relationships/image" Target="../media/image231.png"/><Relationship Id="rId34" Type="http://schemas.openxmlformats.org/officeDocument/2006/relationships/customXml" Target="../ink/ink145.xml"/><Relationship Id="rId50" Type="http://schemas.openxmlformats.org/officeDocument/2006/relationships/customXml" Target="../ink/ink153.xml"/><Relationship Id="rId55" Type="http://schemas.openxmlformats.org/officeDocument/2006/relationships/image" Target="../media/image204.png"/><Relationship Id="rId76" Type="http://schemas.openxmlformats.org/officeDocument/2006/relationships/customXml" Target="../ink/ink166.xml"/><Relationship Id="rId97" Type="http://schemas.openxmlformats.org/officeDocument/2006/relationships/image" Target="../media/image225.png"/><Relationship Id="rId104" Type="http://schemas.openxmlformats.org/officeDocument/2006/relationships/customXml" Target="../ink/ink180.xml"/><Relationship Id="rId120" Type="http://schemas.openxmlformats.org/officeDocument/2006/relationships/customXml" Target="../ink/ink188.xml"/><Relationship Id="rId125" Type="http://schemas.openxmlformats.org/officeDocument/2006/relationships/image" Target="../media/image239.png"/><Relationship Id="rId141" Type="http://schemas.openxmlformats.org/officeDocument/2006/relationships/image" Target="../media/image247.png"/><Relationship Id="rId146" Type="http://schemas.openxmlformats.org/officeDocument/2006/relationships/customXml" Target="../ink/ink201.xml"/><Relationship Id="rId7" Type="http://schemas.openxmlformats.org/officeDocument/2006/relationships/image" Target="../media/image180.png"/><Relationship Id="rId71" Type="http://schemas.openxmlformats.org/officeDocument/2006/relationships/image" Target="../media/image212.png"/><Relationship Id="rId92" Type="http://schemas.openxmlformats.org/officeDocument/2006/relationships/customXml" Target="../ink/ink174.xml"/><Relationship Id="rId2" Type="http://schemas.openxmlformats.org/officeDocument/2006/relationships/image" Target="../media/image139.png"/><Relationship Id="rId29" Type="http://schemas.openxmlformats.org/officeDocument/2006/relationships/image" Target="../media/image191.png"/><Relationship Id="rId24" Type="http://schemas.openxmlformats.org/officeDocument/2006/relationships/customXml" Target="../ink/ink140.xml"/><Relationship Id="rId40" Type="http://schemas.openxmlformats.org/officeDocument/2006/relationships/customXml" Target="../ink/ink148.xml"/><Relationship Id="rId45" Type="http://schemas.openxmlformats.org/officeDocument/2006/relationships/image" Target="../media/image199.png"/><Relationship Id="rId66" Type="http://schemas.openxmlformats.org/officeDocument/2006/relationships/customXml" Target="../ink/ink161.xml"/><Relationship Id="rId87" Type="http://schemas.openxmlformats.org/officeDocument/2006/relationships/image" Target="../media/image220.png"/><Relationship Id="rId110" Type="http://schemas.openxmlformats.org/officeDocument/2006/relationships/customXml" Target="../ink/ink183.xml"/><Relationship Id="rId115" Type="http://schemas.openxmlformats.org/officeDocument/2006/relationships/image" Target="../media/image234.png"/><Relationship Id="rId131" Type="http://schemas.openxmlformats.org/officeDocument/2006/relationships/image" Target="../media/image242.png"/><Relationship Id="rId136" Type="http://schemas.openxmlformats.org/officeDocument/2006/relationships/customXml" Target="../ink/ink196.xml"/><Relationship Id="rId61" Type="http://schemas.openxmlformats.org/officeDocument/2006/relationships/image" Target="../media/image207.png"/><Relationship Id="rId82" Type="http://schemas.openxmlformats.org/officeDocument/2006/relationships/customXml" Target="../ink/ink169.xml"/><Relationship Id="rId19" Type="http://schemas.openxmlformats.org/officeDocument/2006/relationships/image" Target="../media/image186.png"/><Relationship Id="rId14" Type="http://schemas.openxmlformats.org/officeDocument/2006/relationships/customXml" Target="../ink/ink135.xml"/><Relationship Id="rId30" Type="http://schemas.openxmlformats.org/officeDocument/2006/relationships/customXml" Target="../ink/ink143.xml"/><Relationship Id="rId35" Type="http://schemas.openxmlformats.org/officeDocument/2006/relationships/image" Target="../media/image194.png"/><Relationship Id="rId56" Type="http://schemas.openxmlformats.org/officeDocument/2006/relationships/customXml" Target="../ink/ink156.xml"/><Relationship Id="rId77" Type="http://schemas.openxmlformats.org/officeDocument/2006/relationships/image" Target="../media/image215.png"/><Relationship Id="rId100" Type="http://schemas.openxmlformats.org/officeDocument/2006/relationships/customXml" Target="../ink/ink178.xml"/><Relationship Id="rId105" Type="http://schemas.openxmlformats.org/officeDocument/2006/relationships/image" Target="../media/image229.png"/><Relationship Id="rId126" Type="http://schemas.openxmlformats.org/officeDocument/2006/relationships/customXml" Target="../ink/ink191.xml"/><Relationship Id="rId147" Type="http://schemas.openxmlformats.org/officeDocument/2006/relationships/image" Target="../media/image250.png"/><Relationship Id="rId8" Type="http://schemas.openxmlformats.org/officeDocument/2006/relationships/customXml" Target="../ink/ink132.xml"/><Relationship Id="rId51" Type="http://schemas.openxmlformats.org/officeDocument/2006/relationships/image" Target="../media/image202.png"/><Relationship Id="rId72" Type="http://schemas.openxmlformats.org/officeDocument/2006/relationships/customXml" Target="../ink/ink164.xml"/><Relationship Id="rId93" Type="http://schemas.openxmlformats.org/officeDocument/2006/relationships/image" Target="../media/image223.png"/><Relationship Id="rId98" Type="http://schemas.openxmlformats.org/officeDocument/2006/relationships/customXml" Target="../ink/ink177.xml"/><Relationship Id="rId121" Type="http://schemas.openxmlformats.org/officeDocument/2006/relationships/image" Target="../media/image237.png"/><Relationship Id="rId142" Type="http://schemas.openxmlformats.org/officeDocument/2006/relationships/customXml" Target="../ink/ink199.xml"/><Relationship Id="rId3" Type="http://schemas.openxmlformats.org/officeDocument/2006/relationships/image" Target="../media/image178.png"/><Relationship Id="rId25" Type="http://schemas.openxmlformats.org/officeDocument/2006/relationships/image" Target="../media/image189.png"/><Relationship Id="rId46" Type="http://schemas.openxmlformats.org/officeDocument/2006/relationships/customXml" Target="../ink/ink151.xml"/><Relationship Id="rId67" Type="http://schemas.openxmlformats.org/officeDocument/2006/relationships/image" Target="../media/image210.png"/><Relationship Id="rId116" Type="http://schemas.openxmlformats.org/officeDocument/2006/relationships/customXml" Target="../ink/ink186.xml"/><Relationship Id="rId137" Type="http://schemas.openxmlformats.org/officeDocument/2006/relationships/image" Target="../media/image245.png"/><Relationship Id="rId20" Type="http://schemas.openxmlformats.org/officeDocument/2006/relationships/customXml" Target="../ink/ink138.xml"/><Relationship Id="rId41" Type="http://schemas.openxmlformats.org/officeDocument/2006/relationships/image" Target="../media/image197.png"/><Relationship Id="rId62" Type="http://schemas.openxmlformats.org/officeDocument/2006/relationships/customXml" Target="../ink/ink159.xml"/><Relationship Id="rId83" Type="http://schemas.openxmlformats.org/officeDocument/2006/relationships/image" Target="../media/image218.png"/><Relationship Id="rId88" Type="http://schemas.openxmlformats.org/officeDocument/2006/relationships/customXml" Target="../ink/ink172.xml"/><Relationship Id="rId111" Type="http://schemas.openxmlformats.org/officeDocument/2006/relationships/image" Target="../media/image232.png"/><Relationship Id="rId132" Type="http://schemas.openxmlformats.org/officeDocument/2006/relationships/customXml" Target="../ink/ink194.xml"/><Relationship Id="rId15" Type="http://schemas.openxmlformats.org/officeDocument/2006/relationships/image" Target="../media/image184.png"/><Relationship Id="rId36" Type="http://schemas.openxmlformats.org/officeDocument/2006/relationships/customXml" Target="../ink/ink146.xml"/><Relationship Id="rId57" Type="http://schemas.openxmlformats.org/officeDocument/2006/relationships/image" Target="../media/image205.png"/><Relationship Id="rId106" Type="http://schemas.openxmlformats.org/officeDocument/2006/relationships/customXml" Target="../ink/ink181.xml"/><Relationship Id="rId127" Type="http://schemas.openxmlformats.org/officeDocument/2006/relationships/image" Target="../media/image240.png"/><Relationship Id="rId10" Type="http://schemas.openxmlformats.org/officeDocument/2006/relationships/customXml" Target="../ink/ink133.xml"/><Relationship Id="rId31" Type="http://schemas.openxmlformats.org/officeDocument/2006/relationships/image" Target="../media/image192.png"/><Relationship Id="rId52" Type="http://schemas.openxmlformats.org/officeDocument/2006/relationships/customXml" Target="../ink/ink154.xml"/><Relationship Id="rId73" Type="http://schemas.openxmlformats.org/officeDocument/2006/relationships/image" Target="../media/image213.png"/><Relationship Id="rId78" Type="http://schemas.openxmlformats.org/officeDocument/2006/relationships/customXml" Target="../ink/ink167.xml"/><Relationship Id="rId94" Type="http://schemas.openxmlformats.org/officeDocument/2006/relationships/customXml" Target="../ink/ink175.xml"/><Relationship Id="rId99" Type="http://schemas.openxmlformats.org/officeDocument/2006/relationships/image" Target="../media/image226.png"/><Relationship Id="rId101" Type="http://schemas.openxmlformats.org/officeDocument/2006/relationships/image" Target="../media/image227.png"/><Relationship Id="rId122" Type="http://schemas.openxmlformats.org/officeDocument/2006/relationships/customXml" Target="../ink/ink189.xml"/><Relationship Id="rId143" Type="http://schemas.openxmlformats.org/officeDocument/2006/relationships/image" Target="../media/image248.png"/><Relationship Id="rId148" Type="http://schemas.openxmlformats.org/officeDocument/2006/relationships/customXml" Target="../ink/ink202.xml"/><Relationship Id="rId4" Type="http://schemas.openxmlformats.org/officeDocument/2006/relationships/customXml" Target="../ink/ink130.xml"/><Relationship Id="rId9" Type="http://schemas.openxmlformats.org/officeDocument/2006/relationships/image" Target="../media/image181.png"/><Relationship Id="rId26" Type="http://schemas.openxmlformats.org/officeDocument/2006/relationships/customXml" Target="../ink/ink141.xml"/><Relationship Id="rId47" Type="http://schemas.openxmlformats.org/officeDocument/2006/relationships/image" Target="../media/image200.png"/><Relationship Id="rId68" Type="http://schemas.openxmlformats.org/officeDocument/2006/relationships/customXml" Target="../ink/ink162.xml"/><Relationship Id="rId89" Type="http://schemas.openxmlformats.org/officeDocument/2006/relationships/image" Target="../media/image221.png"/><Relationship Id="rId112" Type="http://schemas.openxmlformats.org/officeDocument/2006/relationships/customXml" Target="../ink/ink184.xml"/><Relationship Id="rId133" Type="http://schemas.openxmlformats.org/officeDocument/2006/relationships/image" Target="../media/image243.png"/><Relationship Id="rId16" Type="http://schemas.openxmlformats.org/officeDocument/2006/relationships/customXml" Target="../ink/ink136.xml"/><Relationship Id="rId37" Type="http://schemas.openxmlformats.org/officeDocument/2006/relationships/image" Target="../media/image195.png"/><Relationship Id="rId58" Type="http://schemas.openxmlformats.org/officeDocument/2006/relationships/customXml" Target="../ink/ink157.xml"/><Relationship Id="rId79" Type="http://schemas.openxmlformats.org/officeDocument/2006/relationships/image" Target="../media/image216.png"/><Relationship Id="rId102" Type="http://schemas.openxmlformats.org/officeDocument/2006/relationships/customXml" Target="../ink/ink179.xml"/><Relationship Id="rId123" Type="http://schemas.openxmlformats.org/officeDocument/2006/relationships/image" Target="../media/image238.png"/><Relationship Id="rId144" Type="http://schemas.openxmlformats.org/officeDocument/2006/relationships/customXml" Target="../ink/ink200.xml"/><Relationship Id="rId90" Type="http://schemas.openxmlformats.org/officeDocument/2006/relationships/customXml" Target="../ink/ink17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7.png"/><Relationship Id="rId5" Type="http://schemas.openxmlformats.org/officeDocument/2006/relationships/image" Target="../media/image170.png"/><Relationship Id="rId4" Type="http://schemas.openxmlformats.org/officeDocument/2006/relationships/image" Target="../media/image143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2.jpeg"/><Relationship Id="rId2" Type="http://schemas.openxmlformats.org/officeDocument/2006/relationships/image" Target="../media/image17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40.png"/><Relationship Id="rId4" Type="http://schemas.openxmlformats.org/officeDocument/2006/relationships/image" Target="../media/image173.jpe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7.png"/><Relationship Id="rId13" Type="http://schemas.openxmlformats.org/officeDocument/2006/relationships/image" Target="../media/image270.png"/><Relationship Id="rId18" Type="http://schemas.openxmlformats.org/officeDocument/2006/relationships/customXml" Target="../ink/ink208.xml"/><Relationship Id="rId26" Type="http://schemas.openxmlformats.org/officeDocument/2006/relationships/customXml" Target="../ink/ink212.xml"/><Relationship Id="rId3" Type="http://schemas.openxmlformats.org/officeDocument/2006/relationships/image" Target="../media/image174.jpeg"/><Relationship Id="rId21" Type="http://schemas.openxmlformats.org/officeDocument/2006/relationships/image" Target="../media/image274.png"/><Relationship Id="rId7" Type="http://schemas.openxmlformats.org/officeDocument/2006/relationships/image" Target="../media/image178.jpeg"/><Relationship Id="rId12" Type="http://schemas.openxmlformats.org/officeDocument/2006/relationships/customXml" Target="../ink/ink205.xml"/><Relationship Id="rId17" Type="http://schemas.openxmlformats.org/officeDocument/2006/relationships/image" Target="../media/image272.png"/><Relationship Id="rId25" Type="http://schemas.openxmlformats.org/officeDocument/2006/relationships/image" Target="../media/image275.png"/><Relationship Id="rId2" Type="http://schemas.openxmlformats.org/officeDocument/2006/relationships/image" Target="../media/image261.png"/><Relationship Id="rId16" Type="http://schemas.openxmlformats.org/officeDocument/2006/relationships/customXml" Target="../ink/ink207.xml"/><Relationship Id="rId20" Type="http://schemas.openxmlformats.org/officeDocument/2006/relationships/customXml" Target="../ink/ink20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7.jpeg"/><Relationship Id="rId11" Type="http://schemas.openxmlformats.org/officeDocument/2006/relationships/image" Target="../media/image269.png"/><Relationship Id="rId24" Type="http://schemas.openxmlformats.org/officeDocument/2006/relationships/customXml" Target="../ink/ink211.xml"/><Relationship Id="rId5" Type="http://schemas.openxmlformats.org/officeDocument/2006/relationships/image" Target="../media/image176.jpeg"/><Relationship Id="rId15" Type="http://schemas.openxmlformats.org/officeDocument/2006/relationships/image" Target="../media/image271.png"/><Relationship Id="rId23" Type="http://schemas.openxmlformats.org/officeDocument/2006/relationships/image" Target="../media/image54.png"/><Relationship Id="rId10" Type="http://schemas.openxmlformats.org/officeDocument/2006/relationships/customXml" Target="../ink/ink204.xml"/><Relationship Id="rId19" Type="http://schemas.openxmlformats.org/officeDocument/2006/relationships/image" Target="../media/image273.png"/><Relationship Id="rId4" Type="http://schemas.openxmlformats.org/officeDocument/2006/relationships/image" Target="../media/image175.jpeg"/><Relationship Id="rId9" Type="http://schemas.openxmlformats.org/officeDocument/2006/relationships/image" Target="../media/image179.jpeg"/><Relationship Id="rId14" Type="http://schemas.openxmlformats.org/officeDocument/2006/relationships/customXml" Target="../ink/ink206.xml"/><Relationship Id="rId22" Type="http://schemas.openxmlformats.org/officeDocument/2006/relationships/customXml" Target="../ink/ink210.xml"/><Relationship Id="rId27" Type="http://schemas.openxmlformats.org/officeDocument/2006/relationships/image" Target="../media/image27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jpeg"/><Relationship Id="rId2" Type="http://schemas.openxmlformats.org/officeDocument/2006/relationships/image" Target="../media/image18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8.png"/><Relationship Id="rId4" Type="http://schemas.openxmlformats.org/officeDocument/2006/relationships/image" Target="../media/image174.jpe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1.jpeg"/><Relationship Id="rId3" Type="http://schemas.openxmlformats.org/officeDocument/2006/relationships/image" Target="../media/image280.png"/><Relationship Id="rId7" Type="http://schemas.openxmlformats.org/officeDocument/2006/relationships/image" Target="../media/image177.jpeg"/><Relationship Id="rId2" Type="http://schemas.openxmlformats.org/officeDocument/2006/relationships/image" Target="../media/image27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3.png"/><Relationship Id="rId5" Type="http://schemas.openxmlformats.org/officeDocument/2006/relationships/image" Target="../media/image282.png"/><Relationship Id="rId4" Type="http://schemas.openxmlformats.org/officeDocument/2006/relationships/image" Target="../media/image281.png"/></Relationships>
</file>

<file path=ppt/slides/_rels/slide2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92.png"/><Relationship Id="rId18" Type="http://schemas.openxmlformats.org/officeDocument/2006/relationships/customXml" Target="../ink/ink219.xml"/><Relationship Id="rId26" Type="http://schemas.openxmlformats.org/officeDocument/2006/relationships/customXml" Target="../ink/ink222.xml"/><Relationship Id="rId39" Type="http://schemas.openxmlformats.org/officeDocument/2006/relationships/image" Target="../media/image306.png"/><Relationship Id="rId21" Type="http://schemas.openxmlformats.org/officeDocument/2006/relationships/image" Target="../media/image297.png"/><Relationship Id="rId34" Type="http://schemas.openxmlformats.org/officeDocument/2006/relationships/customXml" Target="../ink/ink226.xml"/><Relationship Id="rId7" Type="http://schemas.openxmlformats.org/officeDocument/2006/relationships/image" Target="../media/image289.png"/><Relationship Id="rId12" Type="http://schemas.openxmlformats.org/officeDocument/2006/relationships/customXml" Target="../ink/ink216.xml"/><Relationship Id="rId17" Type="http://schemas.openxmlformats.org/officeDocument/2006/relationships/image" Target="../media/image294.png"/><Relationship Id="rId25" Type="http://schemas.openxmlformats.org/officeDocument/2006/relationships/image" Target="../media/image299.png"/><Relationship Id="rId33" Type="http://schemas.openxmlformats.org/officeDocument/2006/relationships/image" Target="../media/image303.png"/><Relationship Id="rId38" Type="http://schemas.openxmlformats.org/officeDocument/2006/relationships/customXml" Target="../ink/ink228.xml"/><Relationship Id="rId2" Type="http://schemas.openxmlformats.org/officeDocument/2006/relationships/image" Target="../media/image253.png"/><Relationship Id="rId16" Type="http://schemas.openxmlformats.org/officeDocument/2006/relationships/customXml" Target="../ink/ink218.xml"/><Relationship Id="rId20" Type="http://schemas.openxmlformats.org/officeDocument/2006/relationships/image" Target="../media/image296.png"/><Relationship Id="rId29" Type="http://schemas.openxmlformats.org/officeDocument/2006/relationships/image" Target="../media/image301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13.xml"/><Relationship Id="rId11" Type="http://schemas.openxmlformats.org/officeDocument/2006/relationships/image" Target="../media/image291.png"/><Relationship Id="rId24" Type="http://schemas.openxmlformats.org/officeDocument/2006/relationships/customXml" Target="../ink/ink221.xml"/><Relationship Id="rId32" Type="http://schemas.openxmlformats.org/officeDocument/2006/relationships/customXml" Target="../ink/ink225.xml"/><Relationship Id="rId37" Type="http://schemas.openxmlformats.org/officeDocument/2006/relationships/image" Target="../media/image305.png"/><Relationship Id="rId5" Type="http://schemas.openxmlformats.org/officeDocument/2006/relationships/image" Target="../media/image288.png"/><Relationship Id="rId15" Type="http://schemas.openxmlformats.org/officeDocument/2006/relationships/image" Target="../media/image293.png"/><Relationship Id="rId23" Type="http://schemas.openxmlformats.org/officeDocument/2006/relationships/image" Target="../media/image298.png"/><Relationship Id="rId28" Type="http://schemas.openxmlformats.org/officeDocument/2006/relationships/customXml" Target="../ink/ink223.xml"/><Relationship Id="rId36" Type="http://schemas.openxmlformats.org/officeDocument/2006/relationships/customXml" Target="../ink/ink227.xml"/><Relationship Id="rId10" Type="http://schemas.openxmlformats.org/officeDocument/2006/relationships/customXml" Target="../ink/ink215.xml"/><Relationship Id="rId19" Type="http://schemas.openxmlformats.org/officeDocument/2006/relationships/image" Target="../media/image295.png"/><Relationship Id="rId31" Type="http://schemas.openxmlformats.org/officeDocument/2006/relationships/image" Target="../media/image302.png"/><Relationship Id="rId4" Type="http://schemas.openxmlformats.org/officeDocument/2006/relationships/image" Target="../media/image255.png"/><Relationship Id="rId9" Type="http://schemas.openxmlformats.org/officeDocument/2006/relationships/image" Target="../media/image290.png"/><Relationship Id="rId14" Type="http://schemas.openxmlformats.org/officeDocument/2006/relationships/customXml" Target="../ink/ink217.xml"/><Relationship Id="rId22" Type="http://schemas.openxmlformats.org/officeDocument/2006/relationships/customXml" Target="../ink/ink220.xml"/><Relationship Id="rId27" Type="http://schemas.openxmlformats.org/officeDocument/2006/relationships/image" Target="../media/image300.png"/><Relationship Id="rId30" Type="http://schemas.openxmlformats.org/officeDocument/2006/relationships/customXml" Target="../ink/ink224.xml"/><Relationship Id="rId35" Type="http://schemas.openxmlformats.org/officeDocument/2006/relationships/image" Target="../media/image304.png"/><Relationship Id="rId8" Type="http://schemas.openxmlformats.org/officeDocument/2006/relationships/customXml" Target="../ink/ink214.xml"/><Relationship Id="rId3" Type="http://schemas.openxmlformats.org/officeDocument/2006/relationships/image" Target="../media/image254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Quattrocento Sans"/>
              <a:buNone/>
            </a:pPr>
            <a:r>
              <a:rPr lang="en-US" noProof="0" dirty="0"/>
              <a:t>CS2 Week 7</a:t>
            </a:r>
            <a:br>
              <a:rPr lang="en-US" noProof="0" dirty="0"/>
            </a:br>
            <a:r>
              <a:rPr lang="en-US" noProof="0" dirty="0"/>
              <a:t>Annotated</a:t>
            </a:r>
          </a:p>
        </p:txBody>
      </p:sp>
      <p:sp>
        <p:nvSpPr>
          <p:cNvPr id="65" name="Google Shape;65;p15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noProof="0" dirty="0"/>
              <a:t>Nonlinear Systems, Lyapunov Stability, Feedback Linearization</a:t>
            </a:r>
          </a:p>
        </p:txBody>
      </p:sp>
      <p:sp>
        <p:nvSpPr>
          <p:cNvPr id="66" name="Google Shape;66;p15"/>
          <p:cNvSpPr txBox="1"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 noProof="0" smtClean="0"/>
              <a:t>1</a:t>
            </a:fld>
            <a:endParaRPr lang="en-US" noProof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7D308ED-A674-3D91-8DF4-ACE21838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A484B99F-910E-E4A1-8043-73828C6F93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76" b="576"/>
          <a:stretch/>
        </p:blipFill>
        <p:spPr>
          <a:xfrm>
            <a:off x="4016750" y="3669563"/>
            <a:ext cx="1110499" cy="10977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938CD5-BABE-23AB-A447-8515387F4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Exercise Classes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3DCE39A-FDC9-F233-96B7-7CA7D6D9D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19"/>
            <a:ext cx="8515350" cy="3263504"/>
          </a:xfrm>
        </p:spPr>
        <p:txBody>
          <a:bodyPr/>
          <a:lstStyle/>
          <a:p>
            <a:r>
              <a:rPr lang="en-US"/>
              <a:t>Shared exercise with </a:t>
            </a:r>
            <a:r>
              <a:rPr lang="en-US" err="1"/>
              <a:t>Haixiao</a:t>
            </a:r>
            <a:r>
              <a:rPr lang="en-US"/>
              <a:t> and Kissan</a:t>
            </a:r>
          </a:p>
          <a:p>
            <a:r>
              <a:rPr lang="en-US"/>
              <a:t>Theory recap</a:t>
            </a:r>
          </a:p>
          <a:p>
            <a:r>
              <a:rPr lang="en-US"/>
              <a:t>Notes available on </a:t>
            </a:r>
            <a:r>
              <a:rPr lang="en-US" err="1"/>
              <a:t>Kissan's</a:t>
            </a:r>
            <a:r>
              <a:rPr lang="en-US"/>
              <a:t> website: </a:t>
            </a:r>
            <a:r>
              <a:rPr lang="en-US">
                <a:hlinkClick r:id="rId3"/>
              </a:rPr>
              <a:t>https://kissanv.github.io</a:t>
            </a:r>
            <a:endParaRPr lang="en-US"/>
          </a:p>
          <a:p>
            <a:pPr marL="0" indent="0">
              <a:buNone/>
            </a:pPr>
            <a:r>
              <a:rPr lang="en-US"/>
              <a:t>&amp; on </a:t>
            </a:r>
            <a:r>
              <a:rPr lang="en-US" err="1"/>
              <a:t>Haixiao's</a:t>
            </a:r>
            <a:r>
              <a:rPr lang="en-US"/>
              <a:t> </a:t>
            </a:r>
            <a:r>
              <a:rPr lang="en-US" err="1"/>
              <a:t>Polybox</a:t>
            </a:r>
            <a:r>
              <a:rPr lang="en-US"/>
              <a:t>: </a:t>
            </a:r>
            <a:r>
              <a:rPr lang="en-US">
                <a:hlinkClick r:id="rId4"/>
              </a:rPr>
              <a:t>https://polybox.ethz.ch/index.php/s/AReA9YBeJQKxBDn</a:t>
            </a:r>
            <a:endParaRPr lang="en-US"/>
          </a:p>
          <a:p>
            <a:r>
              <a:rPr lang="en-US"/>
              <a:t>Quizzes, Examples &amp; Old exam questions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7427529-1D68-E341-795B-4E358E56A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F115DBD-21A3-73CF-05A2-4AF9A954D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18B75B07-B41E-107B-E634-800AFB118E5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76" b="576"/>
          <a:stretch/>
        </p:blipFill>
        <p:spPr>
          <a:xfrm>
            <a:off x="2473700" y="3289736"/>
            <a:ext cx="1110499" cy="1097700"/>
          </a:xfrm>
          <a:prstGeom prst="rect">
            <a:avLst/>
          </a:prstGeom>
        </p:spPr>
      </p:pic>
      <p:sp>
        <p:nvSpPr>
          <p:cNvPr id="7" name="Textfeld 6">
            <a:extLst>
              <a:ext uri="{FF2B5EF4-FFF2-40B4-BE49-F238E27FC236}">
                <a16:creationId xmlns:a16="http://schemas.microsoft.com/office/drawing/2014/main" id="{24700591-EBC6-588D-F570-23A53B89AECA}"/>
              </a:ext>
            </a:extLst>
          </p:cNvPr>
          <p:cNvSpPr txBox="1"/>
          <p:nvPr/>
        </p:nvSpPr>
        <p:spPr>
          <a:xfrm>
            <a:off x="2256943" y="4426149"/>
            <a:ext cx="14542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u="sng" err="1">
                <a:latin typeface="Segoe UI" panose="020B0502040204020203" pitchFamily="34" charset="0"/>
                <a:cs typeface="Segoe UI" panose="020B0502040204020203" pitchFamily="34" charset="0"/>
              </a:rPr>
              <a:t>Kissan's</a:t>
            </a:r>
            <a:r>
              <a:rPr lang="en-US" i="1" u="sng">
                <a:latin typeface="Segoe UI" panose="020B0502040204020203" pitchFamily="34" charset="0"/>
                <a:cs typeface="Segoe UI" panose="020B0502040204020203" pitchFamily="34" charset="0"/>
              </a:rPr>
              <a:t> Website</a:t>
            </a:r>
          </a:p>
        </p:txBody>
      </p:sp>
      <p:pic>
        <p:nvPicPr>
          <p:cNvPr id="8" name="Grafik 7" descr="Ein Bild, das Muster, Pixel enthält.&#10;&#10;KI-generierte Inhalte können fehlerhaft sein.">
            <a:extLst>
              <a:ext uri="{FF2B5EF4-FFF2-40B4-BE49-F238E27FC236}">
                <a16:creationId xmlns:a16="http://schemas.microsoft.com/office/drawing/2014/main" id="{282856CE-68D9-03F5-07B2-46341D12BC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4224" t="4241" r="2511" b="6076"/>
          <a:stretch>
            <a:fillRect/>
          </a:stretch>
        </p:blipFill>
        <p:spPr>
          <a:xfrm>
            <a:off x="5004133" y="3237726"/>
            <a:ext cx="1255082" cy="1196919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984D5A8A-E4FE-BC11-FC16-F195A1B5B127}"/>
              </a:ext>
            </a:extLst>
          </p:cNvPr>
          <p:cNvSpPr txBox="1"/>
          <p:nvPr/>
        </p:nvSpPr>
        <p:spPr>
          <a:xfrm>
            <a:off x="4782886" y="4426147"/>
            <a:ext cx="1693944" cy="30777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i="1" u="sng" err="1">
                <a:latin typeface="Segoe UI"/>
                <a:cs typeface="Segoe UI"/>
              </a:rPr>
              <a:t>Haixiao's</a:t>
            </a:r>
            <a:r>
              <a:rPr lang="en-US" i="1" u="sng">
                <a:latin typeface="Segoe UI"/>
                <a:cs typeface="Segoe UI"/>
              </a:rPr>
              <a:t> </a:t>
            </a:r>
            <a:r>
              <a:rPr lang="en-US" i="1" u="sng" err="1">
                <a:latin typeface="Segoe UI"/>
                <a:cs typeface="Segoe UI"/>
              </a:rPr>
              <a:t>Polybox</a:t>
            </a:r>
            <a:endParaRPr lang="de-DE" err="1"/>
          </a:p>
        </p:txBody>
      </p:sp>
    </p:spTree>
    <p:extLst>
      <p:ext uri="{BB962C8B-B14F-4D97-AF65-F5344CB8AC3E}">
        <p14:creationId xmlns:p14="http://schemas.microsoft.com/office/powerpoint/2010/main" val="9003342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06CC64-0DBE-B30D-A730-8FA4D19E4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AAA2AB-8549-DFCF-746A-7B77B3859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32" y="-74781"/>
            <a:ext cx="7886700" cy="994172"/>
          </a:xfrm>
        </p:spPr>
        <p:txBody>
          <a:bodyPr>
            <a:normAutofit/>
          </a:bodyPr>
          <a:lstStyle/>
          <a:p>
            <a:r>
              <a:rPr lang="en-US" sz="2200" noProof="0"/>
              <a:t>Course Schedule</a:t>
            </a:r>
          </a:p>
        </p:txBody>
      </p:sp>
      <p:graphicFrame>
        <p:nvGraphicFramePr>
          <p:cNvPr id="6" name="Inhaltsplatzhalter 5">
            <a:extLst>
              <a:ext uri="{FF2B5EF4-FFF2-40B4-BE49-F238E27FC236}">
                <a16:creationId xmlns:a16="http://schemas.microsoft.com/office/drawing/2014/main" id="{82A225B6-0519-8214-8DAA-A58A56D112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1836600"/>
              </p:ext>
            </p:extLst>
          </p:nvPr>
        </p:nvGraphicFramePr>
        <p:xfrm>
          <a:off x="1515762" y="601877"/>
          <a:ext cx="6977657" cy="413766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5775768">
                  <a:extLst>
                    <a:ext uri="{9D8B030D-6E8A-4147-A177-3AD203B41FA5}">
                      <a16:colId xmlns:a16="http://schemas.microsoft.com/office/drawing/2014/main" val="1380074924"/>
                    </a:ext>
                  </a:extLst>
                </a:gridCol>
                <a:gridCol w="1201889">
                  <a:extLst>
                    <a:ext uri="{9D8B030D-6E8A-4147-A177-3AD203B41FA5}">
                      <a16:colId xmlns:a16="http://schemas.microsoft.com/office/drawing/2014/main" val="1379686130"/>
                    </a:ext>
                  </a:extLst>
                </a:gridCol>
              </a:tblGrid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Subject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Week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70726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Intro – Discrete Time Systems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87864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Diagonalization, Modal Coordinates,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Contr</a:t>
                      </a:r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/Obs.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highlight>
                            <a:srgbClr val="C0C0C0"/>
                          </a:highlight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83332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de-CH" sz="135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State Feedback, Pole Placement, LQR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009423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State Estimation,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Luenberger</a:t>
                      </a:r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Obs., </a:t>
                      </a:r>
                      <a:r>
                        <a:rPr lang="en-US" sz="1200" noProof="0" err="1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Seperation</a:t>
                      </a:r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Principle, LQG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71880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DOFC with integral action, Intro to MIMO systems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5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6186559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Norms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6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514993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Nonlinear Systems, Lyapunov, Feedback Linearization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7</a:t>
                      </a:r>
                    </a:p>
                  </a:txBody>
                  <a:tcP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501532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break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8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01599545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Discrete-time Unconstrained Optimal Control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0241698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Convex Optimization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10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444306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Model Predictive Control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11</a:t>
                      </a:r>
                    </a:p>
                  </a:txBody>
                  <a:tcPr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5862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Practical Model Predictive Control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1751894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Robust Model Predictive Control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238377"/>
                  </a:ext>
                </a:extLst>
              </a:tr>
              <a:tr h="202554">
                <a:tc>
                  <a:txBody>
                    <a:bodyPr/>
                    <a:lstStyle/>
                    <a:p>
                      <a:r>
                        <a:rPr lang="en-US" sz="1200" noProof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Implementation Methods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noProof="0" dirty="0"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14</a:t>
                      </a:r>
                    </a:p>
                  </a:txBody>
                  <a:tcPr>
                    <a:solidFill>
                      <a:srgbClr val="E7E7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0974576"/>
                  </a:ext>
                </a:extLst>
              </a:tr>
            </a:tbl>
          </a:graphicData>
        </a:graphic>
      </p:graphicFrame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8156553A-9A4C-1E19-B27B-2D993B339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en-US" kern="1200" noProof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en-US" kern="1200" noProof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A1A8A2D-3E36-17EC-3693-31A5FD6CD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US" kern="1200" noProof="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</a:t>
            </a:fld>
            <a:endParaRPr lang="en-US" kern="1200" noProof="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575278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Quattrocento Sans"/>
              <a:buNone/>
            </a:pPr>
            <a:r>
              <a:rPr lang="en"/>
              <a:t>Today</a:t>
            </a:r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idx="1"/>
          </p:nvPr>
        </p:nvSpPr>
        <p:spPr>
          <a:xfrm>
            <a:off x="628650" y="1230934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err="1"/>
              <a:t>Nonlinear</a:t>
            </a:r>
            <a:r>
              <a:rPr lang="de-CH" u="sng"/>
              <a:t> System</a:t>
            </a:r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 err="1"/>
              <a:t>Lyapunov</a:t>
            </a:r>
            <a:r>
              <a:rPr lang="de-CH" u="sng"/>
              <a:t> </a:t>
            </a:r>
            <a:r>
              <a:rPr lang="de-CH" u="sng" err="1"/>
              <a:t>Stability</a:t>
            </a:r>
            <a:endParaRPr lang="de-CH" u="sng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r>
              <a:rPr lang="de-CH" u="sng"/>
              <a:t>Feedback </a:t>
            </a:r>
            <a:r>
              <a:rPr lang="de-CH" u="sng" err="1"/>
              <a:t>Linearization</a:t>
            </a:r>
            <a:endParaRPr lang="de-CH" u="sng"/>
          </a:p>
          <a:p>
            <a:pPr marL="342900" lvl="0" indent="-342900">
              <a:spcBef>
                <a:spcPts val="0"/>
              </a:spcBef>
              <a:buClr>
                <a:schemeClr val="dk1"/>
              </a:buClr>
              <a:buSzPts val="1800"/>
              <a:buFont typeface="+mj-lt"/>
              <a:buAutoNum type="arabicPeriod"/>
            </a:pPr>
            <a:endParaRPr lang="de-CH" u="sng"/>
          </a:p>
          <a:p>
            <a:pPr marL="0" lvl="0" indent="0">
              <a:spcBef>
                <a:spcPts val="800"/>
              </a:spcBef>
              <a:spcAft>
                <a:spcPts val="1200"/>
              </a:spcAft>
              <a:buClr>
                <a:schemeClr val="dk1"/>
              </a:buClr>
              <a:buSzPts val="1800"/>
              <a:buNone/>
            </a:pPr>
            <a:endParaRPr lang="de-CH" u="sng"/>
          </a:p>
        </p:txBody>
      </p:sp>
      <p:sp>
        <p:nvSpPr>
          <p:cNvPr id="74" name="Google Shape;74;p16"/>
          <p:cNvSpPr txBox="1">
            <a:spLocks noGrp="1"/>
          </p:cNvSpPr>
          <p:nvPr>
            <p:ph type="ftr" sz="quarter" idx="11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Kissan Varatharajan - kissanv.github.io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99206B-42D2-2EA4-9896-5D719C471B6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1. Nonlinear Systems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64199CFC-89E0-FB46-2976-4136F5E6BB9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36D85A1-9D70-433B-638F-B250DC86FD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4FBC3BEF-A05E-BF1F-B154-EAD1DE46B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3893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21AADED-7FE8-A35D-BBBA-527D5EB64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994172"/>
          </a:xfrm>
        </p:spPr>
        <p:txBody>
          <a:bodyPr/>
          <a:lstStyle/>
          <a:p>
            <a:r>
              <a:rPr lang="en-US" dirty="0"/>
              <a:t>Nonlinear Systems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A082FB5-2458-81CE-D0C5-6B8CA5851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9E3D927-5597-92CA-A795-0DEFA92238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BAE3180-46BC-B907-70E4-F7A04DAE2459}"/>
              </a:ext>
            </a:extLst>
          </p:cNvPr>
          <p:cNvSpPr txBox="1"/>
          <p:nvPr/>
        </p:nvSpPr>
        <p:spPr>
          <a:xfrm>
            <a:off x="628650" y="2423435"/>
            <a:ext cx="830753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Nonlinear systems do not satisfy superposition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Their behavior depends on the input and initial condition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Let’s consider their state-space model:</a:t>
            </a:r>
            <a:endParaRPr lang="en-US" dirty="0"/>
          </a:p>
        </p:txBody>
      </p: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CB33EF3-9363-7A0E-15FF-07FDE5DAFAB0}"/>
              </a:ext>
            </a:extLst>
          </p:cNvPr>
          <p:cNvGrpSpPr/>
          <p:nvPr/>
        </p:nvGrpSpPr>
        <p:grpSpPr>
          <a:xfrm>
            <a:off x="628650" y="1097940"/>
            <a:ext cx="7886700" cy="1202531"/>
            <a:chOff x="641831" y="1369219"/>
            <a:chExt cx="7886700" cy="120253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3D3690FF-C614-198D-A3A1-12CEE3794DC3}"/>
                    </a:ext>
                  </a:extLst>
                </p:cNvPr>
                <p:cNvSpPr txBox="1"/>
                <p:nvPr/>
              </p:nvSpPr>
              <p:spPr>
                <a:xfrm>
                  <a:off x="6115050" y="1655379"/>
                  <a:ext cx="241348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𝐺</m:t>
                        </m:r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6" name="Textfeld 5">
                  <a:extLst>
                    <a:ext uri="{FF2B5EF4-FFF2-40B4-BE49-F238E27FC236}">
                      <a16:creationId xmlns:a16="http://schemas.microsoft.com/office/drawing/2014/main" id="{3D3690FF-C614-198D-A3A1-12CEE3794D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15050" y="1655379"/>
                  <a:ext cx="2413481" cy="338554"/>
                </a:xfrm>
                <a:prstGeom prst="rect">
                  <a:avLst/>
                </a:prstGeom>
                <a:blipFill>
                  <a:blip r:embed="rId2"/>
                  <a:stretch>
                    <a:fillRect b="-357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9" name="Inhaltsplatzhalter 2">
              <a:extLst>
                <a:ext uri="{FF2B5EF4-FFF2-40B4-BE49-F238E27FC236}">
                  <a16:creationId xmlns:a16="http://schemas.microsoft.com/office/drawing/2014/main" id="{5C98D6C9-6924-225C-5D50-4E7F903E7572}"/>
                </a:ext>
              </a:extLst>
            </p:cNvPr>
            <p:cNvSpPr txBox="1">
              <a:spLocks/>
            </p:cNvSpPr>
            <p:nvPr/>
          </p:nvSpPr>
          <p:spPr>
            <a:xfrm>
              <a:off x="641831" y="1369219"/>
              <a:ext cx="7886700" cy="1202531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buClrTx/>
              </a:pPr>
              <a:r>
                <a:rPr lang="en-US" sz="1600" dirty="0"/>
                <a:t>So far we’ve looked exclusively at linear systems</a:t>
              </a:r>
            </a:p>
            <a:p>
              <a:pPr>
                <a:buClrTx/>
              </a:pPr>
              <a:r>
                <a:rPr lang="en-US" sz="1600" dirty="0"/>
                <a:t>An essential property of our linear system is superposition: </a:t>
              </a:r>
            </a:p>
            <a:p>
              <a:pPr>
                <a:buClrTx/>
              </a:pPr>
              <a:r>
                <a:rPr lang="en-US" sz="1600" dirty="0"/>
                <a:t>Thanks to superposition, we could analyze the time response more easily and use the Laplace transform to study the system in the frequency domain</a:t>
              </a:r>
            </a:p>
            <a:p>
              <a:pPr>
                <a:buClrTx/>
              </a:pPr>
              <a:endParaRPr lang="en-US" sz="1600" dirty="0"/>
            </a:p>
          </p:txBody>
        </p:sp>
      </p:grp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B4BEB040-882E-771F-B2BB-1CF143BCA928}"/>
              </a:ext>
            </a:extLst>
          </p:cNvPr>
          <p:cNvGrpSpPr/>
          <p:nvPr/>
        </p:nvGrpSpPr>
        <p:grpSpPr>
          <a:xfrm>
            <a:off x="1150594" y="3514362"/>
            <a:ext cx="2051981" cy="1178822"/>
            <a:chOff x="1150594" y="3572727"/>
            <a:chExt cx="2051981" cy="1178822"/>
          </a:xfrm>
        </p:grpSpPr>
        <p:sp>
          <p:nvSpPr>
            <p:cNvPr id="16" name="Rectangle: Rounded Corners 17">
              <a:extLst>
                <a:ext uri="{FF2B5EF4-FFF2-40B4-BE49-F238E27FC236}">
                  <a16:creationId xmlns:a16="http://schemas.microsoft.com/office/drawing/2014/main" id="{0AD132DF-D133-F90A-6516-3BF9762DD671}"/>
                </a:ext>
              </a:extLst>
            </p:cNvPr>
            <p:cNvSpPr/>
            <p:nvPr/>
          </p:nvSpPr>
          <p:spPr>
            <a:xfrm>
              <a:off x="1150594" y="3572727"/>
              <a:ext cx="2051981" cy="1178822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8C3B1A80-5A9A-9485-6C1B-B3D51DEDEEF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00374" y="3674317"/>
              <a:ext cx="1552420" cy="951483"/>
            </a:xfrm>
            <a:prstGeom prst="rect">
              <a:avLst/>
            </a:prstGeom>
          </p:spPr>
        </p:pic>
      </p:grpSp>
      <p:grpSp>
        <p:nvGrpSpPr>
          <p:cNvPr id="29" name="Gruppieren 28">
            <a:extLst>
              <a:ext uri="{FF2B5EF4-FFF2-40B4-BE49-F238E27FC236}">
                <a16:creationId xmlns:a16="http://schemas.microsoft.com/office/drawing/2014/main" id="{F81957E9-CC67-0F79-724A-5B33BD9D7B60}"/>
              </a:ext>
            </a:extLst>
          </p:cNvPr>
          <p:cNvGrpSpPr/>
          <p:nvPr/>
        </p:nvGrpSpPr>
        <p:grpSpPr>
          <a:xfrm>
            <a:off x="3756425" y="3460684"/>
            <a:ext cx="2051981" cy="1312643"/>
            <a:chOff x="3756425" y="3519049"/>
            <a:chExt cx="2051981" cy="1312643"/>
          </a:xfrm>
        </p:grpSpPr>
        <p:sp>
          <p:nvSpPr>
            <p:cNvPr id="20" name="Rectangle: Rounded Corners 17">
              <a:extLst>
                <a:ext uri="{FF2B5EF4-FFF2-40B4-BE49-F238E27FC236}">
                  <a16:creationId xmlns:a16="http://schemas.microsoft.com/office/drawing/2014/main" id="{119CB1E4-5464-A106-B2AF-65E6F6C1D755}"/>
                </a:ext>
              </a:extLst>
            </p:cNvPr>
            <p:cNvSpPr/>
            <p:nvPr/>
          </p:nvSpPr>
          <p:spPr>
            <a:xfrm>
              <a:off x="3756425" y="3519049"/>
              <a:ext cx="2051981" cy="1312643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accent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8DF8C338-B1AC-DAD4-A276-F7C2FA4E100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4255" y="3560647"/>
              <a:ext cx="1656320" cy="1178822"/>
            </a:xfrm>
            <a:prstGeom prst="rect">
              <a:avLst/>
            </a:prstGeom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6DC290E-2358-6232-F17C-170EA1D61FB6}"/>
                  </a:ext>
                </a:extLst>
              </p:cNvPr>
              <p:cNvSpPr txBox="1"/>
              <p:nvPr/>
            </p:nvSpPr>
            <p:spPr>
              <a:xfrm>
                <a:off x="6244683" y="128517"/>
                <a:ext cx="18473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/>
              </a:p>
            </p:txBody>
          </p:sp>
        </mc:Choice>
        <mc:Fallback xmlns="">
          <p:sp>
            <p:nvSpPr>
              <p:cNvPr id="33" name="Textfeld 32">
                <a:extLst>
                  <a:ext uri="{FF2B5EF4-FFF2-40B4-BE49-F238E27FC236}">
                    <a16:creationId xmlns:a16="http://schemas.microsoft.com/office/drawing/2014/main" id="{56DC290E-2358-6232-F17C-170EA1D61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44683" y="128517"/>
                <a:ext cx="184731" cy="30777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6" name="Gruppieren 35">
            <a:extLst>
              <a:ext uri="{FF2B5EF4-FFF2-40B4-BE49-F238E27FC236}">
                <a16:creationId xmlns:a16="http://schemas.microsoft.com/office/drawing/2014/main" id="{BDC061B1-CBB0-9E91-EC04-1F54719AE8F4}"/>
              </a:ext>
            </a:extLst>
          </p:cNvPr>
          <p:cNvGrpSpPr/>
          <p:nvPr/>
        </p:nvGrpSpPr>
        <p:grpSpPr>
          <a:xfrm>
            <a:off x="6386670" y="3435373"/>
            <a:ext cx="2051981" cy="1312643"/>
            <a:chOff x="6386670" y="3435373"/>
            <a:chExt cx="2051981" cy="1312643"/>
          </a:xfrm>
        </p:grpSpPr>
        <p:grpSp>
          <p:nvGrpSpPr>
            <p:cNvPr id="32" name="Gruppieren 31">
              <a:extLst>
                <a:ext uri="{FF2B5EF4-FFF2-40B4-BE49-F238E27FC236}">
                  <a16:creationId xmlns:a16="http://schemas.microsoft.com/office/drawing/2014/main" id="{65FA78AB-CFA0-6090-7BE6-1EC629FC7246}"/>
                </a:ext>
              </a:extLst>
            </p:cNvPr>
            <p:cNvGrpSpPr/>
            <p:nvPr/>
          </p:nvGrpSpPr>
          <p:grpSpPr>
            <a:xfrm>
              <a:off x="6386670" y="3435373"/>
              <a:ext cx="2051981" cy="1312643"/>
              <a:chOff x="6386670" y="3493738"/>
              <a:chExt cx="2051981" cy="1312643"/>
            </a:xfrm>
          </p:grpSpPr>
          <p:sp>
            <p:nvSpPr>
              <p:cNvPr id="26" name="Rectangle: Rounded Corners 17">
                <a:extLst>
                  <a:ext uri="{FF2B5EF4-FFF2-40B4-BE49-F238E27FC236}">
                    <a16:creationId xmlns:a16="http://schemas.microsoft.com/office/drawing/2014/main" id="{3EFDC7ED-FFCB-779A-D56E-4CA85A18A606}"/>
                  </a:ext>
                </a:extLst>
              </p:cNvPr>
              <p:cNvSpPr/>
              <p:nvPr/>
            </p:nvSpPr>
            <p:spPr>
              <a:xfrm>
                <a:off x="6386670" y="3493738"/>
                <a:ext cx="2051981" cy="1312643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rgbClr val="FF0000"/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31" name="Grafik 30">
                <a:extLst>
                  <a:ext uri="{FF2B5EF4-FFF2-40B4-BE49-F238E27FC236}">
                    <a16:creationId xmlns:a16="http://schemas.microsoft.com/office/drawing/2014/main" id="{BBD18A97-D411-2792-522C-BF37179223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rcRect b="76456"/>
              <a:stretch>
                <a:fillRect/>
              </a:stretch>
            </p:blipFill>
            <p:spPr>
              <a:xfrm>
                <a:off x="6512960" y="3613168"/>
                <a:ext cx="1799400" cy="258499"/>
              </a:xfrm>
              <a:prstGeom prst="rect">
                <a:avLst/>
              </a:prstGeom>
            </p:spPr>
          </p:pic>
        </p:grpSp>
        <p:pic>
          <p:nvPicPr>
            <p:cNvPr id="35" name="Grafik 34">
              <a:extLst>
                <a:ext uri="{FF2B5EF4-FFF2-40B4-BE49-F238E27FC236}">
                  <a16:creationId xmlns:a16="http://schemas.microsoft.com/office/drawing/2014/main" id="{52237F74-ED51-5BD8-FDE8-70FA07ECC1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512960" y="3797280"/>
              <a:ext cx="1799400" cy="8959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7700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27DB8D-5F52-6AC3-E7E7-C41320B1F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8367"/>
            <a:ext cx="7886700" cy="994172"/>
          </a:xfrm>
        </p:spPr>
        <p:txBody>
          <a:bodyPr/>
          <a:lstStyle/>
          <a:p>
            <a:r>
              <a:rPr lang="en-US"/>
              <a:t>Nonlinear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8722BC1-180F-B052-0FFF-1F5FC4D99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03959"/>
            <a:ext cx="7886700" cy="8501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/>
              <a:t>In general, nonlinear systems are more complex to analyze</a:t>
            </a:r>
          </a:p>
          <a:p>
            <a:pPr marL="0" indent="0">
              <a:buNone/>
            </a:pPr>
            <a:r>
              <a:rPr lang="en-US" sz="1600"/>
              <a:t>Nonlinear systems can exhibit many interesting, though often counterintuitive, phenomena like: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B394670-8E85-DE3F-7282-F3C84F25D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6A93422-EB61-69C0-2146-3CA4F7399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A21A768C-2318-EAB0-E0BA-67C85D0C1518}"/>
              </a:ext>
            </a:extLst>
          </p:cNvPr>
          <p:cNvSpPr txBox="1"/>
          <p:nvPr/>
        </p:nvSpPr>
        <p:spPr>
          <a:xfrm>
            <a:off x="628650" y="1852352"/>
            <a:ext cx="841929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Multiple Equilibria: 	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a linear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1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equilibrium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(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if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A not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singular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)</a:t>
            </a:r>
          </a:p>
          <a:p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			a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can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have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0, 1,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many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equilibrium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points</a:t>
            </a:r>
            <a:endParaRPr lang="de-CH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16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C4A3DB2-94D0-E55C-9A17-2560AC735263}"/>
              </a:ext>
            </a:extLst>
          </p:cNvPr>
          <p:cNvSpPr txBox="1"/>
          <p:nvPr/>
        </p:nvSpPr>
        <p:spPr>
          <a:xfrm>
            <a:off x="628650" y="2567322"/>
            <a:ext cx="85153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Finite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escape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time:	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Unstable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linear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diverge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infinity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, but 				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only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in infinite time!</a:t>
            </a:r>
          </a:p>
          <a:p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			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Nonlinear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systems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may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reach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de-CH" sz="1600" dirty="0" err="1">
                <a:latin typeface="Segoe UI" panose="020B0502040204020203" pitchFamily="34" charset="0"/>
                <a:cs typeface="Segoe UI" panose="020B0502040204020203" pitchFamily="34" charset="0"/>
              </a:rPr>
              <a:t>infinity</a:t>
            </a:r>
            <a:r>
              <a:rPr lang="de-CH" sz="1600" dirty="0">
                <a:latin typeface="Segoe UI" panose="020B0502040204020203" pitchFamily="34" charset="0"/>
                <a:cs typeface="Segoe UI" panose="020B0502040204020203" pitchFamily="34" charset="0"/>
              </a:rPr>
              <a:t> in finite time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E75A8DDE-90FD-C83B-7499-C91BE3E8E346}"/>
              </a:ext>
            </a:extLst>
          </p:cNvPr>
          <p:cNvGrpSpPr/>
          <p:nvPr/>
        </p:nvGrpSpPr>
        <p:grpSpPr>
          <a:xfrm>
            <a:off x="5728735" y="3521225"/>
            <a:ext cx="1339560" cy="346680"/>
            <a:chOff x="5728735" y="3521225"/>
            <a:chExt cx="1339560" cy="34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4" name="Freihand 13">
                  <a:extLst>
                    <a:ext uri="{FF2B5EF4-FFF2-40B4-BE49-F238E27FC236}">
                      <a16:creationId xmlns:a16="http://schemas.microsoft.com/office/drawing/2014/main" id="{AE2390EF-E4A4-1029-8724-B8471BCF368E}"/>
                    </a:ext>
                  </a:extLst>
                </p14:cNvPr>
                <p14:cNvContentPartPr/>
                <p14:nvPr/>
              </p14:nvContentPartPr>
              <p14:xfrm>
                <a:off x="5728735" y="3661985"/>
                <a:ext cx="268200" cy="162000"/>
              </p14:xfrm>
            </p:contentPart>
          </mc:Choice>
          <mc:Fallback xmlns="">
            <p:pic>
              <p:nvPicPr>
                <p:cNvPr id="14" name="Freihand 13">
                  <a:extLst>
                    <a:ext uri="{FF2B5EF4-FFF2-40B4-BE49-F238E27FC236}">
                      <a16:creationId xmlns:a16="http://schemas.microsoft.com/office/drawing/2014/main" id="{AE2390EF-E4A4-1029-8724-B8471BCF368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717935" y="3651185"/>
                  <a:ext cx="28944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1" name="Freihand 20">
                  <a:extLst>
                    <a:ext uri="{FF2B5EF4-FFF2-40B4-BE49-F238E27FC236}">
                      <a16:creationId xmlns:a16="http://schemas.microsoft.com/office/drawing/2014/main" id="{ACA9AAC7-31BD-AA44-385B-36EF8FA131CD}"/>
                    </a:ext>
                  </a:extLst>
                </p14:cNvPr>
                <p14:cNvContentPartPr/>
                <p14:nvPr/>
              </p14:nvContentPartPr>
              <p14:xfrm>
                <a:off x="6072895" y="3604385"/>
                <a:ext cx="459720" cy="182520"/>
              </p14:xfrm>
            </p:contentPart>
          </mc:Choice>
          <mc:Fallback xmlns="">
            <p:pic>
              <p:nvPicPr>
                <p:cNvPr id="21" name="Freihand 20">
                  <a:extLst>
                    <a:ext uri="{FF2B5EF4-FFF2-40B4-BE49-F238E27FC236}">
                      <a16:creationId xmlns:a16="http://schemas.microsoft.com/office/drawing/2014/main" id="{ACA9AAC7-31BD-AA44-385B-36EF8FA131C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062095" y="3593606"/>
                  <a:ext cx="480960" cy="20371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5" name="Freihand 34">
                  <a:extLst>
                    <a:ext uri="{FF2B5EF4-FFF2-40B4-BE49-F238E27FC236}">
                      <a16:creationId xmlns:a16="http://schemas.microsoft.com/office/drawing/2014/main" id="{2EC94F3D-2B53-5E3D-BF8E-6369D81DB6A9}"/>
                    </a:ext>
                  </a:extLst>
                </p14:cNvPr>
                <p14:cNvContentPartPr/>
                <p14:nvPr/>
              </p14:nvContentPartPr>
              <p14:xfrm>
                <a:off x="6631615" y="3521225"/>
                <a:ext cx="436680" cy="346680"/>
              </p14:xfrm>
            </p:contentPart>
          </mc:Choice>
          <mc:Fallback xmlns="">
            <p:pic>
              <p:nvPicPr>
                <p:cNvPr id="35" name="Freihand 34">
                  <a:extLst>
                    <a:ext uri="{FF2B5EF4-FFF2-40B4-BE49-F238E27FC236}">
                      <a16:creationId xmlns:a16="http://schemas.microsoft.com/office/drawing/2014/main" id="{2EC94F3D-2B53-5E3D-BF8E-6369D81DB6A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6620824" y="3510436"/>
                  <a:ext cx="457903" cy="367898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ADC3CF0B-470C-6E65-463F-3035D7B4EA3A}"/>
              </a:ext>
            </a:extLst>
          </p:cNvPr>
          <p:cNvGrpSpPr/>
          <p:nvPr/>
        </p:nvGrpSpPr>
        <p:grpSpPr>
          <a:xfrm>
            <a:off x="5801095" y="4006505"/>
            <a:ext cx="1518840" cy="351000"/>
            <a:chOff x="5801095" y="4006505"/>
            <a:chExt cx="1518840" cy="35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5" name="Freihand 24">
                  <a:extLst>
                    <a:ext uri="{FF2B5EF4-FFF2-40B4-BE49-F238E27FC236}">
                      <a16:creationId xmlns:a16="http://schemas.microsoft.com/office/drawing/2014/main" id="{A697C662-76A2-C64F-D407-513735521A91}"/>
                    </a:ext>
                  </a:extLst>
                </p14:cNvPr>
                <p14:cNvContentPartPr/>
                <p14:nvPr/>
              </p14:nvContentPartPr>
              <p14:xfrm>
                <a:off x="5801095" y="4006505"/>
                <a:ext cx="685440" cy="316440"/>
              </p14:xfrm>
            </p:contentPart>
          </mc:Choice>
          <mc:Fallback xmlns="">
            <p:pic>
              <p:nvPicPr>
                <p:cNvPr id="25" name="Freihand 24">
                  <a:extLst>
                    <a:ext uri="{FF2B5EF4-FFF2-40B4-BE49-F238E27FC236}">
                      <a16:creationId xmlns:a16="http://schemas.microsoft.com/office/drawing/2014/main" id="{A697C662-76A2-C64F-D407-513735521A91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790295" y="3995705"/>
                  <a:ext cx="70668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7" name="Freihand 46">
                  <a:extLst>
                    <a:ext uri="{FF2B5EF4-FFF2-40B4-BE49-F238E27FC236}">
                      <a16:creationId xmlns:a16="http://schemas.microsoft.com/office/drawing/2014/main" id="{D1E7B97B-B103-FC5F-7D52-932CD832BA28}"/>
                    </a:ext>
                  </a:extLst>
                </p14:cNvPr>
                <p14:cNvContentPartPr/>
                <p14:nvPr/>
              </p14:nvContentPartPr>
              <p14:xfrm>
                <a:off x="6045175" y="4070585"/>
                <a:ext cx="852480" cy="286920"/>
              </p14:xfrm>
            </p:contentPart>
          </mc:Choice>
          <mc:Fallback xmlns="">
            <p:pic>
              <p:nvPicPr>
                <p:cNvPr id="47" name="Freihand 46">
                  <a:extLst>
                    <a:ext uri="{FF2B5EF4-FFF2-40B4-BE49-F238E27FC236}">
                      <a16:creationId xmlns:a16="http://schemas.microsoft.com/office/drawing/2014/main" id="{D1E7B97B-B103-FC5F-7D52-932CD832BA2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6034375" y="4059771"/>
                  <a:ext cx="873720" cy="308187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52" name="Freihand 51">
                  <a:extLst>
                    <a:ext uri="{FF2B5EF4-FFF2-40B4-BE49-F238E27FC236}">
                      <a16:creationId xmlns:a16="http://schemas.microsoft.com/office/drawing/2014/main" id="{5FEF4938-C1D1-770B-2B41-048DC0EAE5A6}"/>
                    </a:ext>
                  </a:extLst>
                </p14:cNvPr>
                <p14:cNvContentPartPr/>
                <p14:nvPr/>
              </p14:nvContentPartPr>
              <p14:xfrm>
                <a:off x="6984775" y="4029545"/>
                <a:ext cx="335160" cy="247320"/>
              </p14:xfrm>
            </p:contentPart>
          </mc:Choice>
          <mc:Fallback xmlns="">
            <p:pic>
              <p:nvPicPr>
                <p:cNvPr id="52" name="Freihand 51">
                  <a:extLst>
                    <a:ext uri="{FF2B5EF4-FFF2-40B4-BE49-F238E27FC236}">
                      <a16:creationId xmlns:a16="http://schemas.microsoft.com/office/drawing/2014/main" id="{5FEF4938-C1D1-770B-2B41-048DC0EAE5A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973975" y="4018745"/>
                  <a:ext cx="35640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B25F7E59-1F26-CB90-1D0A-3D6BBB836C10}"/>
              </a:ext>
            </a:extLst>
          </p:cNvPr>
          <p:cNvGrpSpPr/>
          <p:nvPr/>
        </p:nvGrpSpPr>
        <p:grpSpPr>
          <a:xfrm>
            <a:off x="161925" y="3466845"/>
            <a:ext cx="5216042" cy="1271417"/>
            <a:chOff x="161925" y="3466845"/>
            <a:chExt cx="5216042" cy="1271417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701B8F68-3B25-F8FE-EF52-96784D784A26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61925" y="3466845"/>
              <a:ext cx="4989875" cy="1051891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77" name="Freihand 76">
                  <a:extLst>
                    <a:ext uri="{FF2B5EF4-FFF2-40B4-BE49-F238E27FC236}">
                      <a16:creationId xmlns:a16="http://schemas.microsoft.com/office/drawing/2014/main" id="{B32E7B39-F77B-E009-2404-634A3524B432}"/>
                    </a:ext>
                  </a:extLst>
                </p14:cNvPr>
                <p14:cNvContentPartPr/>
                <p14:nvPr/>
              </p14:nvContentPartPr>
              <p14:xfrm>
                <a:off x="4315607" y="4599662"/>
                <a:ext cx="1062360" cy="138600"/>
              </p14:xfrm>
            </p:contentPart>
          </mc:Choice>
          <mc:Fallback xmlns="">
            <p:pic>
              <p:nvPicPr>
                <p:cNvPr id="77" name="Freihand 76">
                  <a:extLst>
                    <a:ext uri="{FF2B5EF4-FFF2-40B4-BE49-F238E27FC236}">
                      <a16:creationId xmlns:a16="http://schemas.microsoft.com/office/drawing/2014/main" id="{B32E7B39-F77B-E009-2404-634A3524B432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4304807" y="4588862"/>
                  <a:ext cx="1083600" cy="159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E8EC7194-9469-8320-3A37-C11D7CBE3C23}"/>
              </a:ext>
            </a:extLst>
          </p:cNvPr>
          <p:cNvGrpSpPr/>
          <p:nvPr/>
        </p:nvGrpSpPr>
        <p:grpSpPr>
          <a:xfrm>
            <a:off x="5772429" y="4407978"/>
            <a:ext cx="2716066" cy="360524"/>
            <a:chOff x="5772429" y="4407978"/>
            <a:chExt cx="2716066" cy="360524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64" name="Freihand 63">
                  <a:extLst>
                    <a:ext uri="{FF2B5EF4-FFF2-40B4-BE49-F238E27FC236}">
                      <a16:creationId xmlns:a16="http://schemas.microsoft.com/office/drawing/2014/main" id="{74F7589D-D8C5-28F8-A42F-9179CBBE0CD0}"/>
                    </a:ext>
                  </a:extLst>
                </p14:cNvPr>
                <p14:cNvContentPartPr/>
                <p14:nvPr/>
              </p14:nvContentPartPr>
              <p14:xfrm>
                <a:off x="5772429" y="4530182"/>
                <a:ext cx="926280" cy="237240"/>
              </p14:xfrm>
            </p:contentPart>
          </mc:Choice>
          <mc:Fallback xmlns="">
            <p:pic>
              <p:nvPicPr>
                <p:cNvPr id="64" name="Freihand 63">
                  <a:extLst>
                    <a:ext uri="{FF2B5EF4-FFF2-40B4-BE49-F238E27FC236}">
                      <a16:creationId xmlns:a16="http://schemas.microsoft.com/office/drawing/2014/main" id="{74F7589D-D8C5-28F8-A42F-9179CBBE0CD0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5761629" y="4519366"/>
                  <a:ext cx="947520" cy="25851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82" name="Freihand 81">
                  <a:extLst>
                    <a:ext uri="{FF2B5EF4-FFF2-40B4-BE49-F238E27FC236}">
                      <a16:creationId xmlns:a16="http://schemas.microsoft.com/office/drawing/2014/main" id="{5E4B0C9D-57E5-BA0A-09D7-E0553972E83C}"/>
                    </a:ext>
                  </a:extLst>
                </p14:cNvPr>
                <p14:cNvContentPartPr/>
                <p14:nvPr/>
              </p14:nvContentPartPr>
              <p14:xfrm>
                <a:off x="6800095" y="4495622"/>
                <a:ext cx="235440" cy="272880"/>
              </p14:xfrm>
            </p:contentPart>
          </mc:Choice>
          <mc:Fallback xmlns="">
            <p:pic>
              <p:nvPicPr>
                <p:cNvPr id="82" name="Freihand 81">
                  <a:extLst>
                    <a:ext uri="{FF2B5EF4-FFF2-40B4-BE49-F238E27FC236}">
                      <a16:creationId xmlns:a16="http://schemas.microsoft.com/office/drawing/2014/main" id="{5E4B0C9D-57E5-BA0A-09D7-E0553972E83C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789295" y="4484822"/>
                  <a:ext cx="25668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28" name="Freihand 127">
                  <a:extLst>
                    <a:ext uri="{FF2B5EF4-FFF2-40B4-BE49-F238E27FC236}">
                      <a16:creationId xmlns:a16="http://schemas.microsoft.com/office/drawing/2014/main" id="{C61C53E9-3316-E7C8-1B06-7FA441169719}"/>
                    </a:ext>
                  </a:extLst>
                </p14:cNvPr>
                <p14:cNvContentPartPr/>
                <p14:nvPr/>
              </p14:nvContentPartPr>
              <p14:xfrm>
                <a:off x="7155775" y="4456218"/>
                <a:ext cx="713520" cy="192240"/>
              </p14:xfrm>
            </p:contentPart>
          </mc:Choice>
          <mc:Fallback xmlns="">
            <p:pic>
              <p:nvPicPr>
                <p:cNvPr id="128" name="Freihand 127">
                  <a:extLst>
                    <a:ext uri="{FF2B5EF4-FFF2-40B4-BE49-F238E27FC236}">
                      <a16:creationId xmlns:a16="http://schemas.microsoft.com/office/drawing/2014/main" id="{C61C53E9-3316-E7C8-1B06-7FA441169719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7144980" y="4445398"/>
                  <a:ext cx="734749" cy="21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37" name="Freihand 136">
                  <a:extLst>
                    <a:ext uri="{FF2B5EF4-FFF2-40B4-BE49-F238E27FC236}">
                      <a16:creationId xmlns:a16="http://schemas.microsoft.com/office/drawing/2014/main" id="{4CCFFC4D-B462-52F3-7645-71F3CA1BD64B}"/>
                    </a:ext>
                  </a:extLst>
                </p14:cNvPr>
                <p14:cNvContentPartPr/>
                <p14:nvPr/>
              </p14:nvContentPartPr>
              <p14:xfrm>
                <a:off x="7952455" y="4407978"/>
                <a:ext cx="536040" cy="272880"/>
              </p14:xfrm>
            </p:contentPart>
          </mc:Choice>
          <mc:Fallback xmlns="">
            <p:pic>
              <p:nvPicPr>
                <p:cNvPr id="137" name="Freihand 136">
                  <a:extLst>
                    <a:ext uri="{FF2B5EF4-FFF2-40B4-BE49-F238E27FC236}">
                      <a16:creationId xmlns:a16="http://schemas.microsoft.com/office/drawing/2014/main" id="{4CCFFC4D-B462-52F3-7645-71F3CA1BD64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941648" y="4397178"/>
                  <a:ext cx="557294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9DE3800C-D6D7-98A1-46D6-BD4F3CE3A708}"/>
              </a:ext>
            </a:extLst>
          </p:cNvPr>
          <p:cNvGrpSpPr/>
          <p:nvPr/>
        </p:nvGrpSpPr>
        <p:grpSpPr>
          <a:xfrm>
            <a:off x="5728735" y="4807218"/>
            <a:ext cx="1374120" cy="257040"/>
            <a:chOff x="5728735" y="4807218"/>
            <a:chExt cx="1374120" cy="257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42" name="Freihand 141">
                  <a:extLst>
                    <a:ext uri="{FF2B5EF4-FFF2-40B4-BE49-F238E27FC236}">
                      <a16:creationId xmlns:a16="http://schemas.microsoft.com/office/drawing/2014/main" id="{90B42891-CB5B-BBDC-85E9-6F5EDF77781D}"/>
                    </a:ext>
                  </a:extLst>
                </p14:cNvPr>
                <p14:cNvContentPartPr/>
                <p14:nvPr/>
              </p14:nvContentPartPr>
              <p14:xfrm>
                <a:off x="5728735" y="4883538"/>
                <a:ext cx="357840" cy="138960"/>
              </p14:xfrm>
            </p:contentPart>
          </mc:Choice>
          <mc:Fallback xmlns="">
            <p:pic>
              <p:nvPicPr>
                <p:cNvPr id="142" name="Freihand 141">
                  <a:extLst>
                    <a:ext uri="{FF2B5EF4-FFF2-40B4-BE49-F238E27FC236}">
                      <a16:creationId xmlns:a16="http://schemas.microsoft.com/office/drawing/2014/main" id="{90B42891-CB5B-BBDC-85E9-6F5EDF77781D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5717946" y="4872738"/>
                  <a:ext cx="379059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54" name="Freihand 153">
                  <a:extLst>
                    <a:ext uri="{FF2B5EF4-FFF2-40B4-BE49-F238E27FC236}">
                      <a16:creationId xmlns:a16="http://schemas.microsoft.com/office/drawing/2014/main" id="{E5C1BA97-BD87-4F4E-09E3-D6B1B0284BD7}"/>
                    </a:ext>
                  </a:extLst>
                </p14:cNvPr>
                <p14:cNvContentPartPr/>
                <p14:nvPr/>
              </p14:nvContentPartPr>
              <p14:xfrm>
                <a:off x="6142015" y="4807218"/>
                <a:ext cx="960840" cy="257040"/>
              </p14:xfrm>
            </p:contentPart>
          </mc:Choice>
          <mc:Fallback xmlns="">
            <p:pic>
              <p:nvPicPr>
                <p:cNvPr id="154" name="Freihand 153">
                  <a:extLst>
                    <a:ext uri="{FF2B5EF4-FFF2-40B4-BE49-F238E27FC236}">
                      <a16:creationId xmlns:a16="http://schemas.microsoft.com/office/drawing/2014/main" id="{E5C1BA97-BD87-4F4E-09E3-D6B1B0284BD7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6131219" y="4796403"/>
                  <a:ext cx="982072" cy="27831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7" name="Freihand 26">
                <a:extLst>
                  <a:ext uri="{FF2B5EF4-FFF2-40B4-BE49-F238E27FC236}">
                    <a16:creationId xmlns:a16="http://schemas.microsoft.com/office/drawing/2014/main" id="{151CF0C8-2AB1-BFC1-70C2-DD7BC0B426F2}"/>
                  </a:ext>
                </a:extLst>
              </p14:cNvPr>
              <p14:cNvContentPartPr/>
              <p14:nvPr/>
            </p14:nvContentPartPr>
            <p14:xfrm>
              <a:off x="5203542" y="1612885"/>
              <a:ext cx="381600" cy="261720"/>
            </p14:xfrm>
          </p:contentPart>
        </mc:Choice>
        <mc:Fallback xmlns="">
          <p:pic>
            <p:nvPicPr>
              <p:cNvPr id="27" name="Freihand 26">
                <a:extLst>
                  <a:ext uri="{FF2B5EF4-FFF2-40B4-BE49-F238E27FC236}">
                    <a16:creationId xmlns:a16="http://schemas.microsoft.com/office/drawing/2014/main" id="{151CF0C8-2AB1-BFC1-70C2-DD7BC0B426F2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5192732" y="1602085"/>
                <a:ext cx="402860" cy="28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79CA940E-B1E1-ACBE-90D3-7E289992506D}"/>
                  </a:ext>
                </a:extLst>
              </p14:cNvPr>
              <p14:cNvContentPartPr/>
              <p14:nvPr/>
            </p14:nvContentPartPr>
            <p14:xfrm>
              <a:off x="5707182" y="1532245"/>
              <a:ext cx="920880" cy="22968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79CA940E-B1E1-ACBE-90D3-7E289992506D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5696386" y="1521445"/>
                <a:ext cx="942112" cy="25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78FC9099-43E8-7139-C251-30087DF7B85F}"/>
                  </a:ext>
                </a:extLst>
              </p14:cNvPr>
              <p14:cNvContentPartPr/>
              <p14:nvPr/>
            </p14:nvContentPartPr>
            <p14:xfrm>
              <a:off x="6752982" y="1557445"/>
              <a:ext cx="742680" cy="24768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78FC9099-43E8-7139-C251-30087DF7B85F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6742187" y="1546661"/>
                <a:ext cx="763910" cy="268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73" name="Freihand 72">
                <a:extLst>
                  <a:ext uri="{FF2B5EF4-FFF2-40B4-BE49-F238E27FC236}">
                    <a16:creationId xmlns:a16="http://schemas.microsoft.com/office/drawing/2014/main" id="{A1FFE8D6-CFB8-6437-EEAC-AB1CD369C79A}"/>
                  </a:ext>
                </a:extLst>
              </p14:cNvPr>
              <p14:cNvContentPartPr/>
              <p14:nvPr/>
            </p14:nvContentPartPr>
            <p14:xfrm>
              <a:off x="8163260" y="1537299"/>
              <a:ext cx="717120" cy="254880"/>
            </p14:xfrm>
          </p:contentPart>
        </mc:Choice>
        <mc:Fallback xmlns="">
          <p:pic>
            <p:nvPicPr>
              <p:cNvPr id="73" name="Freihand 72">
                <a:extLst>
                  <a:ext uri="{FF2B5EF4-FFF2-40B4-BE49-F238E27FC236}">
                    <a16:creationId xmlns:a16="http://schemas.microsoft.com/office/drawing/2014/main" id="{A1FFE8D6-CFB8-6437-EEAC-AB1CD369C79A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152465" y="1526514"/>
                <a:ext cx="738349" cy="2760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74" name="Freihand 73">
                <a:extLst>
                  <a:ext uri="{FF2B5EF4-FFF2-40B4-BE49-F238E27FC236}">
                    <a16:creationId xmlns:a16="http://schemas.microsoft.com/office/drawing/2014/main" id="{A12758C4-C656-5A52-9089-678004A16B98}"/>
                  </a:ext>
                </a:extLst>
              </p14:cNvPr>
              <p14:cNvContentPartPr/>
              <p14:nvPr/>
            </p14:nvContentPartPr>
            <p14:xfrm>
              <a:off x="7663220" y="1525419"/>
              <a:ext cx="366120" cy="170280"/>
            </p14:xfrm>
          </p:contentPart>
        </mc:Choice>
        <mc:Fallback xmlns="">
          <p:pic>
            <p:nvPicPr>
              <p:cNvPr id="74" name="Freihand 73">
                <a:extLst>
                  <a:ext uri="{FF2B5EF4-FFF2-40B4-BE49-F238E27FC236}">
                    <a16:creationId xmlns:a16="http://schemas.microsoft.com/office/drawing/2014/main" id="{A12758C4-C656-5A52-9089-678004A16B98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7652409" y="1514596"/>
                <a:ext cx="387381" cy="19156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13019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2156AB-4C1F-BC8C-DC8B-BC189515F5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0"/>
            <a:ext cx="7886700" cy="994172"/>
          </a:xfrm>
        </p:spPr>
        <p:txBody>
          <a:bodyPr/>
          <a:lstStyle/>
          <a:p>
            <a:r>
              <a:rPr lang="en-US"/>
              <a:t>Nonlinear Systems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8EEC8F-D66A-E7E4-90B4-BDC6A6305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6700" y="839166"/>
            <a:ext cx="8610600" cy="1110853"/>
          </a:xfrm>
        </p:spPr>
        <p:txBody>
          <a:bodyPr>
            <a:normAutofit/>
          </a:bodyPr>
          <a:lstStyle/>
          <a:p>
            <a:r>
              <a:rPr lang="de-CH" sz="1600" dirty="0"/>
              <a:t>Limit </a:t>
            </a:r>
            <a:r>
              <a:rPr lang="de-CH" sz="1600" dirty="0" err="1"/>
              <a:t>cycles</a:t>
            </a:r>
            <a:r>
              <a:rPr lang="de-CH" sz="1600" dirty="0"/>
              <a:t>:		a linear </a:t>
            </a:r>
            <a:r>
              <a:rPr lang="de-CH" sz="1600" dirty="0" err="1"/>
              <a:t>system</a:t>
            </a:r>
            <a:r>
              <a:rPr lang="de-CH" sz="1600" dirty="0"/>
              <a:t> </a:t>
            </a:r>
            <a:r>
              <a:rPr lang="de-CH" sz="1600" dirty="0" err="1"/>
              <a:t>may</a:t>
            </a:r>
            <a:r>
              <a:rPr lang="de-CH" sz="1600" dirty="0"/>
              <a:t> </a:t>
            </a:r>
            <a:r>
              <a:rPr lang="de-CH" sz="1600" dirty="0" err="1"/>
              <a:t>generate</a:t>
            </a:r>
            <a:r>
              <a:rPr lang="de-CH" sz="1600" dirty="0"/>
              <a:t> permanent </a:t>
            </a:r>
            <a:r>
              <a:rPr lang="de-CH" sz="1600" dirty="0" err="1"/>
              <a:t>oscillations</a:t>
            </a:r>
            <a:endParaRPr lang="de-CH" sz="1600" dirty="0"/>
          </a:p>
          <a:p>
            <a:pPr marL="0" indent="0">
              <a:buNone/>
            </a:pPr>
            <a:r>
              <a:rPr lang="de-CH" sz="1600" dirty="0"/>
              <a:t>			a </a:t>
            </a:r>
            <a:r>
              <a:rPr lang="de-CH" sz="1600" dirty="0" err="1"/>
              <a:t>nonlinear</a:t>
            </a:r>
            <a:r>
              <a:rPr lang="de-CH" sz="1600" dirty="0"/>
              <a:t> </a:t>
            </a:r>
            <a:r>
              <a:rPr lang="de-CH" sz="1600" dirty="0" err="1"/>
              <a:t>system</a:t>
            </a:r>
            <a:r>
              <a:rPr lang="de-CH" sz="1600" dirty="0"/>
              <a:t> </a:t>
            </a:r>
            <a:r>
              <a:rPr lang="de-CH" sz="1600" dirty="0" err="1"/>
              <a:t>may</a:t>
            </a:r>
            <a:r>
              <a:rPr lang="de-CH" sz="1600" dirty="0"/>
              <a:t> </a:t>
            </a:r>
            <a:r>
              <a:rPr lang="de-CH" sz="1600" dirty="0" err="1"/>
              <a:t>generate</a:t>
            </a:r>
            <a:r>
              <a:rPr lang="de-CH" sz="1600" dirty="0"/>
              <a:t> permanent </a:t>
            </a:r>
            <a:r>
              <a:rPr lang="de-CH" sz="1600" dirty="0" err="1"/>
              <a:t>oscillations</a:t>
            </a:r>
            <a:endParaRPr lang="de-CH" sz="1600" dirty="0"/>
          </a:p>
          <a:p>
            <a:pPr marL="0" indent="0">
              <a:buNone/>
            </a:pPr>
            <a:r>
              <a:rPr lang="de-CH" sz="1600" dirty="0"/>
              <a:t>			</a:t>
            </a:r>
            <a:r>
              <a:rPr lang="de-CH" sz="1600" dirty="0" err="1"/>
              <a:t>independent</a:t>
            </a:r>
            <a:r>
              <a:rPr lang="de-CH" sz="1600" dirty="0"/>
              <a:t> </a:t>
            </a:r>
            <a:r>
              <a:rPr lang="de-CH" sz="1600" dirty="0" err="1"/>
              <a:t>from</a:t>
            </a:r>
            <a:r>
              <a:rPr lang="de-CH" sz="1600" dirty="0"/>
              <a:t> initial </a:t>
            </a:r>
            <a:r>
              <a:rPr lang="de-CH" sz="1600" dirty="0" err="1"/>
              <a:t>conditions</a:t>
            </a:r>
            <a:endParaRPr lang="de-CH" sz="1600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669108C-590B-C421-65C5-4C5CB7BBC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79F28E8-A170-A565-FEC6-549440E64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D5CE9CC7-1CFA-4B81-7D6E-50321DD96286}"/>
              </a:ext>
            </a:extLst>
          </p:cNvPr>
          <p:cNvGrpSpPr/>
          <p:nvPr/>
        </p:nvGrpSpPr>
        <p:grpSpPr>
          <a:xfrm>
            <a:off x="266700" y="1922389"/>
            <a:ext cx="8610600" cy="1912144"/>
            <a:chOff x="266700" y="2000621"/>
            <a:chExt cx="8610600" cy="1912144"/>
          </a:xfrm>
        </p:grpSpPr>
        <p:pic>
          <p:nvPicPr>
            <p:cNvPr id="9" name="Grafik 8">
              <a:extLst>
                <a:ext uri="{FF2B5EF4-FFF2-40B4-BE49-F238E27FC236}">
                  <a16:creationId xmlns:a16="http://schemas.microsoft.com/office/drawing/2014/main" id="{A196E0EF-3FE5-0D81-AC7C-2B786C7B42E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40869" y="2899543"/>
              <a:ext cx="3660445" cy="1013222"/>
            </a:xfrm>
            <a:prstGeom prst="rect">
              <a:avLst/>
            </a:prstGeom>
          </p:spPr>
        </p:pic>
        <p:sp>
          <p:nvSpPr>
            <p:cNvPr id="6" name="Inhaltsplatzhalter 2">
              <a:extLst>
                <a:ext uri="{FF2B5EF4-FFF2-40B4-BE49-F238E27FC236}">
                  <a16:creationId xmlns:a16="http://schemas.microsoft.com/office/drawing/2014/main" id="{35F1E29D-1129-8EB3-42DB-E5BE090C3B2F}"/>
                </a:ext>
              </a:extLst>
            </p:cNvPr>
            <p:cNvSpPr txBox="1">
              <a:spLocks/>
            </p:cNvSpPr>
            <p:nvPr/>
          </p:nvSpPr>
          <p:spPr>
            <a:xfrm>
              <a:off x="266700" y="2000621"/>
              <a:ext cx="8610600" cy="8989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CH" sz="1600" dirty="0" err="1"/>
                <a:t>Subharmonic</a:t>
              </a:r>
              <a:r>
                <a:rPr lang="de-CH" sz="1600" dirty="0"/>
                <a:t>		 a linear </a:t>
              </a:r>
              <a:r>
                <a:rPr lang="de-CH" sz="1600" dirty="0" err="1"/>
                <a:t>system</a:t>
              </a:r>
              <a:r>
                <a:rPr lang="de-CH" sz="1600" dirty="0"/>
                <a:t> will </a:t>
              </a:r>
              <a:r>
                <a:rPr lang="de-CH" sz="1600" dirty="0" err="1"/>
                <a:t>always</a:t>
              </a:r>
              <a:r>
                <a:rPr lang="de-CH" sz="1600" dirty="0"/>
                <a:t> </a:t>
              </a:r>
              <a:r>
                <a:rPr lang="de-CH" sz="1600" dirty="0" err="1"/>
                <a:t>output</a:t>
              </a:r>
              <a:r>
                <a:rPr lang="de-CH" sz="1600" dirty="0"/>
                <a:t> </a:t>
              </a:r>
              <a:r>
                <a:rPr lang="de-CH" sz="1600" dirty="0" err="1"/>
                <a:t>the</a:t>
              </a:r>
              <a:r>
                <a:rPr lang="de-CH" sz="1600" dirty="0"/>
                <a:t> same </a:t>
              </a:r>
              <a:r>
                <a:rPr lang="de-CH" sz="1600" dirty="0" err="1"/>
                <a:t>frequency</a:t>
              </a:r>
              <a:r>
                <a:rPr lang="de-CH" sz="1600" dirty="0"/>
                <a:t> </a:t>
              </a:r>
              <a:r>
                <a:rPr lang="de-CH" sz="1600" dirty="0" err="1"/>
                <a:t>as</a:t>
              </a:r>
              <a:r>
                <a:rPr lang="de-CH" sz="1600" dirty="0"/>
                <a:t> </a:t>
              </a:r>
              <a:r>
                <a:rPr lang="de-CH" sz="1600" dirty="0" err="1"/>
                <a:t>the</a:t>
              </a:r>
              <a:r>
                <a:rPr lang="de-CH" sz="1600" dirty="0"/>
                <a:t> </a:t>
              </a:r>
              <a:r>
                <a:rPr lang="de-CH" sz="1600" dirty="0" err="1"/>
                <a:t>input</a:t>
              </a:r>
              <a:endParaRPr lang="de-CH" sz="1600" dirty="0"/>
            </a:p>
            <a:p>
              <a:pPr marL="0" indent="0">
                <a:buNone/>
              </a:pPr>
              <a:r>
                <a:rPr lang="de-CH" sz="1600" dirty="0" err="1"/>
                <a:t>Oscillations</a:t>
              </a:r>
              <a:r>
                <a:rPr lang="de-CH" sz="1600" dirty="0"/>
                <a:t>:		a </a:t>
              </a:r>
              <a:r>
                <a:rPr lang="de-CH" sz="1600" dirty="0" err="1"/>
                <a:t>nonlinear</a:t>
              </a:r>
              <a:r>
                <a:rPr lang="de-CH" sz="1600" dirty="0"/>
                <a:t> </a:t>
              </a:r>
              <a:r>
                <a:rPr lang="de-CH" sz="1600" dirty="0" err="1"/>
                <a:t>system</a:t>
              </a:r>
              <a:r>
                <a:rPr lang="de-CH" sz="1600" dirty="0"/>
                <a:t> </a:t>
              </a:r>
              <a:r>
                <a:rPr lang="de-CH" sz="1600" dirty="0" err="1"/>
                <a:t>can</a:t>
              </a:r>
              <a:r>
                <a:rPr lang="de-CH" sz="1600" dirty="0"/>
                <a:t> </a:t>
              </a:r>
              <a:r>
                <a:rPr lang="de-CH" sz="1600" dirty="0" err="1"/>
                <a:t>generate</a:t>
              </a:r>
              <a:r>
                <a:rPr lang="de-CH" sz="1600" dirty="0"/>
                <a:t> </a:t>
              </a:r>
              <a:r>
                <a:rPr lang="de-CH" sz="1600" dirty="0" err="1"/>
                <a:t>output</a:t>
              </a:r>
              <a:r>
                <a:rPr lang="de-CH" sz="1600" dirty="0"/>
                <a:t> </a:t>
              </a:r>
              <a:r>
                <a:rPr lang="de-CH" sz="1600" dirty="0" err="1"/>
                <a:t>frequencies</a:t>
              </a:r>
              <a:r>
                <a:rPr lang="de-CH" sz="1600" dirty="0"/>
                <a:t> </a:t>
              </a:r>
              <a:r>
                <a:rPr lang="de-CH" sz="1600" dirty="0" err="1"/>
                <a:t>that</a:t>
              </a:r>
              <a:r>
                <a:rPr lang="de-CH" sz="1600" dirty="0"/>
                <a:t> </a:t>
              </a:r>
              <a:r>
                <a:rPr lang="de-CH" sz="1600" dirty="0" err="1"/>
                <a:t>are</a:t>
              </a:r>
              <a:r>
                <a:rPr lang="de-CH" sz="1600" dirty="0"/>
                <a:t> 					submultiples </a:t>
              </a:r>
              <a:r>
                <a:rPr lang="de-CH" sz="1600" dirty="0" err="1"/>
                <a:t>or</a:t>
              </a:r>
              <a:r>
                <a:rPr lang="de-CH" sz="1600" dirty="0"/>
                <a:t> multiples </a:t>
              </a:r>
              <a:r>
                <a:rPr lang="de-CH" sz="1600" dirty="0" err="1"/>
                <a:t>of</a:t>
              </a:r>
              <a:r>
                <a:rPr lang="de-CH" sz="1600" dirty="0"/>
                <a:t> </a:t>
              </a:r>
              <a:r>
                <a:rPr lang="de-CH" sz="1600" dirty="0" err="1"/>
                <a:t>the</a:t>
              </a:r>
              <a:r>
                <a:rPr lang="de-CH" sz="1600" dirty="0"/>
                <a:t> </a:t>
              </a:r>
              <a:r>
                <a:rPr lang="de-CH" sz="1600" dirty="0" err="1"/>
                <a:t>input</a:t>
              </a:r>
              <a:r>
                <a:rPr lang="de-CH" sz="1600" dirty="0"/>
                <a:t> </a:t>
              </a:r>
              <a:r>
                <a:rPr lang="de-CH" sz="1600" dirty="0" err="1"/>
                <a:t>frequency</a:t>
              </a:r>
              <a:endParaRPr lang="de-CH" sz="1600" dirty="0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D3318CA-A591-0E44-5814-4ADAB2DCB2FF}"/>
                  </a:ext>
                </a:extLst>
              </p:cNvPr>
              <p:cNvSpPr txBox="1"/>
              <p:nvPr/>
            </p:nvSpPr>
            <p:spPr>
              <a:xfrm>
                <a:off x="266700" y="4504913"/>
                <a:ext cx="774382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sz="1600" i="0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nonlinear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exhibit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any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all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behaviors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described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!</a:t>
                </a:r>
              </a:p>
              <a:p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9D3318CA-A591-0E44-5814-4ADAB2DCB2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" y="4504913"/>
                <a:ext cx="7743825" cy="584775"/>
              </a:xfrm>
              <a:prstGeom prst="rect">
                <a:avLst/>
              </a:prstGeom>
              <a:blipFill>
                <a:blip r:embed="rId3"/>
                <a:stretch>
                  <a:fillRect t="-21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Freihand 11">
                <a:extLst>
                  <a:ext uri="{FF2B5EF4-FFF2-40B4-BE49-F238E27FC236}">
                    <a16:creationId xmlns:a16="http://schemas.microsoft.com/office/drawing/2014/main" id="{6E67E40C-1B2B-7E94-ACDF-85692EEE4435}"/>
                  </a:ext>
                </a:extLst>
              </p14:cNvPr>
              <p14:cNvContentPartPr/>
              <p14:nvPr/>
            </p14:nvContentPartPr>
            <p14:xfrm>
              <a:off x="5708029" y="654211"/>
              <a:ext cx="78840" cy="225720"/>
            </p14:xfrm>
          </p:contentPart>
        </mc:Choice>
        <mc:Fallback xmlns="">
          <p:pic>
            <p:nvPicPr>
              <p:cNvPr id="12" name="Freihand 11">
                <a:extLst>
                  <a:ext uri="{FF2B5EF4-FFF2-40B4-BE49-F238E27FC236}">
                    <a16:creationId xmlns:a16="http://schemas.microsoft.com/office/drawing/2014/main" id="{6E67E40C-1B2B-7E94-ACDF-85692EEE443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97229" y="643411"/>
                <a:ext cx="100080" cy="24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60735D19-07ED-7C7E-FB5A-6117F345138F}"/>
                  </a:ext>
                </a:extLst>
              </p14:cNvPr>
              <p14:cNvContentPartPr/>
              <p14:nvPr/>
            </p14:nvContentPartPr>
            <p14:xfrm>
              <a:off x="5724229" y="371611"/>
              <a:ext cx="568080" cy="19224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60735D19-07ED-7C7E-FB5A-6117F34513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713436" y="360811"/>
                <a:ext cx="589307" cy="21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66ADB786-B59D-F697-C8CE-88DED04BC9CA}"/>
                  </a:ext>
                </a:extLst>
              </p14:cNvPr>
              <p14:cNvContentPartPr/>
              <p14:nvPr/>
            </p14:nvContentPartPr>
            <p14:xfrm>
              <a:off x="6419029" y="373771"/>
              <a:ext cx="759960" cy="16848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66ADB786-B59D-F697-C8CE-88DED04BC9C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408229" y="362948"/>
                <a:ext cx="781200" cy="189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353428AF-398A-B42B-DB12-250863F96AD1}"/>
                  </a:ext>
                </a:extLst>
              </p14:cNvPr>
              <p14:cNvContentPartPr/>
              <p14:nvPr/>
            </p14:nvContentPartPr>
            <p14:xfrm>
              <a:off x="6141829" y="613891"/>
              <a:ext cx="1074240" cy="171360"/>
            </p14:xfrm>
          </p:contentPart>
        </mc:Choice>
        <mc:Fallback xmlns=""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353428AF-398A-B42B-DB12-250863F96AD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131025" y="603091"/>
                <a:ext cx="1095487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660EE099-F998-A80D-3433-1539D96E612C}"/>
                  </a:ext>
                </a:extLst>
              </p14:cNvPr>
              <p14:cNvContentPartPr/>
              <p14:nvPr/>
            </p14:nvContentPartPr>
            <p14:xfrm>
              <a:off x="7298869" y="364771"/>
              <a:ext cx="124920" cy="122760"/>
            </p14:xfrm>
          </p:contentPart>
        </mc:Choice>
        <mc:Fallback xmlns=""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660EE099-F998-A80D-3433-1539D96E612C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288100" y="353971"/>
                <a:ext cx="146099" cy="14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7DC8F915-9AF5-02D0-37F9-5A2AF4A0007F}"/>
                  </a:ext>
                </a:extLst>
              </p14:cNvPr>
              <p14:cNvContentPartPr/>
              <p14:nvPr/>
            </p14:nvContentPartPr>
            <p14:xfrm>
              <a:off x="2514505" y="-458147"/>
              <a:ext cx="126720" cy="13680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7DC8F915-9AF5-02D0-37F9-5A2AF4A0007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503736" y="-468947"/>
                <a:ext cx="14790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3B85A160-A603-7173-642C-DB5EA58DF2AB}"/>
                  </a:ext>
                </a:extLst>
              </p14:cNvPr>
              <p14:cNvContentPartPr/>
              <p14:nvPr/>
            </p14:nvContentPartPr>
            <p14:xfrm>
              <a:off x="7355644" y="471004"/>
              <a:ext cx="98280" cy="6264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3B85A160-A603-7173-642C-DB5EA58DF2A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7344883" y="460204"/>
                <a:ext cx="119442" cy="83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7DBA1E08-DA15-CDB1-0E66-C0CCB505984E}"/>
              </a:ext>
            </a:extLst>
          </p:cNvPr>
          <p:cNvGrpSpPr/>
          <p:nvPr/>
        </p:nvGrpSpPr>
        <p:grpSpPr>
          <a:xfrm>
            <a:off x="266700" y="2821311"/>
            <a:ext cx="8610600" cy="3915911"/>
            <a:chOff x="266700" y="2821311"/>
            <a:chExt cx="8610600" cy="3915911"/>
          </a:xfrm>
        </p:grpSpPr>
        <p:sp>
          <p:nvSpPr>
            <p:cNvPr id="7" name="Inhaltsplatzhalter 2">
              <a:extLst>
                <a:ext uri="{FF2B5EF4-FFF2-40B4-BE49-F238E27FC236}">
                  <a16:creationId xmlns:a16="http://schemas.microsoft.com/office/drawing/2014/main" id="{0CD4569B-A95C-467B-4F79-202DD3AEC269}"/>
                </a:ext>
              </a:extLst>
            </p:cNvPr>
            <p:cNvSpPr txBox="1">
              <a:spLocks/>
            </p:cNvSpPr>
            <p:nvPr/>
          </p:nvSpPr>
          <p:spPr>
            <a:xfrm>
              <a:off x="266700" y="3953540"/>
              <a:ext cx="8610600" cy="278368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de-CH" sz="1600" dirty="0"/>
                <a:t>Chaos:		A </a:t>
              </a:r>
              <a:r>
                <a:rPr lang="de-CH" sz="1600" dirty="0" err="1"/>
                <a:t>nonlinear</a:t>
              </a:r>
              <a:r>
                <a:rPr lang="de-CH" sz="1600" dirty="0"/>
                <a:t> </a:t>
              </a:r>
              <a:r>
                <a:rPr lang="de-CH" sz="1600" dirty="0" err="1"/>
                <a:t>system</a:t>
              </a:r>
              <a:r>
                <a:rPr lang="de-CH" sz="1600" dirty="0"/>
                <a:t> </a:t>
              </a:r>
              <a:r>
                <a:rPr lang="de-CH" sz="1600" dirty="0" err="1"/>
                <a:t>can</a:t>
              </a:r>
              <a:r>
                <a:rPr lang="de-CH" sz="1600" dirty="0"/>
                <a:t> </a:t>
              </a:r>
              <a:r>
                <a:rPr lang="de-CH" sz="1600" dirty="0" err="1"/>
                <a:t>exhibit</a:t>
              </a:r>
              <a:r>
                <a:rPr lang="de-CH" sz="1600" dirty="0"/>
                <a:t> </a:t>
              </a:r>
              <a:r>
                <a:rPr lang="de-CH" sz="1600" dirty="0" err="1"/>
                <a:t>complex</a:t>
              </a:r>
              <a:r>
                <a:rPr lang="de-CH" sz="1600" dirty="0"/>
                <a:t> </a:t>
              </a:r>
              <a:r>
                <a:rPr lang="de-CH" sz="1600" dirty="0" err="1"/>
                <a:t>steady-state</a:t>
              </a:r>
              <a:r>
                <a:rPr lang="de-CH" sz="1600" dirty="0"/>
                <a:t> </a:t>
              </a:r>
              <a:r>
                <a:rPr lang="de-CH" sz="1600" dirty="0" err="1"/>
                <a:t>behavior</a:t>
              </a:r>
              <a:r>
                <a:rPr lang="de-CH" sz="1600" dirty="0"/>
                <a:t> </a:t>
              </a:r>
              <a:r>
                <a:rPr lang="de-CH" sz="1600" dirty="0" err="1"/>
                <a:t>that</a:t>
              </a:r>
              <a:r>
                <a:rPr lang="de-CH" sz="1600" dirty="0"/>
                <a:t> </a:t>
              </a:r>
              <a:r>
                <a:rPr lang="de-CH" sz="1600" dirty="0" err="1"/>
                <a:t>is</a:t>
              </a:r>
              <a:r>
                <a:rPr lang="de-CH" sz="1600" dirty="0"/>
                <a:t> 			</a:t>
              </a:r>
              <a:r>
                <a:rPr lang="de-CH" sz="1600" dirty="0" err="1"/>
                <a:t>neither</a:t>
              </a:r>
              <a:r>
                <a:rPr lang="de-CH" sz="1600" dirty="0"/>
                <a:t> an </a:t>
              </a:r>
              <a:r>
                <a:rPr lang="de-CH" sz="1600" dirty="0" err="1"/>
                <a:t>equilibrium</a:t>
              </a:r>
              <a:r>
                <a:rPr lang="de-CH" sz="1600" dirty="0"/>
                <a:t> </a:t>
              </a:r>
              <a:r>
                <a:rPr lang="de-CH" sz="1600" dirty="0" err="1"/>
                <a:t>nor</a:t>
              </a:r>
              <a:r>
                <a:rPr lang="de-CH" sz="1600" dirty="0"/>
                <a:t> a </a:t>
              </a:r>
              <a:r>
                <a:rPr lang="de-CH" sz="1600" dirty="0" err="1"/>
                <a:t>periodic</a:t>
              </a:r>
              <a:r>
                <a:rPr lang="de-CH" sz="1600" dirty="0"/>
                <a:t> </a:t>
              </a:r>
              <a:r>
                <a:rPr lang="de-CH" sz="1600" dirty="0" err="1"/>
                <a:t>oscillation</a:t>
              </a:r>
              <a:endParaRPr lang="de-CH" sz="1600" dirty="0"/>
            </a:p>
            <a:p>
              <a:endParaRPr lang="de-CH" sz="1600" dirty="0"/>
            </a:p>
          </p:txBody>
        </p:sp>
        <p:pic>
          <p:nvPicPr>
            <p:cNvPr id="14" name="Grafik 13">
              <a:extLst>
                <a:ext uri="{FF2B5EF4-FFF2-40B4-BE49-F238E27FC236}">
                  <a16:creationId xmlns:a16="http://schemas.microsoft.com/office/drawing/2014/main" id="{40EE08AB-E078-BD44-5A62-2EEF345171BB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5446257" y="2821311"/>
              <a:ext cx="2023386" cy="1100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90538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33C6E5-F502-FEB0-0F2E-D21559D87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2299"/>
            <a:ext cx="7886700" cy="994172"/>
          </a:xfrm>
        </p:spPr>
        <p:txBody>
          <a:bodyPr/>
          <a:lstStyle/>
          <a:p>
            <a:r>
              <a:rPr lang="en-US"/>
              <a:t>Notions of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11B57FA-6D99-26B9-BB9A-90913E3EA68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812721"/>
                <a:ext cx="7886700" cy="994172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Define stability for a general autonomous system: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endParaRPr lang="en-US" sz="1600" dirty="0"/>
              </a:p>
              <a:p>
                <a:r>
                  <a:rPr lang="en-US" sz="1600" dirty="0"/>
                  <a:t>Stability is a property of an equilibrium point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, </a:t>
                </a:r>
                <a:r>
                  <a:rPr lang="en-US" sz="1600" dirty="0" err="1"/>
                  <a:t>s.t.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/>
              </a:p>
              <a:p>
                <a:r>
                  <a:rPr lang="en-US" sz="1600" dirty="0"/>
                  <a:t>without loss of generality, we assume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/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311B57FA-6D99-26B9-BB9A-90913E3EA68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812721"/>
                <a:ext cx="7886700" cy="994172"/>
              </a:xfrm>
              <a:blipFill>
                <a:blip r:embed="rId2"/>
                <a:stretch>
                  <a:fillRect l="-322" t="-3750" b="-37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F87DA39-0C2B-6232-D690-71C8C5A86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B5465B4-F1EB-18C1-5877-1195616F2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D2D411-9D52-7ED9-D291-7FB2219A5A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228" y="3225865"/>
            <a:ext cx="4685544" cy="1233488"/>
          </a:xfrm>
          <a:prstGeom prst="rect">
            <a:avLst/>
          </a:prstGeom>
        </p:spPr>
      </p:pic>
      <p:grpSp>
        <p:nvGrpSpPr>
          <p:cNvPr id="16" name="Gruppieren 15">
            <a:extLst>
              <a:ext uri="{FF2B5EF4-FFF2-40B4-BE49-F238E27FC236}">
                <a16:creationId xmlns:a16="http://schemas.microsoft.com/office/drawing/2014/main" id="{965BA296-8058-C4EB-E7F5-109DAACF8763}"/>
              </a:ext>
            </a:extLst>
          </p:cNvPr>
          <p:cNvGrpSpPr/>
          <p:nvPr/>
        </p:nvGrpSpPr>
        <p:grpSpPr>
          <a:xfrm>
            <a:off x="628650" y="1773697"/>
            <a:ext cx="8473230" cy="2286308"/>
            <a:chOff x="628650" y="2109600"/>
            <a:chExt cx="8473230" cy="2286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E144BD56-980E-26CA-32C0-AA16C9F4FE4C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2203670"/>
                  <a:ext cx="8258175" cy="2192238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 dirty="0"/>
                    <a:t>An equilibrium point is …</a:t>
                  </a:r>
                </a:p>
                <a:p>
                  <a:pPr lvl="1">
                    <a:buClrTx/>
                  </a:pPr>
                  <a:r>
                    <a:rPr lang="en-US" sz="1400" b="1" dirty="0"/>
                    <a:t>Lyapunov stable </a:t>
                  </a:r>
                  <a:r>
                    <a:rPr lang="de-CH" sz="1400" dirty="0" err="1"/>
                    <a:t>if</a:t>
                  </a:r>
                  <a:r>
                    <a:rPr lang="de-CH" sz="1400" dirty="0"/>
                    <a:t> </a:t>
                  </a:r>
                  <a:r>
                    <a:rPr lang="de-CH" sz="1400" dirty="0" err="1"/>
                    <a:t>for</a:t>
                  </a:r>
                  <a:r>
                    <a:rPr lang="de-CH" sz="1400" dirty="0"/>
                    <a:t> </a:t>
                  </a:r>
                  <a:r>
                    <a:rPr lang="de-CH" sz="1400" dirty="0" err="1"/>
                    <a:t>each</a:t>
                  </a:r>
                  <a:r>
                    <a:rPr lang="de-CH" sz="1400" dirty="0"/>
                    <a:t>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𝜀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≥0</m:t>
                      </m:r>
                    </m:oMath>
                  </a14:m>
                  <a:r>
                    <a:rPr lang="el-GR" sz="1400" dirty="0"/>
                    <a:t>, </a:t>
                  </a:r>
                  <a:r>
                    <a:rPr lang="de-CH" sz="1400" dirty="0" err="1"/>
                    <a:t>there</a:t>
                  </a:r>
                  <a:r>
                    <a:rPr lang="de-CH" sz="1400" dirty="0"/>
                    <a:t> </a:t>
                  </a:r>
                  <a:r>
                    <a:rPr lang="de-CH" sz="1400" dirty="0" err="1"/>
                    <a:t>is</a:t>
                  </a:r>
                  <a:r>
                    <a:rPr lang="de-CH" sz="1400" dirty="0"/>
                    <a:t>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d>
                        <m:dPr>
                          <m:ctrlPr>
                            <a:rPr lang="el-GR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l-GR" sz="1400" i="1" dirty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</m:d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de-CH" sz="1400" dirty="0"/>
                    <a:t> s.t.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l-G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𝜀</m:t>
                      </m:r>
                    </m:oMath>
                  </a14:m>
                  <a:endParaRPr lang="de-CH" sz="1400" dirty="0"/>
                </a:p>
                <a:p>
                  <a:pPr lvl="1">
                    <a:buClrTx/>
                  </a:pPr>
                  <a:r>
                    <a:rPr lang="en-US" sz="1400" b="1" dirty="0"/>
                    <a:t>Asymptotically stable </a:t>
                  </a:r>
                  <a:r>
                    <a:rPr lang="en-US" sz="1400" dirty="0"/>
                    <a:t>if stable, and there exists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l-GR" sz="1400" dirty="0"/>
                    <a:t> </a:t>
                  </a:r>
                  <a:r>
                    <a:rPr lang="en-US" sz="1400" dirty="0" err="1"/>
                    <a:t>s.t.</a:t>
                  </a:r>
                  <a:r>
                    <a:rPr lang="en-US" sz="1400" dirty="0"/>
                    <a:t>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⇒</m:t>
                      </m:r>
                      <m:func>
                        <m:funcPr>
                          <m:ctrlPr>
                            <a:rPr lang="en-US" sz="1400" i="1" dirty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 dirty="0" err="1">
                                  <a:latin typeface="Cambria Math" panose="02040503050406030204" pitchFamily="18" charset="0"/>
                                </a:rPr>
                                <m:t>𝑙𝑖𝑚</m:t>
                              </m:r>
                            </m:e>
                            <m:sub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sub>
                          </m:sSub>
                        </m:fName>
                        <m:e>
                          <m:r>
                            <a:rPr lang="en-US" sz="14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  <m:d>
                            <m:dPr>
                              <m:ctrlP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e>
                      </m:func>
                      <m:r>
                        <a:rPr lang="en-US" sz="14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endParaRPr lang="en-US" sz="1400" dirty="0"/>
                </a:p>
                <a:p>
                  <a:pPr lvl="1">
                    <a:buClrTx/>
                  </a:pPr>
                  <a:r>
                    <a:rPr lang="en-US" sz="1400" b="1" dirty="0"/>
                    <a:t>Exponentially stable </a:t>
                  </a:r>
                  <a:r>
                    <a:rPr lang="en-US" sz="1400" dirty="0"/>
                    <a:t>if there exist </a:t>
                  </a:r>
                  <a14:m>
                    <m:oMath xmlns:m="http://schemas.openxmlformats.org/officeDocument/2006/math"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𝛼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𝛽</m:t>
                      </m:r>
                      <m:r>
                        <a:rPr lang="el-GR" sz="1400" i="1" dirty="0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a14:m>
                  <a:r>
                    <a:rPr lang="el-GR" sz="1400" dirty="0"/>
                    <a:t> </a:t>
                  </a:r>
                  <a:r>
                    <a:rPr lang="de-CH" sz="1400" dirty="0"/>
                    <a:t>s.t. </a:t>
                  </a:r>
                  <a14:m>
                    <m:oMath xmlns:m="http://schemas.openxmlformats.org/officeDocument/2006/math">
                      <m:d>
                        <m:dPr>
                          <m:begChr m:val="|"/>
                          <m:endChr m:val="|"/>
                          <m:ctrlPr>
                            <a:rPr lang="de-CH" sz="14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 smtClean="0">
                                      <a:latin typeface="Cambria Math" panose="02040503050406030204" pitchFamily="18" charset="0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𝛿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begChr m:val="|"/>
                          <m:endChr m:val="|"/>
                          <m:ctrlPr>
                            <a:rPr lang="el-GR" sz="14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|"/>
                              <m:endChr m:val="|"/>
                              <m:ctrlP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d>
                                <m:dPr>
                                  <m:ctrlP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de-CH" sz="1400" i="1" dirty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d>
                        </m:e>
                      </m:d>
                      <m:r>
                        <a:rPr lang="de-CH" sz="1400" i="1" dirty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el-GR" sz="1400" i="1" dirty="0">
                          <a:latin typeface="Cambria Math" panose="02040503050406030204" pitchFamily="18" charset="0"/>
                        </a:rPr>
                        <m:t>𝛽</m:t>
                      </m:r>
                      <m:sSup>
                        <m:sSupPr>
                          <m:ctrlPr>
                            <a:rPr lang="de-CH" sz="1400" i="1" dirty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CH" sz="1400" i="1" dirty="0" err="1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d>
                            <m:dPr>
                              <m:ctrlP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l-GR" sz="1400" i="1" dirty="0"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de-CH" sz="1400" i="1" dirty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</m:d>
                        </m:sup>
                      </m:sSup>
                    </m:oMath>
                  </a14:m>
                  <a:endParaRPr lang="de-CH" sz="1400" dirty="0"/>
                </a:p>
                <a:p>
                  <a:pPr lvl="1">
                    <a:buClrTx/>
                  </a:pPr>
                  <a:endParaRPr lang="en-US" sz="1400" dirty="0"/>
                </a:p>
              </p:txBody>
            </p:sp>
          </mc:Choice>
          <mc:Fallback xmlns="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E144BD56-980E-26CA-32C0-AA16C9F4FE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203670"/>
                  <a:ext cx="8258175" cy="2192238"/>
                </a:xfrm>
                <a:prstGeom prst="rect">
                  <a:avLst/>
                </a:prstGeom>
                <a:blipFill>
                  <a:blip r:embed="rId4"/>
                  <a:stretch>
                    <a:fillRect l="-307" t="-172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3" name="Freihand 12">
                  <a:extLst>
                    <a:ext uri="{FF2B5EF4-FFF2-40B4-BE49-F238E27FC236}">
                      <a16:creationId xmlns:a16="http://schemas.microsoft.com/office/drawing/2014/main" id="{27844B3A-C2A1-4A0A-A1A5-50D7BA295A48}"/>
                    </a:ext>
                  </a:extLst>
                </p14:cNvPr>
                <p14:cNvContentPartPr/>
                <p14:nvPr/>
              </p14:nvContentPartPr>
              <p14:xfrm>
                <a:off x="6143760" y="2109600"/>
                <a:ext cx="2958120" cy="1420200"/>
              </p14:xfrm>
            </p:contentPart>
          </mc:Choice>
          <mc:Fallback xmlns="">
            <p:pic>
              <p:nvPicPr>
                <p:cNvPr id="13" name="Freihand 12">
                  <a:extLst>
                    <a:ext uri="{FF2B5EF4-FFF2-40B4-BE49-F238E27FC236}">
                      <a16:creationId xmlns:a16="http://schemas.microsoft.com/office/drawing/2014/main" id="{27844B3A-C2A1-4A0A-A1A5-50D7BA295A4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34400" y="2100240"/>
                  <a:ext cx="2976840" cy="1438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3B60527C-B063-5B1C-D690-29DC14F76F56}"/>
                  </a:ext>
                </a:extLst>
              </p14:cNvPr>
              <p14:cNvContentPartPr/>
              <p14:nvPr/>
            </p14:nvContentPartPr>
            <p14:xfrm>
              <a:off x="7647535" y="3039853"/>
              <a:ext cx="46440" cy="6840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3B60527C-B063-5B1C-D690-29DC14F76F5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636818" y="3029053"/>
                <a:ext cx="67517" cy="8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E81BE572-B333-B19A-679C-3CF27C7731B3}"/>
                  </a:ext>
                </a:extLst>
              </p:cNvPr>
              <p:cNvSpPr txBox="1"/>
              <p:nvPr/>
            </p:nvSpPr>
            <p:spPr>
              <a:xfrm>
                <a:off x="0" y="4514671"/>
                <a:ext cx="9365384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600">
                    <a:solidFill>
                      <a:srgbClr val="FF0000"/>
                    </a:solidFill>
                  </a:rPr>
                  <a:t>Stability assessment is easier for linear systems (</a:t>
                </a:r>
                <a14:m>
                  <m:oMath xmlns:m="http://schemas.openxmlformats.org/officeDocument/2006/math">
                    <m:r>
                      <a:rPr lang="el-GR" sz="160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de-CH" sz="1600">
                    <a:solidFill>
                      <a:srgbClr val="FF0000"/>
                    </a:solidFill>
                  </a:rPr>
                  <a:t>'s </a:t>
                </a:r>
                <a:r>
                  <a:rPr lang="en-US" sz="1600">
                    <a:solidFill>
                      <a:srgbClr val="FF0000"/>
                    </a:solidFill>
                  </a:rPr>
                  <a:t>of A), but no general test for nonlinear systems</a:t>
                </a:r>
              </a:p>
            </p:txBody>
          </p:sp>
        </mc:Choice>
        <mc:Fallback xmlns=""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E81BE572-B333-B19A-679C-3CF27C7731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4514671"/>
                <a:ext cx="9365384" cy="338554"/>
              </a:xfrm>
              <a:prstGeom prst="rect">
                <a:avLst/>
              </a:prstGeom>
              <a:blipFill>
                <a:blip r:embed="rId9"/>
                <a:stretch>
                  <a:fillRect l="-407" t="-3571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354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A6FC7-8CFE-F628-CAC7-CAEAC14D5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BA826C-F399-DADD-C577-71F914689D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2. </a:t>
            </a:r>
            <a:r>
              <a:rPr lang="de-DE" err="1"/>
              <a:t>Lyapunov</a:t>
            </a:r>
            <a:r>
              <a:rPr lang="de-DE"/>
              <a:t> </a:t>
            </a:r>
            <a:r>
              <a:rPr lang="de-DE" err="1"/>
              <a:t>Stability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3371EB74-18C1-F381-6DEB-53B39C0871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2DF6B76-6CF3-B7D4-2B01-990E8A400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DAC6D77-67F9-ECA3-9523-94EF9F006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76439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460FAC0-E72A-3492-DBB1-777CB56AA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6055" y="485146"/>
            <a:ext cx="7886700" cy="994172"/>
          </a:xfrm>
        </p:spPr>
        <p:txBody>
          <a:bodyPr/>
          <a:lstStyle/>
          <a:p>
            <a:r>
              <a:rPr lang="en-US" dirty="0"/>
              <a:t>Lyapunov's Indirect Method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B4A3C377-065D-490D-3B55-05C6B46813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3614225" y="-8301"/>
            <a:ext cx="5539106" cy="37219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4AE0D6F0-4200-A3CB-53B6-8BAE16409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C65C9AE-995E-C0D3-D62A-3D9A7E146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382DE10B-22B8-EA89-15D9-FC355F5EE12B}"/>
              </a:ext>
            </a:extLst>
          </p:cNvPr>
          <p:cNvSpPr txBox="1"/>
          <p:nvPr/>
        </p:nvSpPr>
        <p:spPr>
          <a:xfrm>
            <a:off x="375197" y="1395104"/>
            <a:ext cx="64780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latin typeface="Segoe UI" panose="020B0502040204020203" pitchFamily="34" charset="0"/>
                <a:cs typeface="Segoe UI" panose="020B0502040204020203" pitchFamily="34" charset="0"/>
              </a:rPr>
              <a:t>For arbitrary systems, there is no general way to determine stability.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A689C0CF-ED47-CAA2-3E47-A89A1AC0A4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6055" y="1970504"/>
                <a:ext cx="8384721" cy="246919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de-CH" sz="1600" dirty="0" err="1"/>
                  <a:t>given</a:t>
                </a:r>
                <a:r>
                  <a:rPr lang="de-CH" sz="1600" dirty="0"/>
                  <a:t> a </a:t>
                </a:r>
                <a:r>
                  <a:rPr lang="de-CH" sz="1600" dirty="0" err="1"/>
                  <a:t>nonlinear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system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ẋ=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with</a:t>
                </a:r>
                <a:r>
                  <a:rPr lang="de-CH" sz="1600" dirty="0"/>
                  <a:t> </a:t>
                </a:r>
                <a:r>
                  <a:rPr lang="de-CH" sz="1600" dirty="0" err="1"/>
                  <a:t>eq</a:t>
                </a:r>
                <a:r>
                  <a:rPr lang="de-CH" sz="1600" dirty="0"/>
                  <a:t>.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en-US" sz="1600" dirty="0"/>
              </a:p>
              <a:p>
                <a:pPr>
                  <a:buClrTx/>
                </a:pP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origin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asy</a:t>
                </a:r>
                <a:r>
                  <a:rPr lang="de-CH" sz="1600" dirty="0"/>
                  <a:t>. </a:t>
                </a:r>
                <a:r>
                  <a:rPr lang="de-CH" sz="1600" dirty="0" err="1"/>
                  <a:t>stable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if</a:t>
                </a:r>
                <a:r>
                  <a:rPr lang="de-CH" sz="1600" dirty="0"/>
                  <a:t>, in </a:t>
                </a:r>
                <a:r>
                  <a:rPr lang="de-CH" sz="1600" dirty="0" err="1"/>
                  <a:t>its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linearization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ẋ=</m:t>
                    </m:r>
                    <m:r>
                      <a:rPr lang="de-CH" sz="1600" i="1" dirty="0" err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de-CH" sz="1600" dirty="0"/>
                  <a:t>, all </a:t>
                </a:r>
                <a:r>
                  <a:rPr lang="de-CH" sz="1600" dirty="0" err="1"/>
                  <a:t>eigenvalues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are</a:t>
                </a:r>
                <a:r>
                  <a:rPr lang="de-CH" sz="1600" dirty="0"/>
                  <a:t> in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LHP</a:t>
                </a:r>
              </a:p>
              <a:p>
                <a:pPr>
                  <a:buClrTx/>
                </a:pPr>
                <a:r>
                  <a:rPr lang="de-CH" sz="1600" dirty="0" err="1"/>
                  <a:t>this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applies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origin</a:t>
                </a:r>
                <a:r>
                  <a:rPr lang="de-CH" sz="1600" dirty="0"/>
                  <a:t> and a </a:t>
                </a:r>
                <a:r>
                  <a:rPr lang="de-CH" sz="1600" dirty="0" err="1"/>
                  <a:t>certain</a:t>
                </a:r>
                <a:r>
                  <a:rPr lang="de-CH" sz="1600" dirty="0"/>
                  <a:t> (</a:t>
                </a:r>
                <a:r>
                  <a:rPr lang="de-CH" sz="1600" dirty="0" err="1"/>
                  <a:t>possibly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arbitrarily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small</a:t>
                </a:r>
                <a:r>
                  <a:rPr lang="de-CH" sz="1600" dirty="0"/>
                  <a:t>) </a:t>
                </a:r>
                <a:r>
                  <a:rPr lang="de-CH" sz="1600" dirty="0" err="1"/>
                  <a:t>neighbourhood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</a:t>
                </a:r>
                <a:r>
                  <a:rPr lang="de-CH" sz="1600" dirty="0" err="1"/>
                  <a:t>the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equilibrium</a:t>
                </a:r>
                <a:r>
                  <a:rPr lang="de-CH" sz="1600" dirty="0"/>
                  <a:t> </a:t>
                </a:r>
                <a:r>
                  <a:rPr lang="de-CH" sz="1600" dirty="0" err="1"/>
                  <a:t>point</a:t>
                </a:r>
                <a:r>
                  <a:rPr lang="de-CH" sz="1600" dirty="0"/>
                  <a:t> (</a:t>
                </a:r>
                <a:r>
                  <a:rPr lang="de-CH" sz="1600" dirty="0" err="1"/>
                  <a:t>if</a:t>
                </a:r>
                <a:r>
                  <a:rPr lang="de-CH" sz="1600" dirty="0"/>
                  <a:t> </a:t>
                </a:r>
                <a:r>
                  <a:rPr lang="de-CH" sz="1600" dirty="0" err="1"/>
                  <a:t>no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eigenvalue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with</a:t>
                </a:r>
                <a:r>
                  <a:rPr lang="de-CH" sz="1600" dirty="0"/>
                  <a:t> </a:t>
                </a:r>
                <a:r>
                  <a:rPr lang="de-CH" sz="1600" dirty="0" err="1"/>
                  <a:t>zero</a:t>
                </a:r>
                <a:r>
                  <a:rPr lang="de-CH" sz="1600" dirty="0"/>
                  <a:t> real </a:t>
                </a:r>
                <a:r>
                  <a:rPr lang="de-CH" sz="1600" dirty="0" err="1"/>
                  <a:t>part</a:t>
                </a:r>
                <a:r>
                  <a:rPr lang="de-CH" sz="1600" dirty="0"/>
                  <a:t>)</a:t>
                </a:r>
                <a:endParaRPr lang="en-US" sz="1600" dirty="0"/>
              </a:p>
              <a:p>
                <a:pPr>
                  <a:buClrTx/>
                </a:pPr>
                <a:endParaRPr lang="en-US" sz="1600" dirty="0"/>
              </a:p>
            </p:txBody>
          </p:sp>
        </mc:Choice>
        <mc:Fallback xmlns="">
          <p:sp>
            <p:nvSpPr>
              <p:cNvPr id="10" name="Inhaltsplatzhalter 2">
                <a:extLst>
                  <a:ext uri="{FF2B5EF4-FFF2-40B4-BE49-F238E27FC236}">
                    <a16:creationId xmlns:a16="http://schemas.microsoft.com/office/drawing/2014/main" id="{A689C0CF-ED47-CAA2-3E47-A89A1AC0A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55" y="1970504"/>
                <a:ext cx="8384721" cy="2469196"/>
              </a:xfrm>
              <a:prstGeom prst="rect">
                <a:avLst/>
              </a:prstGeom>
              <a:blipFill>
                <a:blip r:embed="rId4"/>
                <a:stretch>
                  <a:fillRect l="-303" t="-20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C0E8F245-1E1A-D280-883A-4C44CF125079}"/>
                  </a:ext>
                </a:extLst>
              </p14:cNvPr>
              <p14:cNvContentPartPr/>
              <p14:nvPr/>
            </p14:nvContentPartPr>
            <p14:xfrm>
              <a:off x="5010527" y="2093880"/>
              <a:ext cx="326160" cy="22212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C0E8F245-1E1A-D280-883A-4C44CF12507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999715" y="2083080"/>
                <a:ext cx="347423" cy="24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53893BD6-B1B2-E832-61D7-89DA976F5554}"/>
                  </a:ext>
                </a:extLst>
              </p14:cNvPr>
              <p14:cNvContentPartPr/>
              <p14:nvPr/>
            </p14:nvContentPartPr>
            <p14:xfrm>
              <a:off x="5440367" y="1798320"/>
              <a:ext cx="997560" cy="33048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53893BD6-B1B2-E832-61D7-89DA976F5554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5429567" y="1787532"/>
                <a:ext cx="1018800" cy="35169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31" name="Freihand 30">
                <a:extLst>
                  <a:ext uri="{FF2B5EF4-FFF2-40B4-BE49-F238E27FC236}">
                    <a16:creationId xmlns:a16="http://schemas.microsoft.com/office/drawing/2014/main" id="{99DAED1B-88A9-AF14-3A72-6E7C312B693E}"/>
                  </a:ext>
                </a:extLst>
              </p14:cNvPr>
              <p14:cNvContentPartPr/>
              <p14:nvPr/>
            </p14:nvContentPartPr>
            <p14:xfrm>
              <a:off x="5650000" y="2985721"/>
              <a:ext cx="154800" cy="78840"/>
            </p14:xfrm>
          </p:contentPart>
        </mc:Choice>
        <mc:Fallback xmlns="">
          <p:pic>
            <p:nvPicPr>
              <p:cNvPr id="31" name="Freihand 30">
                <a:extLst>
                  <a:ext uri="{FF2B5EF4-FFF2-40B4-BE49-F238E27FC236}">
                    <a16:creationId xmlns:a16="http://schemas.microsoft.com/office/drawing/2014/main" id="{99DAED1B-88A9-AF14-3A72-6E7C312B693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39225" y="2974921"/>
                <a:ext cx="175991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42" name="Freihand 41">
                <a:extLst>
                  <a:ext uri="{FF2B5EF4-FFF2-40B4-BE49-F238E27FC236}">
                    <a16:creationId xmlns:a16="http://schemas.microsoft.com/office/drawing/2014/main" id="{B6452E6B-DA6D-039B-7BFF-00AC2D7F87C5}"/>
                  </a:ext>
                </a:extLst>
              </p14:cNvPr>
              <p14:cNvContentPartPr/>
              <p14:nvPr/>
            </p14:nvContentPartPr>
            <p14:xfrm>
              <a:off x="5877520" y="2948641"/>
              <a:ext cx="548640" cy="138960"/>
            </p14:xfrm>
          </p:contentPart>
        </mc:Choice>
        <mc:Fallback xmlns="">
          <p:pic>
            <p:nvPicPr>
              <p:cNvPr id="42" name="Freihand 41">
                <a:extLst>
                  <a:ext uri="{FF2B5EF4-FFF2-40B4-BE49-F238E27FC236}">
                    <a16:creationId xmlns:a16="http://schemas.microsoft.com/office/drawing/2014/main" id="{B6452E6B-DA6D-039B-7BFF-00AC2D7F87C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866720" y="2937841"/>
                <a:ext cx="5698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51" name="Freihand 50">
                <a:extLst>
                  <a:ext uri="{FF2B5EF4-FFF2-40B4-BE49-F238E27FC236}">
                    <a16:creationId xmlns:a16="http://schemas.microsoft.com/office/drawing/2014/main" id="{92CCFCA7-464C-49FE-B6F3-D458F4588495}"/>
                  </a:ext>
                </a:extLst>
              </p14:cNvPr>
              <p14:cNvContentPartPr/>
              <p14:nvPr/>
            </p14:nvContentPartPr>
            <p14:xfrm>
              <a:off x="6462880" y="2948641"/>
              <a:ext cx="688320" cy="123120"/>
            </p14:xfrm>
          </p:contentPart>
        </mc:Choice>
        <mc:Fallback xmlns="">
          <p:pic>
            <p:nvPicPr>
              <p:cNvPr id="51" name="Freihand 50">
                <a:extLst>
                  <a:ext uri="{FF2B5EF4-FFF2-40B4-BE49-F238E27FC236}">
                    <a16:creationId xmlns:a16="http://schemas.microsoft.com/office/drawing/2014/main" id="{92CCFCA7-464C-49FE-B6F3-D458F458849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452086" y="2937809"/>
                <a:ext cx="709549" cy="144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52" name="Freihand 51">
                <a:extLst>
                  <a:ext uri="{FF2B5EF4-FFF2-40B4-BE49-F238E27FC236}">
                    <a16:creationId xmlns:a16="http://schemas.microsoft.com/office/drawing/2014/main" id="{E17BB45A-69FD-4860-32FA-562A4CC2082A}"/>
                  </a:ext>
                </a:extLst>
              </p14:cNvPr>
              <p14:cNvContentPartPr/>
              <p14:nvPr/>
            </p14:nvContentPartPr>
            <p14:xfrm>
              <a:off x="7273240" y="2925601"/>
              <a:ext cx="9720" cy="143640"/>
            </p14:xfrm>
          </p:contentPart>
        </mc:Choice>
        <mc:Fallback xmlns="">
          <p:pic>
            <p:nvPicPr>
              <p:cNvPr id="52" name="Freihand 51">
                <a:extLst>
                  <a:ext uri="{FF2B5EF4-FFF2-40B4-BE49-F238E27FC236}">
                    <a16:creationId xmlns:a16="http://schemas.microsoft.com/office/drawing/2014/main" id="{E17BB45A-69FD-4860-32FA-562A4CC2082A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62025" y="2914774"/>
                <a:ext cx="31777" cy="1649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53" name="Freihand 52">
                <a:extLst>
                  <a:ext uri="{FF2B5EF4-FFF2-40B4-BE49-F238E27FC236}">
                    <a16:creationId xmlns:a16="http://schemas.microsoft.com/office/drawing/2014/main" id="{46F9CCDF-FE50-1DB6-2476-0AFBEC82664F}"/>
                  </a:ext>
                </a:extLst>
              </p14:cNvPr>
              <p14:cNvContentPartPr/>
              <p14:nvPr/>
            </p14:nvContentPartPr>
            <p14:xfrm>
              <a:off x="7240840" y="3001921"/>
              <a:ext cx="85680" cy="360"/>
            </p14:xfrm>
          </p:contentPart>
        </mc:Choice>
        <mc:Fallback xmlns="">
          <p:pic>
            <p:nvPicPr>
              <p:cNvPr id="53" name="Freihand 52">
                <a:extLst>
                  <a:ext uri="{FF2B5EF4-FFF2-40B4-BE49-F238E27FC236}">
                    <a16:creationId xmlns:a16="http://schemas.microsoft.com/office/drawing/2014/main" id="{46F9CCDF-FE50-1DB6-2476-0AFBEC82664F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230040" y="2991121"/>
                <a:ext cx="10692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958F37DA-E39A-BCC5-EB04-08A5A5420844}"/>
                  </a:ext>
                </a:extLst>
              </p14:cNvPr>
              <p14:cNvContentPartPr/>
              <p14:nvPr/>
            </p14:nvContentPartPr>
            <p14:xfrm>
              <a:off x="7317160" y="2925601"/>
              <a:ext cx="72000" cy="12960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958F37DA-E39A-BCC5-EB04-08A5A5420844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306360" y="2914801"/>
                <a:ext cx="932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A1630888-9BD0-CDB3-F50E-7F15AB7F0001}"/>
                  </a:ext>
                </a:extLst>
              </p14:cNvPr>
              <p14:cNvContentPartPr/>
              <p14:nvPr/>
            </p14:nvContentPartPr>
            <p14:xfrm>
              <a:off x="7409680" y="2967361"/>
              <a:ext cx="498960" cy="9468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A1630888-9BD0-CDB3-F50E-7F15AB7F000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398880" y="2956520"/>
                <a:ext cx="520200" cy="1160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910FA7D1-2E6D-4D5E-1D32-8C3EA6AB0821}"/>
                  </a:ext>
                </a:extLst>
              </p:cNvPr>
              <p:cNvSpPr txBox="1"/>
              <p:nvPr/>
            </p:nvSpPr>
            <p:spPr>
              <a:xfrm>
                <a:off x="386055" y="3313458"/>
                <a:ext cx="38331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en-US" sz="1600">
                    <a:latin typeface="Segoe UI" panose="020B0502040204020203" pitchFamily="34" charset="0"/>
                    <a:cs typeface="Segoe UI" panose="020B0502040204020203" pitchFamily="34" charset="0"/>
                  </a:rPr>
                  <a:t> Basically what we did in CS1 all along!</a:t>
                </a:r>
              </a:p>
            </p:txBody>
          </p:sp>
        </mc:Choice>
        <mc:Fallback xmlns="">
          <p:sp>
            <p:nvSpPr>
              <p:cNvPr id="57" name="Textfeld 56">
                <a:extLst>
                  <a:ext uri="{FF2B5EF4-FFF2-40B4-BE49-F238E27FC236}">
                    <a16:creationId xmlns:a16="http://schemas.microsoft.com/office/drawing/2014/main" id="{910FA7D1-2E6D-4D5E-1D32-8C3EA6AB0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6055" y="3313458"/>
                <a:ext cx="3833101" cy="338554"/>
              </a:xfrm>
              <a:prstGeom prst="rect">
                <a:avLst/>
              </a:prstGeom>
              <a:blipFill>
                <a:blip r:embed="rId23"/>
                <a:stretch>
                  <a:fillRect t="-7407" b="-259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242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/>
      <p:bldP spid="5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6BBB0B-EF50-65A7-0356-46F1104CE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092" y="38346"/>
            <a:ext cx="7886700" cy="994172"/>
          </a:xfrm>
        </p:spPr>
        <p:txBody>
          <a:bodyPr/>
          <a:lstStyle/>
          <a:p>
            <a:r>
              <a:rPr lang="en-US"/>
              <a:t>Lyapunov's Direct Method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077B7CA-E112-FB50-80DB-32B5A699A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2A69A-0E68-DE82-EC5D-32B8FC3F1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6DE91861-B2C3-CF95-8714-60FE73FCEFB0}"/>
                  </a:ext>
                </a:extLst>
              </p14:cNvPr>
              <p14:cNvContentPartPr/>
              <p14:nvPr/>
            </p14:nvContentPartPr>
            <p14:xfrm>
              <a:off x="8984575" y="-78695"/>
              <a:ext cx="7200" cy="2340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6DE91861-B2C3-CF95-8714-60FE73FCEFB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974289" y="-89495"/>
                <a:ext cx="27429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Inhaltsplatzhalter 2">
                <a:extLst>
                  <a:ext uri="{FF2B5EF4-FFF2-40B4-BE49-F238E27FC236}">
                    <a16:creationId xmlns:a16="http://schemas.microsoft.com/office/drawing/2014/main" id="{C0A25F85-415E-2E56-D533-2FB1CA7653D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3569129"/>
                <a:ext cx="7886700" cy="857917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buClrTx/>
                </a:pP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stronger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forms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of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stability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  <a:p>
                <a:pPr lvl="1">
                  <a:buClrTx/>
                </a:pPr>
                <a:r>
                  <a:rPr lang="de-CH" sz="1400" b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asymptotic</a:t>
                </a:r>
                <a:r>
                  <a:rPr lang="de-CH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400" b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stability</a:t>
                </a:r>
                <a:r>
                  <a:rPr lang="de-CH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  <a:r>
                  <a:rPr lang="de-CH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	</a:t>
                </a:r>
                <a:r>
                  <a:rPr lang="de-CH" sz="1400" dirty="0" err="1"/>
                  <a:t>if</a:t>
                </a:r>
                <a:r>
                  <a:rPr lang="de-CH" sz="1400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4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de-CH" sz="1400" dirty="0"/>
                  <a:t> </a:t>
                </a:r>
                <a:r>
                  <a:rPr lang="de-CH" sz="1400" dirty="0" err="1"/>
                  <a:t>only</a:t>
                </a:r>
                <a:r>
                  <a:rPr lang="de-CH" sz="1400" dirty="0"/>
                  <a:t> </a:t>
                </a:r>
                <a:r>
                  <a:rPr lang="de-CH" sz="1400" dirty="0" err="1"/>
                  <a:t>when</a:t>
                </a:r>
                <a:r>
                  <a:rPr lang="de-CH" sz="1400" dirty="0"/>
                  <a:t> </a:t>
                </a:r>
                <a14:m>
                  <m:oMath xmlns:m="http://schemas.openxmlformats.org/officeDocument/2006/math"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de-CH" sz="1400" i="1" dirty="0" smtClean="0">
                        <a:latin typeface="Cambria Math" panose="02040503050406030204" pitchFamily="18" charset="0"/>
                      </a:rPr>
                      <m:t>₀</m:t>
                    </m:r>
                  </m:oMath>
                </a14:m>
                <a:endParaRPr lang="de-CH" sz="1400" dirty="0"/>
              </a:p>
              <a:p>
                <a:pPr lvl="1">
                  <a:buClrTx/>
                </a:pPr>
                <a:r>
                  <a:rPr lang="de-CH" sz="1400" b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exponential</a:t>
                </a:r>
                <a:r>
                  <a:rPr lang="de-CH" sz="1400" b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400" b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stability</a:t>
                </a:r>
                <a:r>
                  <a:rPr lang="de-CH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	</a:t>
                </a:r>
                <a:r>
                  <a:rPr lang="de-CH" sz="14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if</a:t>
                </a:r>
                <a:r>
                  <a:rPr lang="de-CH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4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&lt;−</m:t>
                    </m:r>
                    <m:r>
                      <a:rPr lang="el-GR" sz="1400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de-CH" sz="1400" i="1" dirty="0"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lang="de-CH" sz="1400" dirty="0"/>
                  <a:t> </a:t>
                </a:r>
                <a:r>
                  <a:rPr lang="de-CH" sz="1400" dirty="0" err="1"/>
                  <a:t>for</a:t>
                </a:r>
                <a:r>
                  <a:rPr lang="de-CH" sz="1400" dirty="0"/>
                  <a:t> </a:t>
                </a:r>
                <a14:m>
                  <m:oMath xmlns:m="http://schemas.openxmlformats.org/officeDocument/2006/math"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sz="1400" i="1" dirty="0" smtClean="0">
                        <a:latin typeface="Cambria Math" panose="02040503050406030204" pitchFamily="18" charset="0"/>
                      </a:rPr>
                      <m:t> &gt; 0</m:t>
                    </m:r>
                  </m:oMath>
                </a14:m>
                <a:r>
                  <a:rPr lang="de-CH" sz="14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55" name="Inhaltsplatzhalter 2">
                <a:extLst>
                  <a:ext uri="{FF2B5EF4-FFF2-40B4-BE49-F238E27FC236}">
                    <a16:creationId xmlns:a16="http://schemas.microsoft.com/office/drawing/2014/main" id="{C0A25F85-415E-2E56-D533-2FB1CA7653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3569129"/>
                <a:ext cx="7886700" cy="857917"/>
              </a:xfrm>
              <a:prstGeom prst="rect">
                <a:avLst/>
              </a:prstGeom>
              <a:blipFill>
                <a:blip r:embed="rId4"/>
                <a:stretch>
                  <a:fillRect l="-322" t="-4348" b="-144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7" name="Gruppieren 76">
            <a:extLst>
              <a:ext uri="{FF2B5EF4-FFF2-40B4-BE49-F238E27FC236}">
                <a16:creationId xmlns:a16="http://schemas.microsoft.com/office/drawing/2014/main" id="{2FFF45F3-1AAE-31EE-644F-52A6197D5D76}"/>
              </a:ext>
            </a:extLst>
          </p:cNvPr>
          <p:cNvGrpSpPr/>
          <p:nvPr/>
        </p:nvGrpSpPr>
        <p:grpSpPr>
          <a:xfrm>
            <a:off x="628650" y="355850"/>
            <a:ext cx="8638778" cy="1892828"/>
            <a:chOff x="628650" y="355850"/>
            <a:chExt cx="8451102" cy="1892828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9" name="Freihand 8">
                  <a:extLst>
                    <a:ext uri="{FF2B5EF4-FFF2-40B4-BE49-F238E27FC236}">
                      <a16:creationId xmlns:a16="http://schemas.microsoft.com/office/drawing/2014/main" id="{2D3884CB-2685-CFF0-FACF-61D859C33D49}"/>
                    </a:ext>
                  </a:extLst>
                </p14:cNvPr>
                <p14:cNvContentPartPr/>
                <p14:nvPr/>
              </p14:nvContentPartPr>
              <p14:xfrm>
                <a:off x="6121135" y="774824"/>
                <a:ext cx="85680" cy="312120"/>
              </p14:xfrm>
            </p:contentPart>
          </mc:Choice>
          <mc:Fallback xmlns="">
            <p:pic>
              <p:nvPicPr>
                <p:cNvPr id="9" name="Freihand 8">
                  <a:extLst>
                    <a:ext uri="{FF2B5EF4-FFF2-40B4-BE49-F238E27FC236}">
                      <a16:creationId xmlns:a16="http://schemas.microsoft.com/office/drawing/2014/main" id="{2D3884CB-2685-CFF0-FACF-61D859C33D49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110557" y="764024"/>
                  <a:ext cx="106483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0" name="Freihand 59">
                  <a:extLst>
                    <a:ext uri="{FF2B5EF4-FFF2-40B4-BE49-F238E27FC236}">
                      <a16:creationId xmlns:a16="http://schemas.microsoft.com/office/drawing/2014/main" id="{1743F9D3-2545-06D9-0332-6B27B1E15634}"/>
                    </a:ext>
                  </a:extLst>
                </p14:cNvPr>
                <p14:cNvContentPartPr/>
                <p14:nvPr/>
              </p14:nvContentPartPr>
              <p14:xfrm>
                <a:off x="5846952" y="404450"/>
                <a:ext cx="469080" cy="170280"/>
              </p14:xfrm>
            </p:contentPart>
          </mc:Choice>
          <mc:Fallback xmlns="">
            <p:pic>
              <p:nvPicPr>
                <p:cNvPr id="60" name="Freihand 59">
                  <a:extLst>
                    <a:ext uri="{FF2B5EF4-FFF2-40B4-BE49-F238E27FC236}">
                      <a16:creationId xmlns:a16="http://schemas.microsoft.com/office/drawing/2014/main" id="{1743F9D3-2545-06D9-0332-6B27B1E15634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5836387" y="393627"/>
                  <a:ext cx="489858" cy="1915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63" name="Freihand 62">
                  <a:extLst>
                    <a:ext uri="{FF2B5EF4-FFF2-40B4-BE49-F238E27FC236}">
                      <a16:creationId xmlns:a16="http://schemas.microsoft.com/office/drawing/2014/main" id="{B2D9D51F-C7B5-B62C-193B-65B305BC21B2}"/>
                    </a:ext>
                  </a:extLst>
                </p14:cNvPr>
                <p14:cNvContentPartPr/>
                <p14:nvPr/>
              </p14:nvContentPartPr>
              <p14:xfrm>
                <a:off x="6443112" y="428570"/>
                <a:ext cx="175320" cy="148320"/>
              </p14:xfrm>
            </p:contentPart>
          </mc:Choice>
          <mc:Fallback xmlns="">
            <p:pic>
              <p:nvPicPr>
                <p:cNvPr id="63" name="Freihand 62">
                  <a:extLst>
                    <a:ext uri="{FF2B5EF4-FFF2-40B4-BE49-F238E27FC236}">
                      <a16:creationId xmlns:a16="http://schemas.microsoft.com/office/drawing/2014/main" id="{B2D9D51F-C7B5-B62C-193B-65B305BC21B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6432551" y="417770"/>
                  <a:ext cx="196091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70" name="Freihand 69">
                  <a:extLst>
                    <a:ext uri="{FF2B5EF4-FFF2-40B4-BE49-F238E27FC236}">
                      <a16:creationId xmlns:a16="http://schemas.microsoft.com/office/drawing/2014/main" id="{7BFA4DA0-11BE-A8AF-8EA6-38B9CF646ACB}"/>
                    </a:ext>
                  </a:extLst>
                </p14:cNvPr>
                <p14:cNvContentPartPr/>
                <p14:nvPr/>
              </p14:nvContentPartPr>
              <p14:xfrm>
                <a:off x="6760992" y="391490"/>
                <a:ext cx="344880" cy="240120"/>
              </p14:xfrm>
            </p:contentPart>
          </mc:Choice>
          <mc:Fallback xmlns="">
            <p:pic>
              <p:nvPicPr>
                <p:cNvPr id="70" name="Freihand 69">
                  <a:extLst>
                    <a:ext uri="{FF2B5EF4-FFF2-40B4-BE49-F238E27FC236}">
                      <a16:creationId xmlns:a16="http://schemas.microsoft.com/office/drawing/2014/main" id="{7BFA4DA0-11BE-A8AF-8EA6-38B9CF646ACB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6750413" y="380706"/>
                  <a:ext cx="365686" cy="2613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78" name="Freihand 77">
                  <a:extLst>
                    <a:ext uri="{FF2B5EF4-FFF2-40B4-BE49-F238E27FC236}">
                      <a16:creationId xmlns:a16="http://schemas.microsoft.com/office/drawing/2014/main" id="{FBA1DAED-B265-71B1-0922-64F66FBCE184}"/>
                    </a:ext>
                  </a:extLst>
                </p14:cNvPr>
                <p14:cNvContentPartPr/>
                <p14:nvPr/>
              </p14:nvContentPartPr>
              <p14:xfrm>
                <a:off x="7177152" y="441890"/>
                <a:ext cx="469080" cy="195840"/>
              </p14:xfrm>
            </p:contentPart>
          </mc:Choice>
          <mc:Fallback xmlns="">
            <p:pic>
              <p:nvPicPr>
                <p:cNvPr id="78" name="Freihand 77">
                  <a:extLst>
                    <a:ext uri="{FF2B5EF4-FFF2-40B4-BE49-F238E27FC236}">
                      <a16:creationId xmlns:a16="http://schemas.microsoft.com/office/drawing/2014/main" id="{FBA1DAED-B265-71B1-0922-64F66FBCE184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7166587" y="431090"/>
                  <a:ext cx="489858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95" name="Freihand 94">
                  <a:extLst>
                    <a:ext uri="{FF2B5EF4-FFF2-40B4-BE49-F238E27FC236}">
                      <a16:creationId xmlns:a16="http://schemas.microsoft.com/office/drawing/2014/main" id="{6CBD65BB-501E-6DA7-16DD-1221F50E5925}"/>
                    </a:ext>
                  </a:extLst>
                </p14:cNvPr>
                <p14:cNvContentPartPr/>
                <p14:nvPr/>
              </p14:nvContentPartPr>
              <p14:xfrm>
                <a:off x="7722552" y="355850"/>
                <a:ext cx="1326600" cy="189720"/>
              </p14:xfrm>
            </p:contentPart>
          </mc:Choice>
          <mc:Fallback xmlns="">
            <p:pic>
              <p:nvPicPr>
                <p:cNvPr id="95" name="Freihand 94">
                  <a:extLst>
                    <a:ext uri="{FF2B5EF4-FFF2-40B4-BE49-F238E27FC236}">
                      <a16:creationId xmlns:a16="http://schemas.microsoft.com/office/drawing/2014/main" id="{6CBD65BB-501E-6DA7-16DD-1221F50E5925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7711984" y="345050"/>
                  <a:ext cx="1347383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96" name="Freihand 95">
                  <a:extLst>
                    <a:ext uri="{FF2B5EF4-FFF2-40B4-BE49-F238E27FC236}">
                      <a16:creationId xmlns:a16="http://schemas.microsoft.com/office/drawing/2014/main" id="{F091FCB8-C287-FA9E-4982-00B138AC87AF}"/>
                    </a:ext>
                  </a:extLst>
                </p14:cNvPr>
                <p14:cNvContentPartPr/>
                <p14:nvPr/>
              </p14:nvContentPartPr>
              <p14:xfrm>
                <a:off x="8991912" y="529010"/>
                <a:ext cx="87840" cy="66600"/>
              </p14:xfrm>
            </p:contentPart>
          </mc:Choice>
          <mc:Fallback xmlns="">
            <p:pic>
              <p:nvPicPr>
                <p:cNvPr id="96" name="Freihand 95">
                  <a:extLst>
                    <a:ext uri="{FF2B5EF4-FFF2-40B4-BE49-F238E27FC236}">
                      <a16:creationId xmlns:a16="http://schemas.microsoft.com/office/drawing/2014/main" id="{F091FCB8-C287-FA9E-4982-00B138AC87AF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981329" y="518210"/>
                  <a:ext cx="108653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06" name="Freihand 105">
                  <a:extLst>
                    <a:ext uri="{FF2B5EF4-FFF2-40B4-BE49-F238E27FC236}">
                      <a16:creationId xmlns:a16="http://schemas.microsoft.com/office/drawing/2014/main" id="{3D77D35E-3DBC-FDF2-07C2-033D0F8CD0EF}"/>
                    </a:ext>
                  </a:extLst>
                </p14:cNvPr>
                <p14:cNvContentPartPr/>
                <p14:nvPr/>
              </p14:nvContentPartPr>
              <p14:xfrm>
                <a:off x="5865672" y="621890"/>
                <a:ext cx="662400" cy="164880"/>
              </p14:xfrm>
            </p:contentPart>
          </mc:Choice>
          <mc:Fallback xmlns="">
            <p:pic>
              <p:nvPicPr>
                <p:cNvPr id="106" name="Freihand 105">
                  <a:extLst>
                    <a:ext uri="{FF2B5EF4-FFF2-40B4-BE49-F238E27FC236}">
                      <a16:creationId xmlns:a16="http://schemas.microsoft.com/office/drawing/2014/main" id="{3D77D35E-3DBC-FDF2-07C2-033D0F8CD0EF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5855113" y="611090"/>
                  <a:ext cx="683166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114" name="Freihand 113">
                  <a:extLst>
                    <a:ext uri="{FF2B5EF4-FFF2-40B4-BE49-F238E27FC236}">
                      <a16:creationId xmlns:a16="http://schemas.microsoft.com/office/drawing/2014/main" id="{041AB422-1D77-BE45-84F1-9971A8285BDE}"/>
                    </a:ext>
                  </a:extLst>
                </p14:cNvPr>
                <p14:cNvContentPartPr/>
                <p14:nvPr/>
              </p14:nvContentPartPr>
              <p14:xfrm>
                <a:off x="6655152" y="645650"/>
                <a:ext cx="509040" cy="198000"/>
              </p14:xfrm>
            </p:contentPart>
          </mc:Choice>
          <mc:Fallback xmlns="">
            <p:pic>
              <p:nvPicPr>
                <p:cNvPr id="114" name="Freihand 113">
                  <a:extLst>
                    <a:ext uri="{FF2B5EF4-FFF2-40B4-BE49-F238E27FC236}">
                      <a16:creationId xmlns:a16="http://schemas.microsoft.com/office/drawing/2014/main" id="{041AB422-1D77-BE45-84F1-9971A8285BDE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644584" y="634830"/>
                  <a:ext cx="529824" cy="2192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22" name="Freihand 121">
                  <a:extLst>
                    <a:ext uri="{FF2B5EF4-FFF2-40B4-BE49-F238E27FC236}">
                      <a16:creationId xmlns:a16="http://schemas.microsoft.com/office/drawing/2014/main" id="{6F539D98-52C6-E436-8490-1DA6E4707281}"/>
                    </a:ext>
                  </a:extLst>
                </p14:cNvPr>
                <p14:cNvContentPartPr/>
                <p14:nvPr/>
              </p14:nvContentPartPr>
              <p14:xfrm>
                <a:off x="7317192" y="680210"/>
                <a:ext cx="440280" cy="111600"/>
              </p14:xfrm>
            </p:contentPart>
          </mc:Choice>
          <mc:Fallback xmlns="">
            <p:pic>
              <p:nvPicPr>
                <p:cNvPr id="122" name="Freihand 121">
                  <a:extLst>
                    <a:ext uri="{FF2B5EF4-FFF2-40B4-BE49-F238E27FC236}">
                      <a16:creationId xmlns:a16="http://schemas.microsoft.com/office/drawing/2014/main" id="{6F539D98-52C6-E436-8490-1DA6E4707281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06625" y="669410"/>
                  <a:ext cx="461061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30" name="Freihand 129">
                  <a:extLst>
                    <a:ext uri="{FF2B5EF4-FFF2-40B4-BE49-F238E27FC236}">
                      <a16:creationId xmlns:a16="http://schemas.microsoft.com/office/drawing/2014/main" id="{F458C988-F6ED-ED1F-9238-24DC9A199D49}"/>
                    </a:ext>
                  </a:extLst>
                </p14:cNvPr>
                <p14:cNvContentPartPr/>
                <p14:nvPr/>
              </p14:nvContentPartPr>
              <p14:xfrm>
                <a:off x="7879152" y="677330"/>
                <a:ext cx="548640" cy="185760"/>
              </p14:xfrm>
            </p:contentPart>
          </mc:Choice>
          <mc:Fallback xmlns="">
            <p:pic>
              <p:nvPicPr>
                <p:cNvPr id="130" name="Freihand 129">
                  <a:extLst>
                    <a:ext uri="{FF2B5EF4-FFF2-40B4-BE49-F238E27FC236}">
                      <a16:creationId xmlns:a16="http://schemas.microsoft.com/office/drawing/2014/main" id="{F458C988-F6ED-ED1F-9238-24DC9A199D49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868588" y="666530"/>
                  <a:ext cx="569416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4" name="Inhaltsplatzhalter 2">
                  <a:extLst>
                    <a:ext uri="{FF2B5EF4-FFF2-40B4-BE49-F238E27FC236}">
                      <a16:creationId xmlns:a16="http://schemas.microsoft.com/office/drawing/2014/main" id="{0AEE93AC-46C2-AA5A-376B-BC253823180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1084141"/>
                  <a:ext cx="7886700" cy="1164537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Idea: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analyze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stability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of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equilibrium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point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₀</m:t>
                      </m:r>
                    </m:oMath>
                  </a14:m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with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"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energy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-like"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function</a:t>
                  </a:r>
                  <a:endParaRPr lang="de-CH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>
                    <a:buClrTx/>
                  </a:pP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definitions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&amp; </a:t>
                  </a:r>
                  <a:r>
                    <a:rPr lang="de-CH" sz="16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conditions</a:t>
                  </a:r>
                  <a:r>
                    <a:rPr lang="de-CH" sz="16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pPr lvl="1">
                    <a:buClrTx/>
                  </a:pPr>
                  <a14:m>
                    <m:oMath xmlns:m="http://schemas.openxmlformats.org/officeDocument/2006/math"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 ⊂ 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ⁿ</m:t>
                      </m:r>
                    </m:oMath>
                  </a14:m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compact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set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that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contains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equilibrium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point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x₀</a:t>
                  </a:r>
                </a:p>
                <a:p>
                  <a:pPr lvl="1">
                    <a:buClrTx/>
                  </a:pPr>
                  <a14:m>
                    <m:oMath xmlns:m="http://schemas.openxmlformats.org/officeDocument/2006/math"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: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CH" sz="1400" i="1" dirty="0" smtClean="0">
                          <a:latin typeface="Cambria Math" panose="02040503050406030204" pitchFamily="18" charset="0"/>
                        </a:rPr>
                        <m:t>𝑅</m:t>
                      </m:r>
                    </m:oMath>
                  </a14:m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smooth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scalar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function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called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Lyapunov</a:t>
                  </a:r>
                  <a:r>
                    <a:rPr lang="de-CH" sz="140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40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candidate</a:t>
                  </a:r>
                  <a:endParaRPr lang="de-CH" sz="14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pPr marL="0" indent="0">
                    <a:buClrTx/>
                    <a:buNone/>
                  </a:pPr>
                  <a:endParaRPr lang="en-US" sz="160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74" name="Inhaltsplatzhalter 2">
                  <a:extLst>
                    <a:ext uri="{FF2B5EF4-FFF2-40B4-BE49-F238E27FC236}">
                      <a16:creationId xmlns:a16="http://schemas.microsoft.com/office/drawing/2014/main" id="{0AEE93AC-46C2-AA5A-376B-BC253823180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084141"/>
                  <a:ext cx="7886700" cy="1164537"/>
                </a:xfrm>
                <a:prstGeom prst="rect">
                  <a:avLst/>
                </a:prstGeom>
                <a:blipFill>
                  <a:blip r:embed="rId27"/>
                  <a:stretch>
                    <a:fillRect l="-314" t="-3226" b="-10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7" name="Freihand 6">
                <a:extLst>
                  <a:ext uri="{FF2B5EF4-FFF2-40B4-BE49-F238E27FC236}">
                    <a16:creationId xmlns:a16="http://schemas.microsoft.com/office/drawing/2014/main" id="{781AF296-3949-1D71-AB99-508470A9552B}"/>
                  </a:ext>
                </a:extLst>
              </p14:cNvPr>
              <p14:cNvContentPartPr/>
              <p14:nvPr/>
            </p14:nvContentPartPr>
            <p14:xfrm>
              <a:off x="3020222" y="1583753"/>
              <a:ext cx="249840" cy="155160"/>
            </p14:xfrm>
          </p:contentPart>
        </mc:Choice>
        <mc:Fallback xmlns="">
          <p:pic>
            <p:nvPicPr>
              <p:cNvPr id="7" name="Freihand 6">
                <a:extLst>
                  <a:ext uri="{FF2B5EF4-FFF2-40B4-BE49-F238E27FC236}">
                    <a16:creationId xmlns:a16="http://schemas.microsoft.com/office/drawing/2014/main" id="{781AF296-3949-1D71-AB99-508470A9552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009422" y="1572953"/>
                <a:ext cx="271080" cy="17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3" name="Freihand 22">
                <a:extLst>
                  <a:ext uri="{FF2B5EF4-FFF2-40B4-BE49-F238E27FC236}">
                    <a16:creationId xmlns:a16="http://schemas.microsoft.com/office/drawing/2014/main" id="{C17796CC-15C7-50EB-5209-F8CCD29A4294}"/>
                  </a:ext>
                </a:extLst>
              </p14:cNvPr>
              <p14:cNvContentPartPr/>
              <p14:nvPr/>
            </p14:nvContentPartPr>
            <p14:xfrm>
              <a:off x="3375542" y="1410953"/>
              <a:ext cx="1434600" cy="214920"/>
            </p14:xfrm>
          </p:contentPart>
        </mc:Choice>
        <mc:Fallback xmlns="">
          <p:pic>
            <p:nvPicPr>
              <p:cNvPr id="23" name="Freihand 22">
                <a:extLst>
                  <a:ext uri="{FF2B5EF4-FFF2-40B4-BE49-F238E27FC236}">
                    <a16:creationId xmlns:a16="http://schemas.microsoft.com/office/drawing/2014/main" id="{C17796CC-15C7-50EB-5209-F8CCD29A4294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364739" y="1400153"/>
                <a:ext cx="1455845" cy="236160"/>
              </a:xfrm>
              <a:prstGeom prst="rect">
                <a:avLst/>
              </a:prstGeom>
            </p:spPr>
          </p:pic>
        </mc:Fallback>
      </mc:AlternateContent>
      <p:grpSp>
        <p:nvGrpSpPr>
          <p:cNvPr id="90" name="Gruppieren 89">
            <a:extLst>
              <a:ext uri="{FF2B5EF4-FFF2-40B4-BE49-F238E27FC236}">
                <a16:creationId xmlns:a16="http://schemas.microsoft.com/office/drawing/2014/main" id="{5CFE51AE-2934-9916-C647-7EC7327E314D}"/>
              </a:ext>
            </a:extLst>
          </p:cNvPr>
          <p:cNvGrpSpPr/>
          <p:nvPr/>
        </p:nvGrpSpPr>
        <p:grpSpPr>
          <a:xfrm>
            <a:off x="628650" y="4234836"/>
            <a:ext cx="8333179" cy="672420"/>
            <a:chOff x="628650" y="4234836"/>
            <a:chExt cx="8333179" cy="67242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Inhaltsplatzhalter 2">
                  <a:extLst>
                    <a:ext uri="{FF2B5EF4-FFF2-40B4-BE49-F238E27FC236}">
                      <a16:creationId xmlns:a16="http://schemas.microsoft.com/office/drawing/2014/main" id="{199D5CFA-B2F1-841C-AF93-F3F10A73B844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4549013"/>
                  <a:ext cx="7886700" cy="358243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None/>
                  </a:pP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⇒</m:t>
                      </m:r>
                    </m:oMath>
                  </a14:m>
                  <a:r>
                    <a:rPr lang="de-CH" sz="16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600" dirty="0" err="1"/>
                    <a:t>sufficient</a:t>
                  </a:r>
                  <a:r>
                    <a:rPr lang="de-CH" sz="1600" dirty="0"/>
                    <a:t> not </a:t>
                  </a:r>
                  <a:r>
                    <a:rPr lang="de-CH" sz="1600" dirty="0" err="1"/>
                    <a:t>necessary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conditions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for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stability</a:t>
                  </a:r>
                  <a:endParaRPr lang="de-CH" sz="1600" dirty="0"/>
                </a:p>
              </p:txBody>
            </p:sp>
          </mc:Choice>
          <mc:Fallback xmlns="">
            <p:sp>
              <p:nvSpPr>
                <p:cNvPr id="56" name="Inhaltsplatzhalter 2">
                  <a:extLst>
                    <a:ext uri="{FF2B5EF4-FFF2-40B4-BE49-F238E27FC236}">
                      <a16:creationId xmlns:a16="http://schemas.microsoft.com/office/drawing/2014/main" id="{199D5CFA-B2F1-841C-AF93-F3F10A73B8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4549013"/>
                  <a:ext cx="7886700" cy="358243"/>
                </a:xfrm>
                <a:prstGeom prst="rect">
                  <a:avLst/>
                </a:prstGeom>
                <a:blipFill>
                  <a:blip r:embed="rId32"/>
                  <a:stretch>
                    <a:fillRect t="-13793" b="-1034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31" name="Freihand 130">
                  <a:extLst>
                    <a:ext uri="{FF2B5EF4-FFF2-40B4-BE49-F238E27FC236}">
                      <a16:creationId xmlns:a16="http://schemas.microsoft.com/office/drawing/2014/main" id="{39B14FAD-5433-E3B5-7F76-9B1C18DEDDA5}"/>
                    </a:ext>
                  </a:extLst>
                </p14:cNvPr>
                <p14:cNvContentPartPr/>
                <p14:nvPr/>
              </p14:nvContentPartPr>
              <p14:xfrm>
                <a:off x="5170029" y="4576575"/>
                <a:ext cx="254160" cy="178200"/>
              </p14:xfrm>
            </p:contentPart>
          </mc:Choice>
          <mc:Fallback xmlns="">
            <p:pic>
              <p:nvPicPr>
                <p:cNvPr id="131" name="Freihand 130">
                  <a:extLst>
                    <a:ext uri="{FF2B5EF4-FFF2-40B4-BE49-F238E27FC236}">
                      <a16:creationId xmlns:a16="http://schemas.microsoft.com/office/drawing/2014/main" id="{39B14FAD-5433-E3B5-7F76-9B1C18DEDDA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5159229" y="4565775"/>
                  <a:ext cx="27540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45" name="Freihand 144">
                  <a:extLst>
                    <a:ext uri="{FF2B5EF4-FFF2-40B4-BE49-F238E27FC236}">
                      <a16:creationId xmlns:a16="http://schemas.microsoft.com/office/drawing/2014/main" id="{7B1717D4-B906-401F-7A8B-782A5A02219B}"/>
                    </a:ext>
                  </a:extLst>
                </p14:cNvPr>
                <p14:cNvContentPartPr/>
                <p14:nvPr/>
              </p14:nvContentPartPr>
              <p14:xfrm>
                <a:off x="5579349" y="4290276"/>
                <a:ext cx="1161000" cy="196200"/>
              </p14:xfrm>
            </p:contentPart>
          </mc:Choice>
          <mc:Fallback xmlns="">
            <p:pic>
              <p:nvPicPr>
                <p:cNvPr id="145" name="Freihand 144">
                  <a:extLst>
                    <a:ext uri="{FF2B5EF4-FFF2-40B4-BE49-F238E27FC236}">
                      <a16:creationId xmlns:a16="http://schemas.microsoft.com/office/drawing/2014/main" id="{7B1717D4-B906-401F-7A8B-782A5A02219B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5568549" y="4279496"/>
                  <a:ext cx="1182240" cy="21740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60" name="Freihand 159">
                  <a:extLst>
                    <a:ext uri="{FF2B5EF4-FFF2-40B4-BE49-F238E27FC236}">
                      <a16:creationId xmlns:a16="http://schemas.microsoft.com/office/drawing/2014/main" id="{6B2719E4-6A70-F9C4-BA22-77F5F1742B62}"/>
                    </a:ext>
                  </a:extLst>
                </p14:cNvPr>
                <p14:cNvContentPartPr/>
                <p14:nvPr/>
              </p14:nvContentPartPr>
              <p14:xfrm>
                <a:off x="6871669" y="4234836"/>
                <a:ext cx="1175760" cy="207720"/>
              </p14:xfrm>
            </p:contentPart>
          </mc:Choice>
          <mc:Fallback xmlns="">
            <p:pic>
              <p:nvPicPr>
                <p:cNvPr id="160" name="Freihand 159">
                  <a:extLst>
                    <a:ext uri="{FF2B5EF4-FFF2-40B4-BE49-F238E27FC236}">
                      <a16:creationId xmlns:a16="http://schemas.microsoft.com/office/drawing/2014/main" id="{6B2719E4-6A70-F9C4-BA22-77F5F1742B62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6860866" y="4224036"/>
                  <a:ext cx="1197007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1" name="Freihand 180">
                  <a:extLst>
                    <a:ext uri="{FF2B5EF4-FFF2-40B4-BE49-F238E27FC236}">
                      <a16:creationId xmlns:a16="http://schemas.microsoft.com/office/drawing/2014/main" id="{7F27BB64-ADCC-D678-CC6F-51A4112C2C70}"/>
                    </a:ext>
                  </a:extLst>
                </p14:cNvPr>
                <p14:cNvContentPartPr/>
                <p14:nvPr/>
              </p14:nvContentPartPr>
              <p14:xfrm>
                <a:off x="5490709" y="4571796"/>
                <a:ext cx="594000" cy="168120"/>
              </p14:xfrm>
            </p:contentPart>
          </mc:Choice>
          <mc:Fallback xmlns="">
            <p:pic>
              <p:nvPicPr>
                <p:cNvPr id="181" name="Freihand 180">
                  <a:extLst>
                    <a:ext uri="{FF2B5EF4-FFF2-40B4-BE49-F238E27FC236}">
                      <a16:creationId xmlns:a16="http://schemas.microsoft.com/office/drawing/2014/main" id="{7F27BB64-ADCC-D678-CC6F-51A4112C2C70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5479902" y="4560996"/>
                  <a:ext cx="615253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2" name="Freihand 181">
                  <a:extLst>
                    <a:ext uri="{FF2B5EF4-FFF2-40B4-BE49-F238E27FC236}">
                      <a16:creationId xmlns:a16="http://schemas.microsoft.com/office/drawing/2014/main" id="{C5D68760-D36B-54E9-D220-A2B131111FBC}"/>
                    </a:ext>
                  </a:extLst>
                </p14:cNvPr>
                <p14:cNvContentPartPr/>
                <p14:nvPr/>
              </p14:nvContentPartPr>
              <p14:xfrm>
                <a:off x="8185669" y="4243836"/>
                <a:ext cx="739080" cy="246600"/>
              </p14:xfrm>
            </p:contentPart>
          </mc:Choice>
          <mc:Fallback xmlns="">
            <p:pic>
              <p:nvPicPr>
                <p:cNvPr id="182" name="Freihand 181">
                  <a:extLst>
                    <a:ext uri="{FF2B5EF4-FFF2-40B4-BE49-F238E27FC236}">
                      <a16:creationId xmlns:a16="http://schemas.microsoft.com/office/drawing/2014/main" id="{C5D68760-D36B-54E9-D220-A2B131111FBC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174874" y="4233020"/>
                  <a:ext cx="760310" cy="2678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">
              <p14:nvContentPartPr>
                <p14:cNvPr id="185" name="Freihand 184">
                  <a:extLst>
                    <a:ext uri="{FF2B5EF4-FFF2-40B4-BE49-F238E27FC236}">
                      <a16:creationId xmlns:a16="http://schemas.microsoft.com/office/drawing/2014/main" id="{679A4D31-61B7-9D19-F1A9-A1DCCB0705C8}"/>
                    </a:ext>
                  </a:extLst>
                </p14:cNvPr>
                <p14:cNvContentPartPr/>
                <p14:nvPr/>
              </p14:nvContentPartPr>
              <p14:xfrm>
                <a:off x="6112069" y="4581156"/>
                <a:ext cx="205560" cy="194400"/>
              </p14:xfrm>
            </p:contentPart>
          </mc:Choice>
          <mc:Fallback xmlns="">
            <p:pic>
              <p:nvPicPr>
                <p:cNvPr id="185" name="Freihand 184">
                  <a:extLst>
                    <a:ext uri="{FF2B5EF4-FFF2-40B4-BE49-F238E27FC236}">
                      <a16:creationId xmlns:a16="http://schemas.microsoft.com/office/drawing/2014/main" id="{679A4D31-61B7-9D19-F1A9-A1DCCB0705C8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6101288" y="4570336"/>
                  <a:ext cx="226763" cy="21567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93" name="Freihand 192">
                  <a:extLst>
                    <a:ext uri="{FF2B5EF4-FFF2-40B4-BE49-F238E27FC236}">
                      <a16:creationId xmlns:a16="http://schemas.microsoft.com/office/drawing/2014/main" id="{84CB7997-9F93-28D8-E8A5-13DBFA130BD6}"/>
                    </a:ext>
                  </a:extLst>
                </p14:cNvPr>
                <p14:cNvContentPartPr/>
                <p14:nvPr/>
              </p14:nvContentPartPr>
              <p14:xfrm>
                <a:off x="6326629" y="4569636"/>
                <a:ext cx="406800" cy="166320"/>
              </p14:xfrm>
            </p:contentPart>
          </mc:Choice>
          <mc:Fallback xmlns="">
            <p:pic>
              <p:nvPicPr>
                <p:cNvPr id="193" name="Freihand 192">
                  <a:extLst>
                    <a:ext uri="{FF2B5EF4-FFF2-40B4-BE49-F238E27FC236}">
                      <a16:creationId xmlns:a16="http://schemas.microsoft.com/office/drawing/2014/main" id="{84CB7997-9F93-28D8-E8A5-13DBFA130BD6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6315829" y="4558836"/>
                  <a:ext cx="42804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198" name="Freihand 197">
                  <a:extLst>
                    <a:ext uri="{FF2B5EF4-FFF2-40B4-BE49-F238E27FC236}">
                      <a16:creationId xmlns:a16="http://schemas.microsoft.com/office/drawing/2014/main" id="{2FD75080-D149-EB2C-86AD-2BAED7B64E30}"/>
                    </a:ext>
                  </a:extLst>
                </p14:cNvPr>
                <p14:cNvContentPartPr/>
                <p14:nvPr/>
              </p14:nvContentPartPr>
              <p14:xfrm>
                <a:off x="6841789" y="4625076"/>
                <a:ext cx="421920" cy="108360"/>
              </p14:xfrm>
            </p:contentPart>
          </mc:Choice>
          <mc:Fallback xmlns="">
            <p:pic>
              <p:nvPicPr>
                <p:cNvPr id="198" name="Freihand 197">
                  <a:extLst>
                    <a:ext uri="{FF2B5EF4-FFF2-40B4-BE49-F238E27FC236}">
                      <a16:creationId xmlns:a16="http://schemas.microsoft.com/office/drawing/2014/main" id="{2FD75080-D149-EB2C-86AD-2BAED7B64E30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6830989" y="4614276"/>
                  <a:ext cx="443160" cy="12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199" name="Freihand 198">
                  <a:extLst>
                    <a:ext uri="{FF2B5EF4-FFF2-40B4-BE49-F238E27FC236}">
                      <a16:creationId xmlns:a16="http://schemas.microsoft.com/office/drawing/2014/main" id="{4FFF696B-DAC0-12A4-D7B8-3ADE72D5381F}"/>
                    </a:ext>
                  </a:extLst>
                </p14:cNvPr>
                <p14:cNvContentPartPr/>
                <p14:nvPr/>
              </p14:nvContentPartPr>
              <p14:xfrm>
                <a:off x="7409869" y="4638756"/>
                <a:ext cx="69480" cy="97200"/>
              </p14:xfrm>
            </p:contentPart>
          </mc:Choice>
          <mc:Fallback xmlns="">
            <p:pic>
              <p:nvPicPr>
                <p:cNvPr id="199" name="Freihand 198">
                  <a:extLst>
                    <a:ext uri="{FF2B5EF4-FFF2-40B4-BE49-F238E27FC236}">
                      <a16:creationId xmlns:a16="http://schemas.microsoft.com/office/drawing/2014/main" id="{4FFF696B-DAC0-12A4-D7B8-3ADE72D5381F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7399013" y="4627956"/>
                  <a:ext cx="90831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200" name="Freihand 199">
                  <a:extLst>
                    <a:ext uri="{FF2B5EF4-FFF2-40B4-BE49-F238E27FC236}">
                      <a16:creationId xmlns:a16="http://schemas.microsoft.com/office/drawing/2014/main" id="{F9A2D817-B1FB-5208-5084-07D58DFFEF03}"/>
                    </a:ext>
                  </a:extLst>
                </p14:cNvPr>
                <p14:cNvContentPartPr/>
                <p14:nvPr/>
              </p14:nvContentPartPr>
              <p14:xfrm>
                <a:off x="7504189" y="4652796"/>
                <a:ext cx="55800" cy="72000"/>
              </p14:xfrm>
            </p:contentPart>
          </mc:Choice>
          <mc:Fallback xmlns="">
            <p:pic>
              <p:nvPicPr>
                <p:cNvPr id="200" name="Freihand 199">
                  <a:extLst>
                    <a:ext uri="{FF2B5EF4-FFF2-40B4-BE49-F238E27FC236}">
                      <a16:creationId xmlns:a16="http://schemas.microsoft.com/office/drawing/2014/main" id="{F9A2D817-B1FB-5208-5084-07D58DFFEF03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7493389" y="4641996"/>
                  <a:ext cx="77040" cy="9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201" name="Freihand 200">
                  <a:extLst>
                    <a:ext uri="{FF2B5EF4-FFF2-40B4-BE49-F238E27FC236}">
                      <a16:creationId xmlns:a16="http://schemas.microsoft.com/office/drawing/2014/main" id="{7BCC1FE3-3B19-DC69-8BAA-E60DB15F58EE}"/>
                    </a:ext>
                  </a:extLst>
                </p14:cNvPr>
                <p14:cNvContentPartPr/>
                <p14:nvPr/>
              </p14:nvContentPartPr>
              <p14:xfrm>
                <a:off x="7541269" y="4648116"/>
                <a:ext cx="41760" cy="141120"/>
              </p14:xfrm>
            </p:contentPart>
          </mc:Choice>
          <mc:Fallback xmlns="">
            <p:pic>
              <p:nvPicPr>
                <p:cNvPr id="201" name="Freihand 200">
                  <a:extLst>
                    <a:ext uri="{FF2B5EF4-FFF2-40B4-BE49-F238E27FC236}">
                      <a16:creationId xmlns:a16="http://schemas.microsoft.com/office/drawing/2014/main" id="{7BCC1FE3-3B19-DC69-8BAA-E60DB15F58EE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7530469" y="4637316"/>
                  <a:ext cx="63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202" name="Freihand 201">
                  <a:extLst>
                    <a:ext uri="{FF2B5EF4-FFF2-40B4-BE49-F238E27FC236}">
                      <a16:creationId xmlns:a16="http://schemas.microsoft.com/office/drawing/2014/main" id="{DC8BEE1D-E73B-DD5F-CEC3-E48B9D661A4D}"/>
                    </a:ext>
                  </a:extLst>
                </p14:cNvPr>
                <p14:cNvContentPartPr/>
                <p14:nvPr/>
              </p14:nvContentPartPr>
              <p14:xfrm>
                <a:off x="7612909" y="4643436"/>
                <a:ext cx="55800" cy="92520"/>
              </p14:xfrm>
            </p:contentPart>
          </mc:Choice>
          <mc:Fallback xmlns="">
            <p:pic>
              <p:nvPicPr>
                <p:cNvPr id="202" name="Freihand 201">
                  <a:extLst>
                    <a:ext uri="{FF2B5EF4-FFF2-40B4-BE49-F238E27FC236}">
                      <a16:creationId xmlns:a16="http://schemas.microsoft.com/office/drawing/2014/main" id="{DC8BEE1D-E73B-DD5F-CEC3-E48B9D661A4D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7602109" y="4632636"/>
                  <a:ext cx="77040" cy="11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203" name="Freihand 202">
                  <a:extLst>
                    <a:ext uri="{FF2B5EF4-FFF2-40B4-BE49-F238E27FC236}">
                      <a16:creationId xmlns:a16="http://schemas.microsoft.com/office/drawing/2014/main" id="{F48FAB7F-23B1-7A55-F850-221B5F6982B0}"/>
                    </a:ext>
                  </a:extLst>
                </p14:cNvPr>
                <p14:cNvContentPartPr/>
                <p14:nvPr/>
              </p14:nvContentPartPr>
              <p14:xfrm>
                <a:off x="7686709" y="4581156"/>
                <a:ext cx="16560" cy="155160"/>
              </p14:xfrm>
            </p:contentPart>
          </mc:Choice>
          <mc:Fallback xmlns="">
            <p:pic>
              <p:nvPicPr>
                <p:cNvPr id="203" name="Freihand 202">
                  <a:extLst>
                    <a:ext uri="{FF2B5EF4-FFF2-40B4-BE49-F238E27FC236}">
                      <a16:creationId xmlns:a16="http://schemas.microsoft.com/office/drawing/2014/main" id="{F48FAB7F-23B1-7A55-F850-221B5F6982B0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7675909" y="4570381"/>
                  <a:ext cx="37800" cy="17635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204" name="Freihand 203">
                  <a:extLst>
                    <a:ext uri="{FF2B5EF4-FFF2-40B4-BE49-F238E27FC236}">
                      <a16:creationId xmlns:a16="http://schemas.microsoft.com/office/drawing/2014/main" id="{77E6ABF3-4EB0-67D2-9FEC-EDCE8D3B86B7}"/>
                    </a:ext>
                  </a:extLst>
                </p14:cNvPr>
                <p14:cNvContentPartPr/>
                <p14:nvPr/>
              </p14:nvContentPartPr>
              <p14:xfrm>
                <a:off x="7668349" y="4652796"/>
                <a:ext cx="67320" cy="5040"/>
              </p14:xfrm>
            </p:contentPart>
          </mc:Choice>
          <mc:Fallback xmlns="">
            <p:pic>
              <p:nvPicPr>
                <p:cNvPr id="204" name="Freihand 203">
                  <a:extLst>
                    <a:ext uri="{FF2B5EF4-FFF2-40B4-BE49-F238E27FC236}">
                      <a16:creationId xmlns:a16="http://schemas.microsoft.com/office/drawing/2014/main" id="{77E6ABF3-4EB0-67D2-9FEC-EDCE8D3B86B7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7657549" y="4641996"/>
                  <a:ext cx="885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205" name="Freihand 204">
                  <a:extLst>
                    <a:ext uri="{FF2B5EF4-FFF2-40B4-BE49-F238E27FC236}">
                      <a16:creationId xmlns:a16="http://schemas.microsoft.com/office/drawing/2014/main" id="{D503AE7E-5638-1F86-CEB1-D2BE77188AA3}"/>
                    </a:ext>
                  </a:extLst>
                </p14:cNvPr>
                <p14:cNvContentPartPr/>
                <p14:nvPr/>
              </p14:nvContentPartPr>
              <p14:xfrm>
                <a:off x="7748989" y="4648116"/>
                <a:ext cx="62640" cy="87840"/>
              </p14:xfrm>
            </p:contentPart>
          </mc:Choice>
          <mc:Fallback xmlns="">
            <p:pic>
              <p:nvPicPr>
                <p:cNvPr id="205" name="Freihand 204">
                  <a:extLst>
                    <a:ext uri="{FF2B5EF4-FFF2-40B4-BE49-F238E27FC236}">
                      <a16:creationId xmlns:a16="http://schemas.microsoft.com/office/drawing/2014/main" id="{D503AE7E-5638-1F86-CEB1-D2BE77188AA3}"/>
                    </a:ext>
                  </a:extLst>
                </p:cNvPr>
                <p:cNvPicPr/>
                <p:nvPr/>
              </p:nvPicPr>
              <p:blipFill>
                <a:blip r:embed="rId62"/>
                <a:stretch>
                  <a:fillRect/>
                </a:stretch>
              </p:blipFill>
              <p:spPr>
                <a:xfrm>
                  <a:off x="7738189" y="4637316"/>
                  <a:ext cx="83880" cy="10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206" name="Freihand 205">
                  <a:extLst>
                    <a:ext uri="{FF2B5EF4-FFF2-40B4-BE49-F238E27FC236}">
                      <a16:creationId xmlns:a16="http://schemas.microsoft.com/office/drawing/2014/main" id="{6380F469-03CA-B840-1384-5C738FBA7B0B}"/>
                    </a:ext>
                  </a:extLst>
                </p14:cNvPr>
                <p14:cNvContentPartPr/>
                <p14:nvPr/>
              </p14:nvContentPartPr>
              <p14:xfrm>
                <a:off x="7832149" y="4631916"/>
                <a:ext cx="126000" cy="78480"/>
              </p14:xfrm>
            </p:contentPart>
          </mc:Choice>
          <mc:Fallback xmlns="">
            <p:pic>
              <p:nvPicPr>
                <p:cNvPr id="206" name="Freihand 205">
                  <a:extLst>
                    <a:ext uri="{FF2B5EF4-FFF2-40B4-BE49-F238E27FC236}">
                      <a16:creationId xmlns:a16="http://schemas.microsoft.com/office/drawing/2014/main" id="{6380F469-03CA-B840-1384-5C738FBA7B0B}"/>
                    </a:ext>
                  </a:extLst>
                </p:cNvPr>
                <p:cNvPicPr/>
                <p:nvPr/>
              </p:nvPicPr>
              <p:blipFill>
                <a:blip r:embed="rId64"/>
                <a:stretch>
                  <a:fillRect/>
                </a:stretch>
              </p:blipFill>
              <p:spPr>
                <a:xfrm>
                  <a:off x="7821349" y="4621165"/>
                  <a:ext cx="147240" cy="9962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207" name="Freihand 206">
                  <a:extLst>
                    <a:ext uri="{FF2B5EF4-FFF2-40B4-BE49-F238E27FC236}">
                      <a16:creationId xmlns:a16="http://schemas.microsoft.com/office/drawing/2014/main" id="{EF9A3044-4DBB-C640-F066-F0D295623B96}"/>
                    </a:ext>
                  </a:extLst>
                </p14:cNvPr>
                <p14:cNvContentPartPr/>
                <p14:nvPr/>
              </p14:nvContentPartPr>
              <p14:xfrm>
                <a:off x="8088469" y="4657116"/>
                <a:ext cx="11880" cy="60480"/>
              </p14:xfrm>
            </p:contentPart>
          </mc:Choice>
          <mc:Fallback xmlns="">
            <p:pic>
              <p:nvPicPr>
                <p:cNvPr id="207" name="Freihand 206">
                  <a:extLst>
                    <a:ext uri="{FF2B5EF4-FFF2-40B4-BE49-F238E27FC236}">
                      <a16:creationId xmlns:a16="http://schemas.microsoft.com/office/drawing/2014/main" id="{EF9A3044-4DBB-C640-F066-F0D295623B96}"/>
                    </a:ext>
                  </a:extLst>
                </p:cNvPr>
                <p:cNvPicPr/>
                <p:nvPr/>
              </p:nvPicPr>
              <p:blipFill>
                <a:blip r:embed="rId66"/>
                <a:stretch>
                  <a:fillRect/>
                </a:stretch>
              </p:blipFill>
              <p:spPr>
                <a:xfrm>
                  <a:off x="8077669" y="4646316"/>
                  <a:ext cx="33120" cy="8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7">
              <p14:nvContentPartPr>
                <p14:cNvPr id="208" name="Freihand 207">
                  <a:extLst>
                    <a:ext uri="{FF2B5EF4-FFF2-40B4-BE49-F238E27FC236}">
                      <a16:creationId xmlns:a16="http://schemas.microsoft.com/office/drawing/2014/main" id="{86A25942-6208-FF99-3960-C7D7A9290B68}"/>
                    </a:ext>
                  </a:extLst>
                </p14:cNvPr>
                <p14:cNvContentPartPr/>
                <p14:nvPr/>
              </p14:nvContentPartPr>
              <p14:xfrm>
                <a:off x="8090989" y="4583316"/>
                <a:ext cx="14040" cy="23400"/>
              </p14:xfrm>
            </p:contentPart>
          </mc:Choice>
          <mc:Fallback xmlns="">
            <p:pic>
              <p:nvPicPr>
                <p:cNvPr id="208" name="Freihand 207">
                  <a:extLst>
                    <a:ext uri="{FF2B5EF4-FFF2-40B4-BE49-F238E27FC236}">
                      <a16:creationId xmlns:a16="http://schemas.microsoft.com/office/drawing/2014/main" id="{86A25942-6208-FF99-3960-C7D7A9290B68}"/>
                    </a:ext>
                  </a:extLst>
                </p:cNvPr>
                <p:cNvPicPr/>
                <p:nvPr/>
              </p:nvPicPr>
              <p:blipFill>
                <a:blip r:embed="rId68"/>
                <a:stretch>
                  <a:fillRect/>
                </a:stretch>
              </p:blipFill>
              <p:spPr>
                <a:xfrm>
                  <a:off x="8080459" y="4572516"/>
                  <a:ext cx="34749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9">
              <p14:nvContentPartPr>
                <p14:cNvPr id="209" name="Freihand 208">
                  <a:extLst>
                    <a:ext uri="{FF2B5EF4-FFF2-40B4-BE49-F238E27FC236}">
                      <a16:creationId xmlns:a16="http://schemas.microsoft.com/office/drawing/2014/main" id="{1C73BC0D-55D2-903F-84DD-0694E70D6694}"/>
                    </a:ext>
                  </a:extLst>
                </p14:cNvPr>
                <p14:cNvContentPartPr/>
                <p14:nvPr/>
              </p14:nvContentPartPr>
              <p14:xfrm>
                <a:off x="8159749" y="4636596"/>
                <a:ext cx="48960" cy="85680"/>
              </p14:xfrm>
            </p:contentPart>
          </mc:Choice>
          <mc:Fallback xmlns="">
            <p:pic>
              <p:nvPicPr>
                <p:cNvPr id="209" name="Freihand 208">
                  <a:extLst>
                    <a:ext uri="{FF2B5EF4-FFF2-40B4-BE49-F238E27FC236}">
                      <a16:creationId xmlns:a16="http://schemas.microsoft.com/office/drawing/2014/main" id="{1C73BC0D-55D2-903F-84DD-0694E70D6694}"/>
                    </a:ext>
                  </a:extLst>
                </p:cNvPr>
                <p:cNvPicPr/>
                <p:nvPr/>
              </p:nvPicPr>
              <p:blipFill>
                <a:blip r:embed="rId70"/>
                <a:stretch>
                  <a:fillRect/>
                </a:stretch>
              </p:blipFill>
              <p:spPr>
                <a:xfrm>
                  <a:off x="8148949" y="4625796"/>
                  <a:ext cx="70200" cy="10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1">
              <p14:nvContentPartPr>
                <p14:cNvPr id="210" name="Freihand 209">
                  <a:extLst>
                    <a:ext uri="{FF2B5EF4-FFF2-40B4-BE49-F238E27FC236}">
                      <a16:creationId xmlns:a16="http://schemas.microsoft.com/office/drawing/2014/main" id="{66BCE7AF-591E-C652-32AA-61817A294623}"/>
                    </a:ext>
                  </a:extLst>
                </p14:cNvPr>
                <p14:cNvContentPartPr/>
                <p14:nvPr/>
              </p14:nvContentPartPr>
              <p14:xfrm>
                <a:off x="8326429" y="4634076"/>
                <a:ext cx="74160" cy="78840"/>
              </p14:xfrm>
            </p:contentPart>
          </mc:Choice>
          <mc:Fallback xmlns="">
            <p:pic>
              <p:nvPicPr>
                <p:cNvPr id="210" name="Freihand 209">
                  <a:extLst>
                    <a:ext uri="{FF2B5EF4-FFF2-40B4-BE49-F238E27FC236}">
                      <a16:creationId xmlns:a16="http://schemas.microsoft.com/office/drawing/2014/main" id="{66BCE7AF-591E-C652-32AA-61817A294623}"/>
                    </a:ext>
                  </a:extLst>
                </p:cNvPr>
                <p:cNvPicPr/>
                <p:nvPr/>
              </p:nvPicPr>
              <p:blipFill>
                <a:blip r:embed="rId72"/>
                <a:stretch>
                  <a:fillRect/>
                </a:stretch>
              </p:blipFill>
              <p:spPr>
                <a:xfrm>
                  <a:off x="8315681" y="4623276"/>
                  <a:ext cx="95297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3">
              <p14:nvContentPartPr>
                <p14:cNvPr id="211" name="Freihand 210">
                  <a:extLst>
                    <a:ext uri="{FF2B5EF4-FFF2-40B4-BE49-F238E27FC236}">
                      <a16:creationId xmlns:a16="http://schemas.microsoft.com/office/drawing/2014/main" id="{FB78E7E6-8C7C-7CBB-3E5F-96A0B0D84F0D}"/>
                    </a:ext>
                  </a:extLst>
                </p14:cNvPr>
                <p14:cNvContentPartPr/>
                <p14:nvPr/>
              </p14:nvContentPartPr>
              <p14:xfrm>
                <a:off x="8425789" y="4636596"/>
                <a:ext cx="51120" cy="76680"/>
              </p14:xfrm>
            </p:contentPart>
          </mc:Choice>
          <mc:Fallback xmlns="">
            <p:pic>
              <p:nvPicPr>
                <p:cNvPr id="211" name="Freihand 210">
                  <a:extLst>
                    <a:ext uri="{FF2B5EF4-FFF2-40B4-BE49-F238E27FC236}">
                      <a16:creationId xmlns:a16="http://schemas.microsoft.com/office/drawing/2014/main" id="{FB78E7E6-8C7C-7CBB-3E5F-96A0B0D84F0D}"/>
                    </a:ext>
                  </a:extLst>
                </p:cNvPr>
                <p:cNvPicPr/>
                <p:nvPr/>
              </p:nvPicPr>
              <p:blipFill>
                <a:blip r:embed="rId74"/>
                <a:stretch>
                  <a:fillRect/>
                </a:stretch>
              </p:blipFill>
              <p:spPr>
                <a:xfrm>
                  <a:off x="8414989" y="4625796"/>
                  <a:ext cx="7236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5">
              <p14:nvContentPartPr>
                <p14:cNvPr id="212" name="Freihand 211">
                  <a:extLst>
                    <a:ext uri="{FF2B5EF4-FFF2-40B4-BE49-F238E27FC236}">
                      <a16:creationId xmlns:a16="http://schemas.microsoft.com/office/drawing/2014/main" id="{76281DCC-F3F8-2A73-3A1A-3369C502A8FE}"/>
                    </a:ext>
                  </a:extLst>
                </p14:cNvPr>
                <p14:cNvContentPartPr/>
                <p14:nvPr/>
              </p14:nvContentPartPr>
              <p14:xfrm>
                <a:off x="8506429" y="4613556"/>
                <a:ext cx="60120" cy="99720"/>
              </p14:xfrm>
            </p:contentPart>
          </mc:Choice>
          <mc:Fallback xmlns="">
            <p:pic>
              <p:nvPicPr>
                <p:cNvPr id="212" name="Freihand 211">
                  <a:extLst>
                    <a:ext uri="{FF2B5EF4-FFF2-40B4-BE49-F238E27FC236}">
                      <a16:creationId xmlns:a16="http://schemas.microsoft.com/office/drawing/2014/main" id="{76281DCC-F3F8-2A73-3A1A-3369C502A8FE}"/>
                    </a:ext>
                  </a:extLst>
                </p:cNvPr>
                <p:cNvPicPr/>
                <p:nvPr/>
              </p:nvPicPr>
              <p:blipFill>
                <a:blip r:embed="rId76"/>
                <a:stretch>
                  <a:fillRect/>
                </a:stretch>
              </p:blipFill>
              <p:spPr>
                <a:xfrm>
                  <a:off x="8495629" y="4602756"/>
                  <a:ext cx="8136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7">
              <p14:nvContentPartPr>
                <p14:cNvPr id="213" name="Freihand 212">
                  <a:extLst>
                    <a:ext uri="{FF2B5EF4-FFF2-40B4-BE49-F238E27FC236}">
                      <a16:creationId xmlns:a16="http://schemas.microsoft.com/office/drawing/2014/main" id="{5497C941-12B8-ADD3-BD34-AAC317404D31}"/>
                    </a:ext>
                  </a:extLst>
                </p14:cNvPr>
                <p14:cNvContentPartPr/>
                <p14:nvPr/>
              </p14:nvContentPartPr>
              <p14:xfrm>
                <a:off x="8582749" y="4581156"/>
                <a:ext cx="18720" cy="138960"/>
              </p14:xfrm>
            </p:contentPart>
          </mc:Choice>
          <mc:Fallback xmlns="">
            <p:pic>
              <p:nvPicPr>
                <p:cNvPr id="213" name="Freihand 212">
                  <a:extLst>
                    <a:ext uri="{FF2B5EF4-FFF2-40B4-BE49-F238E27FC236}">
                      <a16:creationId xmlns:a16="http://schemas.microsoft.com/office/drawing/2014/main" id="{5497C941-12B8-ADD3-BD34-AAC317404D31}"/>
                    </a:ext>
                  </a:extLst>
                </p:cNvPr>
                <p:cNvPicPr/>
                <p:nvPr/>
              </p:nvPicPr>
              <p:blipFill>
                <a:blip r:embed="rId78"/>
                <a:stretch>
                  <a:fillRect/>
                </a:stretch>
              </p:blipFill>
              <p:spPr>
                <a:xfrm>
                  <a:off x="8572153" y="4570356"/>
                  <a:ext cx="39559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9">
              <p14:nvContentPartPr>
                <p14:cNvPr id="214" name="Freihand 213">
                  <a:extLst>
                    <a:ext uri="{FF2B5EF4-FFF2-40B4-BE49-F238E27FC236}">
                      <a16:creationId xmlns:a16="http://schemas.microsoft.com/office/drawing/2014/main" id="{2D8FD75D-76BB-3F03-4184-A5D28DC58FA9}"/>
                    </a:ext>
                  </a:extLst>
                </p14:cNvPr>
                <p14:cNvContentPartPr/>
                <p14:nvPr/>
              </p14:nvContentPartPr>
              <p14:xfrm>
                <a:off x="8566549" y="4654956"/>
                <a:ext cx="69480" cy="7200"/>
              </p14:xfrm>
            </p:contentPart>
          </mc:Choice>
          <mc:Fallback xmlns="">
            <p:pic>
              <p:nvPicPr>
                <p:cNvPr id="214" name="Freihand 213">
                  <a:extLst>
                    <a:ext uri="{FF2B5EF4-FFF2-40B4-BE49-F238E27FC236}">
                      <a16:creationId xmlns:a16="http://schemas.microsoft.com/office/drawing/2014/main" id="{2D8FD75D-76BB-3F03-4184-A5D28DC58FA9}"/>
                    </a:ext>
                  </a:extLst>
                </p:cNvPr>
                <p:cNvPicPr/>
                <p:nvPr/>
              </p:nvPicPr>
              <p:blipFill>
                <a:blip r:embed="rId80"/>
                <a:stretch>
                  <a:fillRect/>
                </a:stretch>
              </p:blipFill>
              <p:spPr>
                <a:xfrm>
                  <a:off x="8555805" y="4644670"/>
                  <a:ext cx="90611" cy="274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1">
              <p14:nvContentPartPr>
                <p14:cNvPr id="215" name="Freihand 214">
                  <a:extLst>
                    <a:ext uri="{FF2B5EF4-FFF2-40B4-BE49-F238E27FC236}">
                      <a16:creationId xmlns:a16="http://schemas.microsoft.com/office/drawing/2014/main" id="{5F195E94-C20A-1E64-2084-CF1EA1B711A4}"/>
                    </a:ext>
                  </a:extLst>
                </p14:cNvPr>
                <p14:cNvContentPartPr/>
                <p14:nvPr/>
              </p14:nvContentPartPr>
              <p14:xfrm>
                <a:off x="8638189" y="4657116"/>
                <a:ext cx="67320" cy="69480"/>
              </p14:xfrm>
            </p:contentPart>
          </mc:Choice>
          <mc:Fallback xmlns="">
            <p:pic>
              <p:nvPicPr>
                <p:cNvPr id="215" name="Freihand 214">
                  <a:extLst>
                    <a:ext uri="{FF2B5EF4-FFF2-40B4-BE49-F238E27FC236}">
                      <a16:creationId xmlns:a16="http://schemas.microsoft.com/office/drawing/2014/main" id="{5F195E94-C20A-1E64-2084-CF1EA1B711A4}"/>
                    </a:ext>
                  </a:extLst>
                </p:cNvPr>
                <p:cNvPicPr/>
                <p:nvPr/>
              </p:nvPicPr>
              <p:blipFill>
                <a:blip r:embed="rId82"/>
                <a:stretch>
                  <a:fillRect/>
                </a:stretch>
              </p:blipFill>
              <p:spPr>
                <a:xfrm>
                  <a:off x="8627389" y="4646316"/>
                  <a:ext cx="88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3">
              <p14:nvContentPartPr>
                <p14:cNvPr id="216" name="Freihand 215">
                  <a:extLst>
                    <a:ext uri="{FF2B5EF4-FFF2-40B4-BE49-F238E27FC236}">
                      <a16:creationId xmlns:a16="http://schemas.microsoft.com/office/drawing/2014/main" id="{BBE62CAA-7E7D-9443-8C2B-FDE7E8CF955F}"/>
                    </a:ext>
                  </a:extLst>
                </p14:cNvPr>
                <p14:cNvContentPartPr/>
                <p14:nvPr/>
              </p14:nvContentPartPr>
              <p14:xfrm>
                <a:off x="8735029" y="4585836"/>
                <a:ext cx="55800" cy="127440"/>
              </p14:xfrm>
            </p:contentPart>
          </mc:Choice>
          <mc:Fallback xmlns="">
            <p:pic>
              <p:nvPicPr>
                <p:cNvPr id="216" name="Freihand 215">
                  <a:extLst>
                    <a:ext uri="{FF2B5EF4-FFF2-40B4-BE49-F238E27FC236}">
                      <a16:creationId xmlns:a16="http://schemas.microsoft.com/office/drawing/2014/main" id="{BBE62CAA-7E7D-9443-8C2B-FDE7E8CF955F}"/>
                    </a:ext>
                  </a:extLst>
                </p:cNvPr>
                <p:cNvPicPr/>
                <p:nvPr/>
              </p:nvPicPr>
              <p:blipFill>
                <a:blip r:embed="rId84"/>
                <a:stretch>
                  <a:fillRect/>
                </a:stretch>
              </p:blipFill>
              <p:spPr>
                <a:xfrm>
                  <a:off x="8724229" y="4575036"/>
                  <a:ext cx="77040" cy="14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5">
              <p14:nvContentPartPr>
                <p14:cNvPr id="217" name="Freihand 216">
                  <a:extLst>
                    <a:ext uri="{FF2B5EF4-FFF2-40B4-BE49-F238E27FC236}">
                      <a16:creationId xmlns:a16="http://schemas.microsoft.com/office/drawing/2014/main" id="{DD48065E-CE14-FE0A-E3DF-5DAB1F12CF58}"/>
                    </a:ext>
                  </a:extLst>
                </p14:cNvPr>
                <p14:cNvContentPartPr/>
                <p14:nvPr/>
              </p14:nvContentPartPr>
              <p14:xfrm>
                <a:off x="8804509" y="4576476"/>
                <a:ext cx="16560" cy="115920"/>
              </p14:xfrm>
            </p:contentPart>
          </mc:Choice>
          <mc:Fallback xmlns="">
            <p:pic>
              <p:nvPicPr>
                <p:cNvPr id="217" name="Freihand 216">
                  <a:extLst>
                    <a:ext uri="{FF2B5EF4-FFF2-40B4-BE49-F238E27FC236}">
                      <a16:creationId xmlns:a16="http://schemas.microsoft.com/office/drawing/2014/main" id="{DD48065E-CE14-FE0A-E3DF-5DAB1F12CF58}"/>
                    </a:ext>
                  </a:extLst>
                </p:cNvPr>
                <p:cNvPicPr/>
                <p:nvPr/>
              </p:nvPicPr>
              <p:blipFill>
                <a:blip r:embed="rId86"/>
                <a:stretch>
                  <a:fillRect/>
                </a:stretch>
              </p:blipFill>
              <p:spPr>
                <a:xfrm>
                  <a:off x="8793709" y="4565676"/>
                  <a:ext cx="3780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7">
              <p14:nvContentPartPr>
                <p14:cNvPr id="221" name="Freihand 220">
                  <a:extLst>
                    <a:ext uri="{FF2B5EF4-FFF2-40B4-BE49-F238E27FC236}">
                      <a16:creationId xmlns:a16="http://schemas.microsoft.com/office/drawing/2014/main" id="{1764B0C8-4DB1-39B1-77FF-D59AD0DD29DF}"/>
                    </a:ext>
                  </a:extLst>
                </p14:cNvPr>
                <p14:cNvContentPartPr/>
                <p14:nvPr/>
              </p14:nvContentPartPr>
              <p14:xfrm>
                <a:off x="8829709" y="4629396"/>
                <a:ext cx="132120" cy="96120"/>
              </p14:xfrm>
            </p:contentPart>
          </mc:Choice>
          <mc:Fallback xmlns="">
            <p:pic>
              <p:nvPicPr>
                <p:cNvPr id="221" name="Freihand 220">
                  <a:extLst>
                    <a:ext uri="{FF2B5EF4-FFF2-40B4-BE49-F238E27FC236}">
                      <a16:creationId xmlns:a16="http://schemas.microsoft.com/office/drawing/2014/main" id="{1764B0C8-4DB1-39B1-77FF-D59AD0DD29DF}"/>
                    </a:ext>
                  </a:extLst>
                </p:cNvPr>
                <p:cNvPicPr/>
                <p:nvPr/>
              </p:nvPicPr>
              <p:blipFill>
                <a:blip r:embed="rId88"/>
                <a:stretch>
                  <a:fillRect/>
                </a:stretch>
              </p:blipFill>
              <p:spPr>
                <a:xfrm>
                  <a:off x="8818879" y="4618596"/>
                  <a:ext cx="153418" cy="117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0C641557-0116-2218-646E-7684AD72A5E2}"/>
              </a:ext>
            </a:extLst>
          </p:cNvPr>
          <p:cNvGrpSpPr/>
          <p:nvPr/>
        </p:nvGrpSpPr>
        <p:grpSpPr>
          <a:xfrm>
            <a:off x="126656" y="2333798"/>
            <a:ext cx="8721773" cy="1077707"/>
            <a:chOff x="126656" y="2333798"/>
            <a:chExt cx="8721773" cy="1077707"/>
          </a:xfrm>
        </p:grpSpPr>
        <p:grpSp>
          <p:nvGrpSpPr>
            <p:cNvPr id="89" name="Gruppieren 88">
              <a:extLst>
                <a:ext uri="{FF2B5EF4-FFF2-40B4-BE49-F238E27FC236}">
                  <a16:creationId xmlns:a16="http://schemas.microsoft.com/office/drawing/2014/main" id="{2D8405BD-1946-5808-BA5C-538887CD2462}"/>
                </a:ext>
              </a:extLst>
            </p:cNvPr>
            <p:cNvGrpSpPr/>
            <p:nvPr/>
          </p:nvGrpSpPr>
          <p:grpSpPr>
            <a:xfrm>
              <a:off x="628650" y="2333798"/>
              <a:ext cx="8219779" cy="1077707"/>
              <a:chOff x="628650" y="2333798"/>
              <a:chExt cx="8219779" cy="1077707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676211B6-D5AA-0338-2473-E6DF1A8B1F95}"/>
                      </a:ext>
                    </a:extLst>
                  </p:cNvPr>
                  <p:cNvSpPr txBox="1"/>
                  <p:nvPr/>
                </p:nvSpPr>
                <p:spPr>
                  <a:xfrm>
                    <a:off x="628650" y="2469729"/>
                    <a:ext cx="6551089" cy="776238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marL="285750" indent="-285750">
                      <a:buFont typeface="Arial" panose="020B0604020202020204" pitchFamily="34" charset="0"/>
                      <a:buChar char="•"/>
                    </a:pP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The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eq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.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point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is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stable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if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there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exists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a </a:t>
                    </a:r>
                    <a:r>
                      <a:rPr lang="de-CH" sz="1600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function</a:t>
                    </a:r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(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)</m:t>
                        </m:r>
                      </m:oMath>
                    </a14:m>
                    <a:r>
                      <a:rPr lang="de-CH" sz="1600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, s.t. :</a:t>
                    </a:r>
                  </a:p>
                  <a:p>
                    <a:pPr marL="342900" lvl="8" indent="-342900">
                      <a:buFont typeface="+mj-lt"/>
                      <a:buAutoNum type="arabicPeriod"/>
                    </a:pPr>
                    <a:r>
                      <a:rPr lang="de-CH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positive </a:t>
                    </a:r>
                    <a:r>
                      <a:rPr lang="de-CH" i="1" u="sng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definiteness</a:t>
                    </a:r>
                    <a:r>
                      <a:rPr lang="de-CH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: </a:t>
                    </a:r>
                    <a14:m>
                      <m:oMath xmlns:m="http://schemas.openxmlformats.org/officeDocument/2006/math"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≥0,∀</m:t>
                        </m:r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∈</m:t>
                        </m:r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  <m:r>
                          <a:rPr lang="de-CH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 </m:t>
                        </m:r>
                      </m:oMath>
                    </a14:m>
                    <a:r>
                      <a:rPr lang="de-CH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and </a:t>
                    </a:r>
                    <a14:m>
                      <m:oMath xmlns:m="http://schemas.openxmlformats.org/officeDocument/2006/math"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de-CH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</m:ctrlPr>
                              </m:sSubPr>
                              <m:e>
                                <m:r>
                                  <a:rPr lang="de-CH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de-CH" b="0" i="1" dirty="0" smtClean="0">
                                    <a:latin typeface="Cambria Math" panose="02040503050406030204" pitchFamily="18" charset="0"/>
                                    <a:cs typeface="Segoe UI" panose="020B0502040204020203" pitchFamily="34" charset="0"/>
                                  </a:rPr>
                                  <m:t>0</m:t>
                                </m:r>
                              </m:sub>
                            </m:sSub>
                          </m:e>
                        </m:d>
                        <m:r>
                          <a:rPr lang="de-CH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=0</m:t>
                        </m:r>
                      </m:oMath>
                    </a14:m>
                    <a:endParaRPr lang="de-CH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  <a:p>
                    <a:pPr marL="342900" lvl="8" indent="-342900">
                      <a:buFont typeface="+mj-lt"/>
                      <a:buAutoNum type="arabicPeriod"/>
                    </a:pPr>
                    <a:r>
                      <a:rPr lang="de-CH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non-</a:t>
                    </a:r>
                    <a:r>
                      <a:rPr lang="de-CH" i="1" u="sng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increasing</a:t>
                    </a:r>
                    <a:r>
                      <a:rPr lang="de-CH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i="1" u="sng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along</a:t>
                    </a:r>
                    <a:r>
                      <a:rPr lang="de-CH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 </a:t>
                    </a:r>
                    <a:r>
                      <a:rPr lang="de-CH" i="1" u="sng" dirty="0" err="1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trajectories</a:t>
                    </a:r>
                    <a:r>
                      <a:rPr lang="de-CH" i="1" u="sng" dirty="0">
                        <a:latin typeface="Segoe UI" panose="020B0502040204020203" pitchFamily="34" charset="0"/>
                        <a:cs typeface="Segoe UI" panose="020B0502040204020203" pitchFamily="34" charset="0"/>
                      </a:rPr>
                      <a:t>: </a:t>
                    </a:r>
                    <a14:m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lang="de-CH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=</m:t>
                        </m:r>
                        <m:r>
                          <a:rPr lang="de-CH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𝑑𝑉</m:t>
                        </m:r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𝑑𝑥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·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𝑑𝑥</m:t>
                        </m:r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𝑡</m:t>
                            </m:r>
                          </m:e>
                        </m:d>
                        <m:r>
                          <m:rPr>
                            <m:lit/>
                          </m:rP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/</m:t>
                        </m:r>
                        <m:r>
                          <a:rPr lang="de-CH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𝑑𝑡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≤0,∀</m:t>
                        </m:r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d>
                          <m:dPr>
                            <m:ctrlP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𝑡</m:t>
                            </m:r>
                          </m:e>
                        </m:d>
                        <m:r>
                          <a:rPr lang="de-CH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∈</m:t>
                        </m:r>
                        <m:r>
                          <a:rPr lang="de-CH" b="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𝐷</m:t>
                        </m:r>
                      </m:oMath>
                    </a14:m>
                    <a:endParaRPr lang="en-US" dirty="0">
                      <a:latin typeface="Segoe UI" panose="020B0502040204020203" pitchFamily="34" charset="0"/>
                      <a:cs typeface="Segoe UI" panose="020B0502040204020203" pitchFamily="34" charset="0"/>
                    </a:endParaRPr>
                  </a:p>
                </p:txBody>
              </p:sp>
            </mc:Choice>
            <mc:Fallback xmlns="">
              <p:sp>
                <p:nvSpPr>
                  <p:cNvPr id="43" name="Textfeld 42">
                    <a:extLst>
                      <a:ext uri="{FF2B5EF4-FFF2-40B4-BE49-F238E27FC236}">
                        <a16:creationId xmlns:a16="http://schemas.microsoft.com/office/drawing/2014/main" id="{676211B6-D5AA-0338-2473-E6DF1A8B1F9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8650" y="2469729"/>
                    <a:ext cx="6551089" cy="776238"/>
                  </a:xfrm>
                  <a:prstGeom prst="rect">
                    <a:avLst/>
                  </a:prstGeom>
                  <a:blipFill>
                    <a:blip r:embed="rId89"/>
                    <a:stretch>
                      <a:fillRect l="-387" t="-3226" b="-967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0">
                <p14:nvContentPartPr>
                  <p14:cNvPr id="48" name="Freihand 47">
                    <a:extLst>
                      <a:ext uri="{FF2B5EF4-FFF2-40B4-BE49-F238E27FC236}">
                        <a16:creationId xmlns:a16="http://schemas.microsoft.com/office/drawing/2014/main" id="{94B31865-D219-7F5E-59EE-0E312BDFDFC8}"/>
                      </a:ext>
                    </a:extLst>
                  </p14:cNvPr>
                  <p14:cNvContentPartPr/>
                  <p14:nvPr/>
                </p14:nvContentPartPr>
                <p14:xfrm>
                  <a:off x="2564910" y="2333798"/>
                  <a:ext cx="1674720" cy="198000"/>
                </p14:xfrm>
              </p:contentPart>
            </mc:Choice>
            <mc:Fallback xmlns="">
              <p:pic>
                <p:nvPicPr>
                  <p:cNvPr id="48" name="Freihand 47">
                    <a:extLst>
                      <a:ext uri="{FF2B5EF4-FFF2-40B4-BE49-F238E27FC236}">
                        <a16:creationId xmlns:a16="http://schemas.microsoft.com/office/drawing/2014/main" id="{94B31865-D219-7F5E-59EE-0E312BDFDFC8}"/>
                      </a:ext>
                    </a:extLst>
                  </p:cNvPr>
                  <p:cNvPicPr/>
                  <p:nvPr/>
                </p:nvPicPr>
                <p:blipFill>
                  <a:blip r:embed="rId91"/>
                  <a:stretch>
                    <a:fillRect/>
                  </a:stretch>
                </p:blipFill>
                <p:spPr>
                  <a:xfrm>
                    <a:off x="2554110" y="2322998"/>
                    <a:ext cx="1695960" cy="219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2">
                <p14:nvContentPartPr>
                  <p14:cNvPr id="57" name="Freihand 56">
                    <a:extLst>
                      <a:ext uri="{FF2B5EF4-FFF2-40B4-BE49-F238E27FC236}">
                        <a16:creationId xmlns:a16="http://schemas.microsoft.com/office/drawing/2014/main" id="{C0D92112-1DF7-415D-1412-387FE9F60796}"/>
                      </a:ext>
                    </a:extLst>
                  </p14:cNvPr>
                  <p14:cNvContentPartPr/>
                  <p14:nvPr/>
                </p14:nvContentPartPr>
                <p14:xfrm>
                  <a:off x="5808905" y="2415326"/>
                  <a:ext cx="1785240" cy="470068"/>
                </p14:xfrm>
              </p:contentPart>
            </mc:Choice>
            <mc:Fallback xmlns="">
              <p:pic>
                <p:nvPicPr>
                  <p:cNvPr id="57" name="Freihand 56">
                    <a:extLst>
                      <a:ext uri="{FF2B5EF4-FFF2-40B4-BE49-F238E27FC236}">
                        <a16:creationId xmlns:a16="http://schemas.microsoft.com/office/drawing/2014/main" id="{C0D92112-1DF7-415D-1412-387FE9F60796}"/>
                      </a:ext>
                    </a:extLst>
                  </p:cNvPr>
                  <p:cNvPicPr/>
                  <p:nvPr/>
                </p:nvPicPr>
                <p:blipFill>
                  <a:blip r:embed="rId93"/>
                  <a:stretch>
                    <a:fillRect/>
                  </a:stretch>
                </p:blipFill>
                <p:spPr>
                  <a:xfrm>
                    <a:off x="5798105" y="2404528"/>
                    <a:ext cx="1806480" cy="49130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4">
                <p14:nvContentPartPr>
                  <p14:cNvPr id="65" name="Freihand 64">
                    <a:extLst>
                      <a:ext uri="{FF2B5EF4-FFF2-40B4-BE49-F238E27FC236}">
                        <a16:creationId xmlns:a16="http://schemas.microsoft.com/office/drawing/2014/main" id="{7578F3C4-F6CF-D200-284E-41623B22E6DA}"/>
                      </a:ext>
                    </a:extLst>
                  </p14:cNvPr>
                  <p14:cNvContentPartPr/>
                  <p14:nvPr/>
                </p14:nvContentPartPr>
                <p14:xfrm>
                  <a:off x="7746934" y="2358193"/>
                  <a:ext cx="402120" cy="272520"/>
                </p14:xfrm>
              </p:contentPart>
            </mc:Choice>
            <mc:Fallback xmlns="">
              <p:pic>
                <p:nvPicPr>
                  <p:cNvPr id="65" name="Freihand 64">
                    <a:extLst>
                      <a:ext uri="{FF2B5EF4-FFF2-40B4-BE49-F238E27FC236}">
                        <a16:creationId xmlns:a16="http://schemas.microsoft.com/office/drawing/2014/main" id="{7578F3C4-F6CF-D200-284E-41623B22E6DA}"/>
                      </a:ext>
                    </a:extLst>
                  </p:cNvPr>
                  <p:cNvPicPr/>
                  <p:nvPr/>
                </p:nvPicPr>
                <p:blipFill>
                  <a:blip r:embed="rId95"/>
                  <a:stretch>
                    <a:fillRect/>
                  </a:stretch>
                </p:blipFill>
                <p:spPr>
                  <a:xfrm>
                    <a:off x="7736134" y="2347407"/>
                    <a:ext cx="423360" cy="293732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6">
                <p14:nvContentPartPr>
                  <p14:cNvPr id="76" name="Freihand 75">
                    <a:extLst>
                      <a:ext uri="{FF2B5EF4-FFF2-40B4-BE49-F238E27FC236}">
                        <a16:creationId xmlns:a16="http://schemas.microsoft.com/office/drawing/2014/main" id="{E03E8333-56A2-F2F2-F0E3-41F82F61EC11}"/>
                      </a:ext>
                    </a:extLst>
                  </p14:cNvPr>
                  <p14:cNvContentPartPr/>
                  <p14:nvPr/>
                </p14:nvContentPartPr>
                <p14:xfrm>
                  <a:off x="8252629" y="2348269"/>
                  <a:ext cx="595800" cy="176040"/>
                </p14:xfrm>
              </p:contentPart>
            </mc:Choice>
            <mc:Fallback xmlns="">
              <p:pic>
                <p:nvPicPr>
                  <p:cNvPr id="76" name="Freihand 75">
                    <a:extLst>
                      <a:ext uri="{FF2B5EF4-FFF2-40B4-BE49-F238E27FC236}">
                        <a16:creationId xmlns:a16="http://schemas.microsoft.com/office/drawing/2014/main" id="{E03E8333-56A2-F2F2-F0E3-41F82F61EC11}"/>
                      </a:ext>
                    </a:extLst>
                  </p:cNvPr>
                  <p:cNvPicPr/>
                  <p:nvPr/>
                </p:nvPicPr>
                <p:blipFill>
                  <a:blip r:embed="rId97"/>
                  <a:stretch>
                    <a:fillRect/>
                  </a:stretch>
                </p:blipFill>
                <p:spPr>
                  <a:xfrm>
                    <a:off x="8241836" y="2337469"/>
                    <a:ext cx="617027" cy="1972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8">
                <p14:nvContentPartPr>
                  <p14:cNvPr id="88" name="Freihand 87">
                    <a:extLst>
                      <a:ext uri="{FF2B5EF4-FFF2-40B4-BE49-F238E27FC236}">
                        <a16:creationId xmlns:a16="http://schemas.microsoft.com/office/drawing/2014/main" id="{5556D942-6ADD-BECF-BE95-7E4272B60D82}"/>
                      </a:ext>
                    </a:extLst>
                  </p14:cNvPr>
                  <p14:cNvContentPartPr/>
                  <p14:nvPr/>
                </p14:nvContentPartPr>
                <p14:xfrm>
                  <a:off x="8280349" y="2597749"/>
                  <a:ext cx="533520" cy="222120"/>
                </p14:xfrm>
              </p:contentPart>
            </mc:Choice>
            <mc:Fallback xmlns="">
              <p:pic>
                <p:nvPicPr>
                  <p:cNvPr id="88" name="Freihand 87">
                    <a:extLst>
                      <a:ext uri="{FF2B5EF4-FFF2-40B4-BE49-F238E27FC236}">
                        <a16:creationId xmlns:a16="http://schemas.microsoft.com/office/drawing/2014/main" id="{5556D942-6ADD-BECF-BE95-7E4272B60D82}"/>
                      </a:ext>
                    </a:extLst>
                  </p:cNvPr>
                  <p:cNvPicPr/>
                  <p:nvPr/>
                </p:nvPicPr>
                <p:blipFill>
                  <a:blip r:embed="rId99"/>
                  <a:stretch>
                    <a:fillRect/>
                  </a:stretch>
                </p:blipFill>
                <p:spPr>
                  <a:xfrm>
                    <a:off x="8269556" y="2586931"/>
                    <a:ext cx="554746" cy="24339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0">
                <p14:nvContentPartPr>
                  <p14:cNvPr id="92" name="Freihand 91">
                    <a:extLst>
                      <a:ext uri="{FF2B5EF4-FFF2-40B4-BE49-F238E27FC236}">
                        <a16:creationId xmlns:a16="http://schemas.microsoft.com/office/drawing/2014/main" id="{E321638E-0894-BF1F-26A0-24E2C5254DE7}"/>
                      </a:ext>
                    </a:extLst>
                  </p14:cNvPr>
                  <p14:cNvContentPartPr/>
                  <p14:nvPr/>
                </p14:nvContentPartPr>
                <p14:xfrm>
                  <a:off x="4172338" y="3220668"/>
                  <a:ext cx="138719" cy="105118"/>
                </p14:xfrm>
              </p:contentPart>
            </mc:Choice>
            <mc:Fallback xmlns="">
              <p:pic>
                <p:nvPicPr>
                  <p:cNvPr id="92" name="Freihand 91">
                    <a:extLst>
                      <a:ext uri="{FF2B5EF4-FFF2-40B4-BE49-F238E27FC236}">
                        <a16:creationId xmlns:a16="http://schemas.microsoft.com/office/drawing/2014/main" id="{E321638E-0894-BF1F-26A0-24E2C5254DE7}"/>
                      </a:ext>
                    </a:extLst>
                  </p:cNvPr>
                  <p:cNvPicPr/>
                  <p:nvPr/>
                </p:nvPicPr>
                <p:blipFill>
                  <a:blip r:embed="rId101"/>
                  <a:stretch>
                    <a:fillRect/>
                  </a:stretch>
                </p:blipFill>
                <p:spPr>
                  <a:xfrm>
                    <a:off x="4161529" y="3209868"/>
                    <a:ext cx="159977" cy="12635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2">
                <p14:nvContentPartPr>
                  <p14:cNvPr id="99" name="Freihand 98">
                    <a:extLst>
                      <a:ext uri="{FF2B5EF4-FFF2-40B4-BE49-F238E27FC236}">
                        <a16:creationId xmlns:a16="http://schemas.microsoft.com/office/drawing/2014/main" id="{99332A6C-E354-40B7-571B-4B33BFC78528}"/>
                      </a:ext>
                    </a:extLst>
                  </p14:cNvPr>
                  <p14:cNvContentPartPr/>
                  <p14:nvPr/>
                </p14:nvContentPartPr>
                <p14:xfrm>
                  <a:off x="4417138" y="3269268"/>
                  <a:ext cx="267265" cy="79224"/>
                </p14:xfrm>
              </p:contentPart>
            </mc:Choice>
            <mc:Fallback xmlns="">
              <p:pic>
                <p:nvPicPr>
                  <p:cNvPr id="99" name="Freihand 98">
                    <a:extLst>
                      <a:ext uri="{FF2B5EF4-FFF2-40B4-BE49-F238E27FC236}">
                        <a16:creationId xmlns:a16="http://schemas.microsoft.com/office/drawing/2014/main" id="{99332A6C-E354-40B7-571B-4B33BFC78528}"/>
                      </a:ext>
                    </a:extLst>
                  </p:cNvPr>
                  <p:cNvPicPr/>
                  <p:nvPr/>
                </p:nvPicPr>
                <p:blipFill>
                  <a:blip r:embed="rId103"/>
                  <a:stretch>
                    <a:fillRect/>
                  </a:stretch>
                </p:blipFill>
                <p:spPr>
                  <a:xfrm>
                    <a:off x="4406347" y="3258514"/>
                    <a:ext cx="288488" cy="10037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4">
                <p14:nvContentPartPr>
                  <p14:cNvPr id="107" name="Freihand 106">
                    <a:extLst>
                      <a:ext uri="{FF2B5EF4-FFF2-40B4-BE49-F238E27FC236}">
                        <a16:creationId xmlns:a16="http://schemas.microsoft.com/office/drawing/2014/main" id="{BAA8A956-00D2-EB52-E735-32CEC4315FA0}"/>
                      </a:ext>
                    </a:extLst>
                  </p14:cNvPr>
                  <p14:cNvContentPartPr/>
                  <p14:nvPr/>
                </p14:nvContentPartPr>
                <p14:xfrm>
                  <a:off x="4783799" y="3270591"/>
                  <a:ext cx="275280" cy="118682"/>
                </p14:xfrm>
              </p:contentPart>
            </mc:Choice>
            <mc:Fallback xmlns="">
              <p:pic>
                <p:nvPicPr>
                  <p:cNvPr id="107" name="Freihand 106">
                    <a:extLst>
                      <a:ext uri="{FF2B5EF4-FFF2-40B4-BE49-F238E27FC236}">
                        <a16:creationId xmlns:a16="http://schemas.microsoft.com/office/drawing/2014/main" id="{BAA8A956-00D2-EB52-E735-32CEC4315FA0}"/>
                      </a:ext>
                    </a:extLst>
                  </p:cNvPr>
                  <p:cNvPicPr/>
                  <p:nvPr/>
                </p:nvPicPr>
                <p:blipFill>
                  <a:blip r:embed="rId105"/>
                  <a:stretch>
                    <a:fillRect/>
                  </a:stretch>
                </p:blipFill>
                <p:spPr>
                  <a:xfrm>
                    <a:off x="4772990" y="3259834"/>
                    <a:ext cx="296539" cy="13983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6">
                <p14:nvContentPartPr>
                  <p14:cNvPr id="127" name="Freihand 126">
                    <a:extLst>
                      <a:ext uri="{FF2B5EF4-FFF2-40B4-BE49-F238E27FC236}">
                        <a16:creationId xmlns:a16="http://schemas.microsoft.com/office/drawing/2014/main" id="{0F4C3EC9-4010-7A45-D0E4-63C7F65FCD7A}"/>
                      </a:ext>
                    </a:extLst>
                  </p14:cNvPr>
                  <p14:cNvContentPartPr/>
                  <p14:nvPr/>
                </p14:nvContentPartPr>
                <p14:xfrm>
                  <a:off x="5158475" y="3245967"/>
                  <a:ext cx="1214252" cy="165538"/>
                </p14:xfrm>
              </p:contentPart>
            </mc:Choice>
            <mc:Fallback xmlns="">
              <p:pic>
                <p:nvPicPr>
                  <p:cNvPr id="127" name="Freihand 126">
                    <a:extLst>
                      <a:ext uri="{FF2B5EF4-FFF2-40B4-BE49-F238E27FC236}">
                        <a16:creationId xmlns:a16="http://schemas.microsoft.com/office/drawing/2014/main" id="{0F4C3EC9-4010-7A45-D0E4-63C7F65FCD7A}"/>
                      </a:ext>
                    </a:extLst>
                  </p:cNvPr>
                  <p:cNvPicPr/>
                  <p:nvPr/>
                </p:nvPicPr>
                <p:blipFill>
                  <a:blip r:embed="rId107"/>
                  <a:stretch>
                    <a:fillRect/>
                  </a:stretch>
                </p:blipFill>
                <p:spPr>
                  <a:xfrm>
                    <a:off x="5147675" y="3235171"/>
                    <a:ext cx="1235492" cy="18677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" name="Freihand 7">
                  <a:extLst>
                    <a:ext uri="{FF2B5EF4-FFF2-40B4-BE49-F238E27FC236}">
                      <a16:creationId xmlns:a16="http://schemas.microsoft.com/office/drawing/2014/main" id="{70CE1BE1-9E9D-8C98-302B-464DBF49110E}"/>
                    </a:ext>
                  </a:extLst>
                </p14:cNvPr>
                <p14:cNvContentPartPr/>
                <p14:nvPr/>
              </p14:nvContentPartPr>
              <p14:xfrm>
                <a:off x="530990" y="2745172"/>
                <a:ext cx="142401" cy="181108"/>
              </p14:xfrm>
            </p:contentPart>
          </mc:Choice>
          <mc:Fallback xmlns="">
            <p:pic>
              <p:nvPicPr>
                <p:cNvPr id="8" name="Freihand 7">
                  <a:extLst>
                    <a:ext uri="{FF2B5EF4-FFF2-40B4-BE49-F238E27FC236}">
                      <a16:creationId xmlns:a16="http://schemas.microsoft.com/office/drawing/2014/main" id="{70CE1BE1-9E9D-8C98-302B-464DBF49110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20229" y="2734392"/>
                  <a:ext cx="163564" cy="20230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0F4E49E9-A37B-0B23-8ED8-FAEA037C2EB8}"/>
                    </a:ext>
                  </a:extLst>
                </p14:cNvPr>
                <p14:cNvContentPartPr/>
                <p14:nvPr/>
              </p14:nvContentPartPr>
              <p14:xfrm>
                <a:off x="126656" y="2387235"/>
                <a:ext cx="501994" cy="255796"/>
              </p14:xfrm>
            </p:contentPart>
          </mc:Choice>
          <mc:Fallback xmlns=""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0F4E49E9-A37B-0B23-8ED8-FAEA037C2EB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15860" y="2376427"/>
                  <a:ext cx="523225" cy="277052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671382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B303E31F-F467-1B25-30B6-7FA366F74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88" y="2273413"/>
            <a:ext cx="946924" cy="671804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F563C08-991E-AC3F-24F2-4C12CBE3D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Lyapunov Equation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3F3EC9-0B1D-1804-6426-3DFD6D726AA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54615"/>
                <a:ext cx="7886700" cy="681073"/>
              </a:xfrm>
            </p:spPr>
            <p:txBody>
              <a:bodyPr>
                <a:normAutofit/>
              </a:bodyPr>
              <a:lstStyle/>
              <a:p>
                <a:r>
                  <a:rPr lang="de-CH" sz="1600" dirty="0" err="1"/>
                  <a:t>there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is</a:t>
                </a:r>
                <a:r>
                  <a:rPr lang="de-CH" sz="1600" dirty="0"/>
                  <a:t> </a:t>
                </a:r>
                <a:r>
                  <a:rPr lang="de-CH" sz="1600" dirty="0" err="1"/>
                  <a:t>no</a:t>
                </a:r>
                <a:r>
                  <a:rPr lang="de-CH" sz="1600" dirty="0"/>
                  <a:t> </a:t>
                </a:r>
                <a:r>
                  <a:rPr lang="de-CH" sz="1600" dirty="0" err="1"/>
                  <a:t>general</a:t>
                </a:r>
                <a:r>
                  <a:rPr lang="de-CH" sz="1600" dirty="0"/>
                  <a:t> </a:t>
                </a:r>
                <a:r>
                  <a:rPr lang="de-CH" sz="1600" dirty="0" err="1"/>
                  <a:t>method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of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finding</a:t>
                </a:r>
                <a:r>
                  <a:rPr lang="de-CH" sz="1600" dirty="0"/>
                  <a:t> a </a:t>
                </a:r>
                <a:r>
                  <a:rPr lang="de-CH" sz="1600" dirty="0" err="1"/>
                  <a:t>Lyaponov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function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for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arbitrary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systems</a:t>
                </a:r>
                <a:endParaRPr lang="de-CH" sz="1600" dirty="0"/>
              </a:p>
              <a:p>
                <a:r>
                  <a:rPr lang="de-CH" sz="1600" dirty="0" err="1"/>
                  <a:t>for</a:t>
                </a:r>
                <a:r>
                  <a:rPr lang="de-CH" sz="1600" dirty="0"/>
                  <a:t> a </a:t>
                </a:r>
                <a:r>
                  <a:rPr lang="de-CH" sz="1600" dirty="0" err="1"/>
                  <a:t>linearized</a:t>
                </a:r>
                <a:r>
                  <a:rPr lang="de-CH" sz="1600" dirty="0"/>
                  <a:t> </a:t>
                </a:r>
                <a:r>
                  <a:rPr lang="de-CH" sz="1600" dirty="0" err="1"/>
                  <a:t>sys</a:t>
                </a:r>
                <a:r>
                  <a:rPr lang="de-CH" sz="1600" dirty="0"/>
                  <a:t>.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ẋ=</m:t>
                    </m:r>
                    <m:r>
                      <a:rPr lang="de-CH" sz="1600" i="1" dirty="0" err="1" smtClean="0">
                        <a:latin typeface="Cambria Math" panose="02040503050406030204" pitchFamily="18" charset="0"/>
                      </a:rPr>
                      <m:t>𝐴𝑥</m:t>
                    </m:r>
                  </m:oMath>
                </a14:m>
                <a:r>
                  <a:rPr lang="de-CH" sz="1600" dirty="0"/>
                  <a:t> </a:t>
                </a:r>
                <a:r>
                  <a:rPr lang="de-CH" sz="1600" dirty="0" err="1"/>
                  <a:t>one</a:t>
                </a:r>
                <a:r>
                  <a:rPr lang="de-CH" sz="1600" dirty="0"/>
                  <a:t> </a:t>
                </a:r>
                <a:r>
                  <a:rPr lang="de-CH" sz="1600" dirty="0" err="1"/>
                  <a:t>can</a:t>
                </a:r>
                <a:r>
                  <a:rPr lang="de-CH" sz="1600" dirty="0"/>
                  <a:t> </a:t>
                </a:r>
                <a:r>
                  <a:rPr lang="de-CH" sz="1600" dirty="0" err="1"/>
                  <a:t>always</a:t>
                </a:r>
                <a:r>
                  <a:rPr lang="de-CH" sz="1600" dirty="0"/>
                  <a:t> find a </a:t>
                </a:r>
                <a:r>
                  <a:rPr lang="de-CH" sz="1600" dirty="0" err="1"/>
                  <a:t>quadratic</a:t>
                </a:r>
                <a:r>
                  <a:rPr lang="de-CH" sz="1600" dirty="0"/>
                  <a:t> </a:t>
                </a:r>
                <a:r>
                  <a:rPr lang="de-CH" sz="1600" dirty="0" err="1"/>
                  <a:t>Lyapunov</a:t>
                </a:r>
                <a:r>
                  <a:rPr lang="de-CH" sz="1600" dirty="0"/>
                  <a:t> </a:t>
                </a:r>
                <a:r>
                  <a:rPr lang="de-CH" sz="1600" dirty="0" err="1"/>
                  <a:t>function</a:t>
                </a:r>
                <a:endParaRPr lang="de-CH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9F3F3EC9-0B1D-1804-6426-3DFD6D726AA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54615"/>
                <a:ext cx="7886700" cy="681073"/>
              </a:xfrm>
              <a:blipFill>
                <a:blip r:embed="rId3"/>
                <a:stretch>
                  <a:fillRect l="-322" t="-5455" b="-54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25BFAFB-EC8D-EB3D-59E9-27E84B25D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F10FBD-AD30-311D-8D7B-DB58B10A6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D272BB6B-30ED-E6B2-20A4-80E7560196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561" y="1945589"/>
            <a:ext cx="5859624" cy="598319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B89A9199-B46F-35DE-45FC-40D732B1DB3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561" y="2513261"/>
            <a:ext cx="2200266" cy="598318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AF62A852-3A99-89FB-6F38-87F055C56F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4483" y="2470161"/>
            <a:ext cx="5343656" cy="75131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Inhaltsplatzhalter 2">
                <a:extLst>
                  <a:ext uri="{FF2B5EF4-FFF2-40B4-BE49-F238E27FC236}">
                    <a16:creationId xmlns:a16="http://schemas.microsoft.com/office/drawing/2014/main" id="{CD071759-8C5F-9DA8-89C7-03B34FEF479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4054746"/>
                <a:ext cx="7886700" cy="68107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 sz="1600"/>
                  <a:t> Always </a:t>
                </a:r>
                <a:r>
                  <a:rPr lang="de-CH" sz="1600" err="1"/>
                  <a:t>has</a:t>
                </a:r>
                <a:r>
                  <a:rPr lang="de-CH" sz="1600"/>
                  <a:t> a </a:t>
                </a:r>
                <a:r>
                  <a:rPr lang="de-CH" sz="1600" err="1"/>
                  <a:t>solution</a:t>
                </a:r>
                <a:r>
                  <a:rPr lang="de-CH" sz="1600"/>
                  <a:t> </a:t>
                </a:r>
                <a:r>
                  <a:rPr lang="de-CH" sz="1600" err="1"/>
                  <a:t>if</a:t>
                </a:r>
                <a:r>
                  <a:rPr lang="de-CH" sz="1600"/>
                  <a:t> </a:t>
                </a:r>
                <a:r>
                  <a:rPr lang="de-CH" sz="1600" err="1"/>
                  <a:t>eigenvalues</a:t>
                </a:r>
                <a:r>
                  <a:rPr lang="de-CH" sz="1600"/>
                  <a:t> </a:t>
                </a:r>
                <a:r>
                  <a:rPr lang="de-CH" sz="1600" err="1"/>
                  <a:t>of</a:t>
                </a:r>
                <a:r>
                  <a:rPr lang="de-CH" sz="1600"/>
                  <a:t> </a:t>
                </a:r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de-CH" sz="1600"/>
                  <a:t> </a:t>
                </a:r>
                <a:r>
                  <a:rPr lang="de-CH" sz="1600" err="1"/>
                  <a:t>are</a:t>
                </a:r>
                <a:r>
                  <a:rPr lang="de-CH" sz="1600"/>
                  <a:t> in LHP!</a:t>
                </a:r>
              </a:p>
            </p:txBody>
          </p:sp>
        </mc:Choice>
        <mc:Fallback xmlns="">
          <p:sp>
            <p:nvSpPr>
              <p:cNvPr id="16" name="Inhaltsplatzhalter 2">
                <a:extLst>
                  <a:ext uri="{FF2B5EF4-FFF2-40B4-BE49-F238E27FC236}">
                    <a16:creationId xmlns:a16="http://schemas.microsoft.com/office/drawing/2014/main" id="{CD071759-8C5F-9DA8-89C7-03B34FEF47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054746"/>
                <a:ext cx="7886700" cy="681073"/>
              </a:xfrm>
              <a:prstGeom prst="rect">
                <a:avLst/>
              </a:prstGeom>
              <a:blipFill>
                <a:blip r:embed="rId7"/>
                <a:stretch>
                  <a:fillRect t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AAE7B1DD-1BEA-E996-95F4-305F14EF6FB4}"/>
              </a:ext>
            </a:extLst>
          </p:cNvPr>
          <p:cNvGrpSpPr/>
          <p:nvPr/>
        </p:nvGrpSpPr>
        <p:grpSpPr>
          <a:xfrm>
            <a:off x="805932" y="3166013"/>
            <a:ext cx="6680718" cy="767984"/>
            <a:chOff x="805932" y="3166013"/>
            <a:chExt cx="6680718" cy="767984"/>
          </a:xfrm>
        </p:grpSpPr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8B447F0-D450-5661-F9F4-CD1F8EE49F0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805932" y="3166013"/>
              <a:ext cx="6680718" cy="767984"/>
            </a:xfrm>
            <a:prstGeom prst="rect">
              <a:avLst/>
            </a:prstGeom>
          </p:spPr>
        </p:pic>
        <p:sp>
          <p:nvSpPr>
            <p:cNvPr id="10" name="Rectangle: Rounded Corners 17">
              <a:extLst>
                <a:ext uri="{FF2B5EF4-FFF2-40B4-BE49-F238E27FC236}">
                  <a16:creationId xmlns:a16="http://schemas.microsoft.com/office/drawing/2014/main" id="{824337FC-CD53-9614-1092-AAD5742E4120}"/>
                </a:ext>
              </a:extLst>
            </p:cNvPr>
            <p:cNvSpPr/>
            <p:nvPr/>
          </p:nvSpPr>
          <p:spPr>
            <a:xfrm>
              <a:off x="5035731" y="3275915"/>
              <a:ext cx="2450919" cy="641418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86186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1B92A16C-B34D-AE9C-F973-A48F2D40D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25854"/>
            <a:ext cx="6662057" cy="3407253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98C103-B4FC-70D2-AE5A-A5C0F628C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250CAD5-E7A2-2EF7-01F7-486CFD05E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8E54CBAB-3564-9A72-6634-FAC1E91B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</p:spPr>
        <p:txBody>
          <a:bodyPr/>
          <a:lstStyle/>
          <a:p>
            <a:r>
              <a:rPr lang="en-US"/>
              <a:t>Exam Question</a:t>
            </a:r>
          </a:p>
        </p:txBody>
      </p:sp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DF8F51F4-EC5F-6714-F7B0-3A494827813B}"/>
              </a:ext>
            </a:extLst>
          </p:cNvPr>
          <p:cNvGrpSpPr/>
          <p:nvPr/>
        </p:nvGrpSpPr>
        <p:grpSpPr>
          <a:xfrm>
            <a:off x="6822219" y="119413"/>
            <a:ext cx="2057400" cy="1029226"/>
            <a:chOff x="6411188" y="1091698"/>
            <a:chExt cx="2057400" cy="1029226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DC82AEB7-A8F0-689F-7F24-103ADE21F98C}"/>
                </a:ext>
              </a:extLst>
            </p:cNvPr>
            <p:cNvSpPr/>
            <p:nvPr/>
          </p:nvSpPr>
          <p:spPr>
            <a:xfrm>
              <a:off x="6411188" y="1091698"/>
              <a:ext cx="2057400" cy="102922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 dirty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E0D5A1A5-2641-52BD-29CF-8E5A205465ED}"/>
                    </a:ext>
                  </a:extLst>
                </p:cNvPr>
                <p:cNvSpPr txBox="1"/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8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𝑄𝑥</m:t>
                        </m:r>
                      </m:oMath>
                    </m:oMathPara>
                  </a14:m>
                  <a:endParaRPr lang="en-US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𝑃𝑥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E0D5A1A5-2641-52BD-29CF-8E5A205465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1176892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FB471-B64C-2D82-7878-C7041DE649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4070A377-D7D3-79AF-0805-F39689B32E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32282"/>
          <a:stretch>
            <a:fillRect/>
          </a:stretch>
        </p:blipFill>
        <p:spPr>
          <a:xfrm>
            <a:off x="0" y="1"/>
            <a:ext cx="4810539" cy="1666080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02F7A7E-7A27-C563-E727-E460D0F07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0BECBC3-F13B-9D92-652E-43113FA22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A8B317A4-257E-4779-AE7C-5BBBA273EFEB}"/>
              </a:ext>
            </a:extLst>
          </p:cNvPr>
          <p:cNvSpPr txBox="1"/>
          <p:nvPr/>
        </p:nvSpPr>
        <p:spPr>
          <a:xfrm>
            <a:off x="8515350" y="4397931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C)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AFF84028-674B-8D34-A47E-9BF6E2DBC77D}"/>
                  </a:ext>
                </a:extLst>
              </p14:cNvPr>
              <p14:cNvContentPartPr/>
              <p14:nvPr/>
            </p14:nvContentPartPr>
            <p14:xfrm>
              <a:off x="4660293" y="1068126"/>
              <a:ext cx="406440" cy="11808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AFF84028-674B-8D34-A47E-9BF6E2DBC77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649483" y="1057359"/>
                <a:ext cx="427699" cy="139255"/>
              </a:xfrm>
              <a:prstGeom prst="rect">
                <a:avLst/>
              </a:prstGeom>
            </p:spPr>
          </p:pic>
        </mc:Fallback>
      </mc:AlternateContent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F88C6591-9EB0-F85E-F69F-041DF35E1823}"/>
              </a:ext>
            </a:extLst>
          </p:cNvPr>
          <p:cNvGrpSpPr/>
          <p:nvPr/>
        </p:nvGrpSpPr>
        <p:grpSpPr>
          <a:xfrm>
            <a:off x="3351513" y="949146"/>
            <a:ext cx="1852920" cy="474120"/>
            <a:chOff x="4090985" y="1317469"/>
            <a:chExt cx="1852920" cy="474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2945999E-8E21-4DCD-803E-27DCBCCDAB24}"/>
                    </a:ext>
                  </a:extLst>
                </p14:cNvPr>
                <p14:cNvContentPartPr/>
                <p14:nvPr/>
              </p14:nvContentPartPr>
              <p14:xfrm>
                <a:off x="4090985" y="1522309"/>
                <a:ext cx="239400" cy="99000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2945999E-8E21-4DCD-803E-27DCBCCDAB24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4080185" y="1511509"/>
                  <a:ext cx="26064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9" name="Freihand 18">
                  <a:extLst>
                    <a:ext uri="{FF2B5EF4-FFF2-40B4-BE49-F238E27FC236}">
                      <a16:creationId xmlns:a16="http://schemas.microsoft.com/office/drawing/2014/main" id="{EFDE7D81-1F22-A837-A2CC-56BC353A247D}"/>
                    </a:ext>
                  </a:extLst>
                </p14:cNvPr>
                <p14:cNvContentPartPr/>
                <p14:nvPr/>
              </p14:nvContentPartPr>
              <p14:xfrm>
                <a:off x="4475465" y="1359229"/>
                <a:ext cx="982440" cy="417240"/>
              </p14:xfrm>
            </p:contentPart>
          </mc:Choice>
          <mc:Fallback xmlns="">
            <p:pic>
              <p:nvPicPr>
                <p:cNvPr id="19" name="Freihand 18">
                  <a:extLst>
                    <a:ext uri="{FF2B5EF4-FFF2-40B4-BE49-F238E27FC236}">
                      <a16:creationId xmlns:a16="http://schemas.microsoft.com/office/drawing/2014/main" id="{EFDE7D81-1F22-A837-A2CC-56BC353A247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4464661" y="1348429"/>
                  <a:ext cx="1003688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26" name="Freihand 25">
                  <a:extLst>
                    <a:ext uri="{FF2B5EF4-FFF2-40B4-BE49-F238E27FC236}">
                      <a16:creationId xmlns:a16="http://schemas.microsoft.com/office/drawing/2014/main" id="{422C80BD-3F3A-66BD-88BF-10DC4620C138}"/>
                    </a:ext>
                  </a:extLst>
                </p14:cNvPr>
                <p14:cNvContentPartPr/>
                <p14:nvPr/>
              </p14:nvContentPartPr>
              <p14:xfrm>
                <a:off x="5432705" y="1317469"/>
                <a:ext cx="511200" cy="474120"/>
              </p14:xfrm>
            </p:contentPart>
          </mc:Choice>
          <mc:Fallback xmlns="">
            <p:pic>
              <p:nvPicPr>
                <p:cNvPr id="26" name="Freihand 25">
                  <a:extLst>
                    <a:ext uri="{FF2B5EF4-FFF2-40B4-BE49-F238E27FC236}">
                      <a16:creationId xmlns:a16="http://schemas.microsoft.com/office/drawing/2014/main" id="{422C80BD-3F3A-66BD-88BF-10DC4620C138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5421905" y="1306669"/>
                  <a:ext cx="532440" cy="49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CD614822-8E25-FF70-3B8B-8A847789ACFF}"/>
              </a:ext>
            </a:extLst>
          </p:cNvPr>
          <p:cNvGrpSpPr/>
          <p:nvPr/>
        </p:nvGrpSpPr>
        <p:grpSpPr>
          <a:xfrm>
            <a:off x="6822219" y="119413"/>
            <a:ext cx="2057400" cy="1029226"/>
            <a:chOff x="6411188" y="1091698"/>
            <a:chExt cx="2057400" cy="1029226"/>
          </a:xfrm>
        </p:grpSpPr>
        <p:sp>
          <p:nvSpPr>
            <p:cNvPr id="11" name="Rectangle: Rounded Corners 17">
              <a:extLst>
                <a:ext uri="{FF2B5EF4-FFF2-40B4-BE49-F238E27FC236}">
                  <a16:creationId xmlns:a16="http://schemas.microsoft.com/office/drawing/2014/main" id="{EF94F5B9-0F2F-2CFE-1D78-3C95FC066680}"/>
                </a:ext>
              </a:extLst>
            </p:cNvPr>
            <p:cNvSpPr/>
            <p:nvPr/>
          </p:nvSpPr>
          <p:spPr>
            <a:xfrm>
              <a:off x="6411188" y="1091698"/>
              <a:ext cx="2057400" cy="1029226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D176CB7-5159-28DA-CF06-94625D86605A}"/>
                    </a:ext>
                  </a:extLst>
                </p:cNvPr>
                <p:cNvSpPr txBox="1"/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de-CH" sz="18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𝑄𝑥</m:t>
                        </m:r>
                      </m:oMath>
                    </m:oMathPara>
                  </a14:m>
                  <a:endParaRPr lang="en-US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  <m:sup>
                            <m:r>
                              <a:rPr lang="en-US" sz="180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𝑃𝐴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=−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𝑄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1800" i="1" dirty="0" err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p>
                        <m:r>
                          <a:rPr lang="en-US" sz="1800" i="1" dirty="0" smtClean="0">
                            <a:latin typeface="Cambria Math" panose="02040503050406030204" pitchFamily="18" charset="0"/>
                          </a:rPr>
                          <m:t>𝑃𝑥</m:t>
                        </m:r>
                      </m:oMath>
                    </m:oMathPara>
                  </a14:m>
                  <a:endParaRPr lang="de-CH" sz="1800" i="1" dirty="0">
                    <a:latin typeface="Cambria Math" panose="02040503050406030204" pitchFamily="18" charset="0"/>
                  </a:endParaRPr>
                </a:p>
              </p:txBody>
            </p:sp>
          </mc:Choice>
          <mc:Fallback>
            <p:sp>
              <p:nvSpPr>
                <p:cNvPr id="12" name="Textfeld 11">
                  <a:extLst>
                    <a:ext uri="{FF2B5EF4-FFF2-40B4-BE49-F238E27FC236}">
                      <a16:creationId xmlns:a16="http://schemas.microsoft.com/office/drawing/2014/main" id="{5D176CB7-5159-28DA-CF06-94625D8660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13460" y="1091698"/>
                  <a:ext cx="1849930" cy="931986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8" name="Freihand 37">
                <a:extLst>
                  <a:ext uri="{FF2B5EF4-FFF2-40B4-BE49-F238E27FC236}">
                    <a16:creationId xmlns:a16="http://schemas.microsoft.com/office/drawing/2014/main" id="{36412EDD-65DF-8736-824B-911BA449DC12}"/>
                  </a:ext>
                </a:extLst>
              </p14:cNvPr>
              <p14:cNvContentPartPr/>
              <p14:nvPr/>
            </p14:nvContentPartPr>
            <p14:xfrm>
              <a:off x="277714" y="1666081"/>
              <a:ext cx="4926720" cy="1275002"/>
            </p14:xfrm>
          </p:contentPart>
        </mc:Choice>
        <mc:Fallback xmlns="">
          <p:pic>
            <p:nvPicPr>
              <p:cNvPr id="38" name="Freihand 37">
                <a:extLst>
                  <a:ext uri="{FF2B5EF4-FFF2-40B4-BE49-F238E27FC236}">
                    <a16:creationId xmlns:a16="http://schemas.microsoft.com/office/drawing/2014/main" id="{36412EDD-65DF-8736-824B-911BA449DC1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68354" y="1656722"/>
                <a:ext cx="4945079" cy="1293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5" name="Freihand 14">
                <a:extLst>
                  <a:ext uri="{FF2B5EF4-FFF2-40B4-BE49-F238E27FC236}">
                    <a16:creationId xmlns:a16="http://schemas.microsoft.com/office/drawing/2014/main" id="{450F6E19-951C-5BD0-20AE-2F70F70E9446}"/>
                  </a:ext>
                </a:extLst>
              </p14:cNvPr>
              <p14:cNvContentPartPr/>
              <p14:nvPr/>
            </p14:nvContentPartPr>
            <p14:xfrm>
              <a:off x="487800" y="2282040"/>
              <a:ext cx="7838640" cy="2132640"/>
            </p14:xfrm>
          </p:contentPart>
        </mc:Choice>
        <mc:Fallback xmlns="">
          <p:pic>
            <p:nvPicPr>
              <p:cNvPr id="15" name="Freihand 14">
                <a:extLst>
                  <a:ext uri="{FF2B5EF4-FFF2-40B4-BE49-F238E27FC236}">
                    <a16:creationId xmlns:a16="http://schemas.microsoft.com/office/drawing/2014/main" id="{450F6E19-951C-5BD0-20AE-2F70F70E944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78440" y="2272680"/>
                <a:ext cx="7857360" cy="2151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0911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7EA8500-ADBA-B25B-99DA-77EB38642A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84878"/>
            <a:ext cx="7886700" cy="994172"/>
          </a:xfrm>
        </p:spPr>
        <p:txBody>
          <a:bodyPr/>
          <a:lstStyle/>
          <a:p>
            <a:r>
              <a:rPr lang="en-US" dirty="0" err="1"/>
              <a:t>LaSalles</a:t>
            </a:r>
            <a:r>
              <a:rPr lang="en-US" dirty="0"/>
              <a:t> Invariance Principle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D18831E-A320-A66B-3F95-C42AF8B85A1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58563"/>
                <a:ext cx="7886700" cy="41292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sz="1600" dirty="0"/>
                  <a:t>sometimes it is difficult to find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u="sng" dirty="0"/>
                  <a:t>for </a:t>
                </a:r>
                <a:r>
                  <a:rPr lang="en-US" sz="1600" u="sng" dirty="0" err="1"/>
                  <a:t>asy</a:t>
                </a:r>
                <a:r>
                  <a:rPr lang="en-US" sz="1600" u="sng" dirty="0"/>
                  <a:t>. stability</a:t>
                </a:r>
                <a:r>
                  <a:rPr lang="en-US" sz="1600" dirty="0"/>
                  <a:t>; relax it to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en-US" sz="16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≤0</m:t>
                    </m:r>
                  </m:oMath>
                </a14:m>
                <a:r>
                  <a:rPr lang="en-US" sz="1600" dirty="0"/>
                  <a:t> with LaSalle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DD18831E-A320-A66B-3F95-C42AF8B85A1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58563"/>
                <a:ext cx="7886700" cy="412928"/>
              </a:xfrm>
              <a:blipFill>
                <a:blip r:embed="rId3"/>
                <a:stretch>
                  <a:fillRect l="-322" t="-88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C918C86-2D3A-2551-5087-AE281457E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3F94D86-AEFC-7092-C055-D1F673C8D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B1BC3DDC-BA5D-6996-56F2-88CA9EFBF3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035" y="1512647"/>
            <a:ext cx="6062613" cy="1039971"/>
          </a:xfrm>
          <a:prstGeom prst="rect">
            <a:avLst/>
          </a:prstGeom>
        </p:spPr>
      </p:pic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50EBBE66-7ED4-3B34-6248-FDC738758637}"/>
              </a:ext>
            </a:extLst>
          </p:cNvPr>
          <p:cNvGrpSpPr/>
          <p:nvPr/>
        </p:nvGrpSpPr>
        <p:grpSpPr>
          <a:xfrm>
            <a:off x="4513216" y="3088752"/>
            <a:ext cx="4638556" cy="1585168"/>
            <a:chOff x="4589091" y="3239882"/>
            <a:chExt cx="4572000" cy="1423764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E70B0981-C5CC-7778-906F-C48A2031B45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89091" y="3239882"/>
              <a:ext cx="4572000" cy="1423764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0" name="Freihand 9">
                  <a:extLst>
                    <a:ext uri="{FF2B5EF4-FFF2-40B4-BE49-F238E27FC236}">
                      <a16:creationId xmlns:a16="http://schemas.microsoft.com/office/drawing/2014/main" id="{CA69FC3A-4EF1-6BC9-4F95-A3706C035A1B}"/>
                    </a:ext>
                  </a:extLst>
                </p14:cNvPr>
                <p14:cNvContentPartPr/>
                <p14:nvPr/>
              </p14:nvContentPartPr>
              <p14:xfrm>
                <a:off x="5603909" y="3719607"/>
                <a:ext cx="9720" cy="5040"/>
              </p14:xfrm>
            </p:contentPart>
          </mc:Choice>
          <mc:Fallback xmlns="">
            <p:pic>
              <p:nvPicPr>
                <p:cNvPr id="10" name="Freihand 9">
                  <a:extLst>
                    <a:ext uri="{FF2B5EF4-FFF2-40B4-BE49-F238E27FC236}">
                      <a16:creationId xmlns:a16="http://schemas.microsoft.com/office/drawing/2014/main" id="{CA69FC3A-4EF1-6BC9-4F95-A3706C035A1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5592694" y="3709527"/>
                  <a:ext cx="31777" cy="2486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Freihand 10">
                  <a:extLst>
                    <a:ext uri="{FF2B5EF4-FFF2-40B4-BE49-F238E27FC236}">
                      <a16:creationId xmlns:a16="http://schemas.microsoft.com/office/drawing/2014/main" id="{FDD7FC26-AD7D-B6A3-C6CA-12597E9109F8}"/>
                    </a:ext>
                  </a:extLst>
                </p14:cNvPr>
                <p14:cNvContentPartPr/>
                <p14:nvPr/>
              </p14:nvContentPartPr>
              <p14:xfrm>
                <a:off x="7822949" y="3676047"/>
                <a:ext cx="7200" cy="2520"/>
              </p14:xfrm>
            </p:contentPart>
          </mc:Choice>
          <mc:Fallback xmlns="">
            <p:pic>
              <p:nvPicPr>
                <p:cNvPr id="11" name="Freihand 10">
                  <a:extLst>
                    <a:ext uri="{FF2B5EF4-FFF2-40B4-BE49-F238E27FC236}">
                      <a16:creationId xmlns:a16="http://schemas.microsoft.com/office/drawing/2014/main" id="{FDD7FC26-AD7D-B6A3-C6CA-12597E9109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7812149" y="3666597"/>
                  <a:ext cx="28440" cy="21105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81AAD60D-4822-EC53-EB2E-9105CE68E6CD}"/>
              </a:ext>
            </a:extLst>
          </p:cNvPr>
          <p:cNvGrpSpPr/>
          <p:nvPr/>
        </p:nvGrpSpPr>
        <p:grpSpPr>
          <a:xfrm>
            <a:off x="-58783" y="2750198"/>
            <a:ext cx="4571999" cy="1896308"/>
            <a:chOff x="-58783" y="2750198"/>
            <a:chExt cx="4571999" cy="189630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6C85858A-66E9-1A5F-B778-799110559AB8}"/>
                    </a:ext>
                  </a:extLst>
                </p:cNvPr>
                <p:cNvSpPr txBox="1"/>
                <p:nvPr/>
              </p:nvSpPr>
              <p:spPr>
                <a:xfrm>
                  <a:off x="-58783" y="3040232"/>
                  <a:ext cx="4571999" cy="160627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Under </a:t>
                  </a:r>
                  <a:r>
                    <a:rPr lang="de-CH" sz="12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strict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Lyapunov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conditions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water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always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flows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strictly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downhill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so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energy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20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keeps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decreasing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until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reaches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an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equilibrium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With </a:t>
                  </a:r>
                  <a:r>
                    <a:rPr lang="de-CH" sz="12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LaSalle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water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may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also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move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sideways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on flat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regions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so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sometimes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acc>
                        <m:accPr>
                          <m:chr m:val="̇"/>
                          <m:ctrlPr>
                            <a:rPr lang="de-CH" sz="12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200" i="1" dirty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</m:acc>
                      <m:d>
                        <m:dPr>
                          <m:ctrlPr>
                            <a:rPr lang="de-CH" sz="12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2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de-CH" sz="12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even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though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has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not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stopped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yet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Still,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because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never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flow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uphill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will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eventually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end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up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largest</a:t>
                  </a:r>
                  <a:r>
                    <a:rPr lang="de-CH" sz="1200" b="1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invariant flat </a:t>
                  </a:r>
                  <a:r>
                    <a:rPr lang="de-CH" sz="1200" b="1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region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where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can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remain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sz="1200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forever</a:t>
                  </a:r>
                  <a:r>
                    <a:rPr lang="de-CH" sz="1200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.</a:t>
                  </a:r>
                </a:p>
                <a:p>
                  <a:endParaRPr lang="en-US" sz="1200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9" name="Textfeld 8">
                  <a:extLst>
                    <a:ext uri="{FF2B5EF4-FFF2-40B4-BE49-F238E27FC236}">
                      <a16:creationId xmlns:a16="http://schemas.microsoft.com/office/drawing/2014/main" id="{6C85858A-66E9-1A5F-B778-799110559A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58783" y="3040232"/>
                  <a:ext cx="4571999" cy="1606274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3" name="Textfeld 12">
              <a:extLst>
                <a:ext uri="{FF2B5EF4-FFF2-40B4-BE49-F238E27FC236}">
                  <a16:creationId xmlns:a16="http://schemas.microsoft.com/office/drawing/2014/main" id="{B7B6A81A-2765-2D7B-EF3D-C2472E4AF6C7}"/>
                </a:ext>
              </a:extLst>
            </p:cNvPr>
            <p:cNvSpPr txBox="1"/>
            <p:nvPr/>
          </p:nvSpPr>
          <p:spPr>
            <a:xfrm>
              <a:off x="-32622" y="2750198"/>
              <a:ext cx="109677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600" i="1" u="sng" dirty="0"/>
                <a:t>Intuitively: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A39E4BE2-DBE7-F9D1-AA36-ECD873CC97F0}"/>
                  </a:ext>
                </a:extLst>
              </p14:cNvPr>
              <p14:cNvContentPartPr/>
              <p14:nvPr/>
            </p14:nvContentPartPr>
            <p14:xfrm>
              <a:off x="3506062" y="1199537"/>
              <a:ext cx="117000" cy="18576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A39E4BE2-DBE7-F9D1-AA36-ECD873CC97F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495295" y="1188737"/>
                <a:ext cx="138175" cy="20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B4ECF073-B922-E90A-18DE-259C823A5E60}"/>
                  </a:ext>
                </a:extLst>
              </p14:cNvPr>
              <p14:cNvContentPartPr/>
              <p14:nvPr/>
            </p14:nvContentPartPr>
            <p14:xfrm>
              <a:off x="3675982" y="1253537"/>
              <a:ext cx="635040" cy="17100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B4ECF073-B922-E90A-18DE-259C823A5E60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665188" y="1242714"/>
                <a:ext cx="656268" cy="192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61F6A972-4E67-BD6E-B55B-8A8E6012C1E9}"/>
                  </a:ext>
                </a:extLst>
              </p14:cNvPr>
              <p14:cNvContentPartPr/>
              <p14:nvPr/>
            </p14:nvContentPartPr>
            <p14:xfrm>
              <a:off x="4417342" y="1280930"/>
              <a:ext cx="503280" cy="18756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61F6A972-4E67-BD6E-B55B-8A8E6012C1E9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406542" y="1270109"/>
                <a:ext cx="524520" cy="20884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9012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>
            <a:extLst>
              <a:ext uri="{FF2B5EF4-FFF2-40B4-BE49-F238E27FC236}">
                <a16:creationId xmlns:a16="http://schemas.microsoft.com/office/drawing/2014/main" id="{0147B2D7-D7C8-608A-260E-B5926D55DE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49" y="1601004"/>
            <a:ext cx="5256335" cy="174820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509E760D-ADD3-B4A3-A6C5-4CF7F8194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839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090BCBE-920A-0769-F87D-E2D06C0857A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110726"/>
                <a:ext cx="7886700" cy="623704"/>
              </a:xfrm>
            </p:spPr>
            <p:txBody>
              <a:bodyPr>
                <a:normAutofit/>
              </a:bodyPr>
              <a:lstStyle/>
              <a:p>
                <a:r>
                  <a:rPr lang="en-US" sz="1400" dirty="0"/>
                  <a:t>let's consider this pendulum </a:t>
                </a:r>
              </a:p>
              <a:p>
                <a:r>
                  <a:rPr lang="en-US" sz="1400" dirty="0"/>
                  <a:t>intuitively we know, that it will go to </a:t>
                </a:r>
                <a14:m>
                  <m:oMath xmlns:m="http://schemas.openxmlformats.org/officeDocument/2006/math">
                    <m:r>
                      <a:rPr lang="de-CH" sz="1400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de-CH" sz="1400" b="0" i="1" smtClean="0">
                        <a:latin typeface="Cambria Math" panose="02040503050406030204" pitchFamily="18" charset="0"/>
                      </a:rPr>
                      <m:t>= 0</m:t>
                    </m:r>
                  </m:oMath>
                </a14:m>
                <a:r>
                  <a:rPr lang="en-US" sz="1400" dirty="0"/>
                  <a:t>, we now want to prove this </a:t>
                </a:r>
                <a:r>
                  <a:rPr lang="en-US" sz="1400" dirty="0" err="1"/>
                  <a:t>asy</a:t>
                </a:r>
                <a:r>
                  <a:rPr lang="en-US" sz="1400" dirty="0"/>
                  <a:t>. stable </a:t>
                </a:r>
                <a:r>
                  <a:rPr lang="en-US" sz="1400" dirty="0" err="1"/>
                  <a:t>behaviour</a:t>
                </a:r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2090BCBE-920A-0769-F87D-E2D06C0857A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110726"/>
                <a:ext cx="7886700" cy="623704"/>
              </a:xfrm>
              <a:blipFill>
                <a:blip r:embed="rId3"/>
                <a:stretch>
                  <a:fillRect l="-161" t="-6000" b="-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87265285-22CF-C333-1879-02E7B30366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77C8DA-10CA-6FD6-8BB4-9F281A121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B87B8C1-5594-4FEC-9710-E203AA5F69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9754" y="246906"/>
            <a:ext cx="3176034" cy="1005744"/>
          </a:xfrm>
          <a:prstGeom prst="rect">
            <a:avLst/>
          </a:prstGeom>
        </p:spPr>
      </p:pic>
      <p:grpSp>
        <p:nvGrpSpPr>
          <p:cNvPr id="13" name="Gruppieren 12">
            <a:extLst>
              <a:ext uri="{FF2B5EF4-FFF2-40B4-BE49-F238E27FC236}">
                <a16:creationId xmlns:a16="http://schemas.microsoft.com/office/drawing/2014/main" id="{A920F6BF-057E-1B6C-1D7D-BC90B4CCEBAA}"/>
              </a:ext>
            </a:extLst>
          </p:cNvPr>
          <p:cNvGrpSpPr/>
          <p:nvPr/>
        </p:nvGrpSpPr>
        <p:grpSpPr>
          <a:xfrm>
            <a:off x="628649" y="3413587"/>
            <a:ext cx="8312152" cy="1283610"/>
            <a:chOff x="628649" y="3413587"/>
            <a:chExt cx="8312152" cy="1283610"/>
          </a:xfrm>
        </p:grpSpPr>
        <p:pic>
          <p:nvPicPr>
            <p:cNvPr id="11" name="Grafik 10">
              <a:extLst>
                <a:ext uri="{FF2B5EF4-FFF2-40B4-BE49-F238E27FC236}">
                  <a16:creationId xmlns:a16="http://schemas.microsoft.com/office/drawing/2014/main" id="{2C4420E6-C00A-AA9C-20DE-98873D9DF09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22549" r="52182"/>
            <a:stretch>
              <a:fillRect/>
            </a:stretch>
          </p:blipFill>
          <p:spPr>
            <a:xfrm>
              <a:off x="628649" y="3483653"/>
              <a:ext cx="4631105" cy="1088423"/>
            </a:xfrm>
            <a:prstGeom prst="rect">
              <a:avLst/>
            </a:prstGeom>
          </p:spPr>
        </p:pic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154A63BC-1EF9-79E4-44C3-6A70F2A474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59420" r="1973"/>
            <a:stretch>
              <a:fillRect/>
            </a:stretch>
          </p:blipFill>
          <p:spPr>
            <a:xfrm>
              <a:off x="5525477" y="3413587"/>
              <a:ext cx="3415324" cy="12836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4102675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6434CBEA-0F3A-43A5-A63D-31013C496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57" y="-138570"/>
            <a:ext cx="3001899" cy="1967370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9D19523-6D62-16EA-9026-DB30B2F56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496080"/>
            <a:ext cx="7886700" cy="994172"/>
          </a:xfrm>
        </p:spPr>
        <p:txBody>
          <a:bodyPr/>
          <a:lstStyle/>
          <a:p>
            <a:r>
              <a:rPr lang="en-US" dirty="0"/>
              <a:t>Global Stability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A86665E-7874-6ECC-D29B-8D57E8D6F2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762051"/>
                <a:ext cx="7886700" cy="2773691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until now we only talked about local stability of an eq. point</a:t>
                </a:r>
              </a:p>
              <a:p>
                <a:r>
                  <a:rPr lang="en-US" sz="1600" dirty="0"/>
                  <a:t>the extension to global stability is not difficult</a:t>
                </a:r>
              </a:p>
              <a:p>
                <a:r>
                  <a:rPr lang="en-US" sz="1600" dirty="0"/>
                  <a:t>an eq. point is globally stable </a:t>
                </a:r>
                <a:r>
                  <a:rPr lang="en-US" sz="1600" dirty="0" err="1"/>
                  <a:t>i.s.L</a:t>
                </a:r>
                <a:r>
                  <a:rPr lang="en-US" sz="1600" dirty="0"/>
                  <a:t> if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sz="1600" i="1" dirty="0" err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sz="1600" dirty="0"/>
                  <a:t>, conditions (1) and (2) are fulfilled and if </a:t>
                </a:r>
              </a:p>
              <a:p>
                <a:pPr marL="0" indent="0">
                  <a:buNone/>
                </a:pPr>
                <a:r>
                  <a:rPr lang="en-US" sz="1600" b="1" dirty="0">
                    <a:solidFill>
                      <a:srgbClr val="FF0000"/>
                    </a:solidFill>
                  </a:rPr>
                  <a:t>(3):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de-CH" sz="1600" b="1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de-CH" sz="1600" b="1" i="0" dirty="0" err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𝐥𝐢𝐦</m:t>
                            </m:r>
                          </m:e>
                          <m:lim>
                            <m:r>
                              <m:rPr>
                                <m:lit/>
                              </m:r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  <m:r>
                              <m:rPr>
                                <m:lit/>
                              </m:r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</m:fName>
                      <m:e>
                        <m:r>
                          <a:rPr lang="de-CH" sz="16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d>
                          <m:dPr>
                            <m:ctrlP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de-CH" sz="16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𝒙</m:t>
                            </m:r>
                          </m:e>
                        </m:d>
                      </m:e>
                    </m:func>
                    <m:r>
                      <a:rPr lang="de-CH" sz="1600" b="1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endParaRPr lang="en-US" sz="1600" b="1" dirty="0">
                  <a:solidFill>
                    <a:srgbClr val="FF0000"/>
                  </a:solidFill>
                </a:endParaRPr>
              </a:p>
              <a:p>
                <a:endParaRPr lang="en-US" sz="1600" dirty="0"/>
              </a:p>
              <a:p>
                <a:r>
                  <a:rPr lang="en-US" sz="1600" dirty="0"/>
                  <a:t>then, we can say that the LF is </a:t>
                </a:r>
                <a:r>
                  <a:rPr lang="en-US" sz="1600" u="sng" dirty="0">
                    <a:solidFill>
                      <a:srgbClr val="FF0000"/>
                    </a:solidFill>
                  </a:rPr>
                  <a:t>radially unbounded</a:t>
                </a:r>
              </a:p>
              <a:p>
                <a:r>
                  <a:rPr lang="en-US" sz="1600" dirty="0"/>
                  <a:t>the same extensions to </a:t>
                </a:r>
                <a:r>
                  <a:rPr lang="en-US" sz="1600" dirty="0" err="1"/>
                  <a:t>asy</a:t>
                </a:r>
                <a:r>
                  <a:rPr lang="en-US" sz="1600" dirty="0"/>
                  <a:t>. &amp; expo. stability as before apply</a:t>
                </a:r>
              </a:p>
              <a:p>
                <a:r>
                  <a:rPr lang="en-US" sz="1600" dirty="0"/>
                  <a:t>this result is called </a:t>
                </a:r>
                <a:r>
                  <a:rPr lang="en-US" sz="1600" dirty="0" err="1"/>
                  <a:t>Barbashin</a:t>
                </a:r>
                <a:r>
                  <a:rPr lang="en-US" sz="1600" dirty="0"/>
                  <a:t>-</a:t>
                </a:r>
                <a:r>
                  <a:rPr lang="en-US" sz="1600" dirty="0" err="1"/>
                  <a:t>Krasovski</a:t>
                </a:r>
                <a:r>
                  <a:rPr lang="en-US" sz="1600" dirty="0"/>
                  <a:t>-theorem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BA86665E-7874-6ECC-D29B-8D57E8D6F2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762051"/>
                <a:ext cx="7886700" cy="2773691"/>
              </a:xfrm>
              <a:blipFill>
                <a:blip r:embed="rId3"/>
                <a:stretch>
                  <a:fillRect l="-322" t="-1364" r="-3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70E748D-E308-BF71-F5DE-79AF4B019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3CDF03B-943E-5557-911B-A08ED7218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B0D8B6F5-7142-3F86-CB17-7D05DAACD4B5}"/>
              </a:ext>
            </a:extLst>
          </p:cNvPr>
          <p:cNvGrpSpPr/>
          <p:nvPr/>
        </p:nvGrpSpPr>
        <p:grpSpPr>
          <a:xfrm>
            <a:off x="628650" y="2695283"/>
            <a:ext cx="5530734" cy="453614"/>
            <a:chOff x="628650" y="2421439"/>
            <a:chExt cx="5530734" cy="453614"/>
          </a:xfrm>
        </p:grpSpPr>
        <p:grpSp>
          <p:nvGrpSpPr>
            <p:cNvPr id="6" name="Gruppieren 5">
              <a:extLst>
                <a:ext uri="{FF2B5EF4-FFF2-40B4-BE49-F238E27FC236}">
                  <a16:creationId xmlns:a16="http://schemas.microsoft.com/office/drawing/2014/main" id="{57E42386-4FD4-27B2-6755-3A45743B1F07}"/>
                </a:ext>
              </a:extLst>
            </p:cNvPr>
            <p:cNvGrpSpPr/>
            <p:nvPr/>
          </p:nvGrpSpPr>
          <p:grpSpPr>
            <a:xfrm>
              <a:off x="2714749" y="2603253"/>
              <a:ext cx="3444635" cy="271800"/>
              <a:chOff x="2676192" y="2707320"/>
              <a:chExt cx="3444635" cy="271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">
                <p14:nvContentPartPr>
                  <p14:cNvPr id="8" name="Freihand 7">
                    <a:extLst>
                      <a:ext uri="{FF2B5EF4-FFF2-40B4-BE49-F238E27FC236}">
                        <a16:creationId xmlns:a16="http://schemas.microsoft.com/office/drawing/2014/main" id="{B4884480-E27C-1388-9F2C-33A9380EC604}"/>
                      </a:ext>
                    </a:extLst>
                  </p14:cNvPr>
                  <p14:cNvContentPartPr/>
                  <p14:nvPr/>
                </p14:nvContentPartPr>
                <p14:xfrm>
                  <a:off x="2676192" y="2759370"/>
                  <a:ext cx="286200" cy="122400"/>
                </p14:xfrm>
              </p:contentPart>
            </mc:Choice>
            <mc:Fallback xmlns="">
              <p:pic>
                <p:nvPicPr>
                  <p:cNvPr id="8" name="Freihand 7">
                    <a:extLst>
                      <a:ext uri="{FF2B5EF4-FFF2-40B4-BE49-F238E27FC236}">
                        <a16:creationId xmlns:a16="http://schemas.microsoft.com/office/drawing/2014/main" id="{B4884480-E27C-1388-9F2C-33A9380EC604}"/>
                      </a:ext>
                    </a:extLst>
                  </p:cNvPr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2665392" y="2748570"/>
                    <a:ext cx="307440" cy="1436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6">
                <p14:nvContentPartPr>
                  <p14:cNvPr id="13" name="Freihand 12">
                    <a:extLst>
                      <a:ext uri="{FF2B5EF4-FFF2-40B4-BE49-F238E27FC236}">
                        <a16:creationId xmlns:a16="http://schemas.microsoft.com/office/drawing/2014/main" id="{B974F8B2-D74E-D935-3E96-FE0E0E8AE080}"/>
                      </a:ext>
                    </a:extLst>
                  </p14:cNvPr>
                  <p14:cNvContentPartPr/>
                  <p14:nvPr/>
                </p14:nvContentPartPr>
                <p14:xfrm>
                  <a:off x="3022872" y="2719770"/>
                  <a:ext cx="354240" cy="175680"/>
                </p14:xfrm>
              </p:contentPart>
            </mc:Choice>
            <mc:Fallback xmlns="">
              <p:pic>
                <p:nvPicPr>
                  <p:cNvPr id="13" name="Freihand 12">
                    <a:extLst>
                      <a:ext uri="{FF2B5EF4-FFF2-40B4-BE49-F238E27FC236}">
                        <a16:creationId xmlns:a16="http://schemas.microsoft.com/office/drawing/2014/main" id="{B974F8B2-D74E-D935-3E96-FE0E0E8AE080}"/>
                      </a:ext>
                    </a:extLst>
                  </p:cNvPr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3012072" y="2708992"/>
                    <a:ext cx="375480" cy="196877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">
                <p14:nvContentPartPr>
                  <p14:cNvPr id="14" name="Freihand 13">
                    <a:extLst>
                      <a:ext uri="{FF2B5EF4-FFF2-40B4-BE49-F238E27FC236}">
                        <a16:creationId xmlns:a16="http://schemas.microsoft.com/office/drawing/2014/main" id="{31755A1C-C33E-10CF-1AA8-43BDFC444940}"/>
                      </a:ext>
                    </a:extLst>
                  </p14:cNvPr>
                  <p14:cNvContentPartPr/>
                  <p14:nvPr/>
                </p14:nvContentPartPr>
                <p14:xfrm>
                  <a:off x="3506352" y="2752170"/>
                  <a:ext cx="90000" cy="145080"/>
                </p14:xfrm>
              </p:contentPart>
            </mc:Choice>
            <mc:Fallback xmlns="">
              <p:pic>
                <p:nvPicPr>
                  <p:cNvPr id="14" name="Freihand 13">
                    <a:extLst>
                      <a:ext uri="{FF2B5EF4-FFF2-40B4-BE49-F238E27FC236}">
                        <a16:creationId xmlns:a16="http://schemas.microsoft.com/office/drawing/2014/main" id="{31755A1C-C33E-10CF-1AA8-43BDFC444940}"/>
                      </a:ext>
                    </a:extLst>
                  </p:cNvPr>
                  <p:cNvPicPr/>
                  <p:nvPr/>
                </p:nvPicPr>
                <p:blipFill>
                  <a:blip r:embed="rId9"/>
                  <a:stretch>
                    <a:fillRect/>
                  </a:stretch>
                </p:blipFill>
                <p:spPr>
                  <a:xfrm>
                    <a:off x="3495552" y="2741370"/>
                    <a:ext cx="111240" cy="16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">
                <p14:nvContentPartPr>
                  <p14:cNvPr id="29" name="Freihand 28">
                    <a:extLst>
                      <a:ext uri="{FF2B5EF4-FFF2-40B4-BE49-F238E27FC236}">
                        <a16:creationId xmlns:a16="http://schemas.microsoft.com/office/drawing/2014/main" id="{7316327C-7B54-E39B-5574-E63AD63AE2EB}"/>
                      </a:ext>
                    </a:extLst>
                  </p14:cNvPr>
                  <p14:cNvContentPartPr/>
                  <p14:nvPr/>
                </p14:nvContentPartPr>
                <p14:xfrm>
                  <a:off x="3655752" y="2732010"/>
                  <a:ext cx="772560" cy="174960"/>
                </p14:xfrm>
              </p:contentPart>
            </mc:Choice>
            <mc:Fallback xmlns="">
              <p:pic>
                <p:nvPicPr>
                  <p:cNvPr id="29" name="Freihand 28">
                    <a:extLst>
                      <a:ext uri="{FF2B5EF4-FFF2-40B4-BE49-F238E27FC236}">
                        <a16:creationId xmlns:a16="http://schemas.microsoft.com/office/drawing/2014/main" id="{7316327C-7B54-E39B-5574-E63AD63AE2EB}"/>
                      </a:ext>
                    </a:extLst>
                  </p:cNvPr>
                  <p:cNvPicPr/>
                  <p:nvPr/>
                </p:nvPicPr>
                <p:blipFill>
                  <a:blip r:embed="rId11"/>
                  <a:stretch>
                    <a:fillRect/>
                  </a:stretch>
                </p:blipFill>
                <p:spPr>
                  <a:xfrm>
                    <a:off x="3644957" y="2721188"/>
                    <a:ext cx="793790" cy="196244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2">
                <p14:nvContentPartPr>
                  <p14:cNvPr id="46" name="Freihand 45">
                    <a:extLst>
                      <a:ext uri="{FF2B5EF4-FFF2-40B4-BE49-F238E27FC236}">
                        <a16:creationId xmlns:a16="http://schemas.microsoft.com/office/drawing/2014/main" id="{B5BA725B-00AB-C611-4642-4FE441A83E6E}"/>
                      </a:ext>
                    </a:extLst>
                  </p14:cNvPr>
                  <p14:cNvContentPartPr/>
                  <p14:nvPr/>
                </p14:nvContentPartPr>
                <p14:xfrm>
                  <a:off x="4612787" y="2707320"/>
                  <a:ext cx="1508040" cy="271800"/>
                </p14:xfrm>
              </p:contentPart>
            </mc:Choice>
            <mc:Fallback xmlns="">
              <p:pic>
                <p:nvPicPr>
                  <p:cNvPr id="46" name="Freihand 45">
                    <a:extLst>
                      <a:ext uri="{FF2B5EF4-FFF2-40B4-BE49-F238E27FC236}">
                        <a16:creationId xmlns:a16="http://schemas.microsoft.com/office/drawing/2014/main" id="{B5BA725B-00AB-C611-4642-4FE441A83E6E}"/>
                      </a:ext>
                    </a:extLst>
                  </p:cNvPr>
                  <p:cNvPicPr/>
                  <p:nvPr/>
                </p:nvPicPr>
                <p:blipFill>
                  <a:blip r:embed="rId13"/>
                  <a:stretch>
                    <a:fillRect/>
                  </a:stretch>
                </p:blipFill>
                <p:spPr>
                  <a:xfrm>
                    <a:off x="4601987" y="2696534"/>
                    <a:ext cx="1529280" cy="293012"/>
                  </a:xfrm>
                  <a:prstGeom prst="rect">
                    <a:avLst/>
                  </a:prstGeom>
                </p:spPr>
              </p:pic>
            </mc:Fallback>
          </mc:AlternateContent>
        </p:grpSp>
        <p:sp>
          <p:nvSpPr>
            <p:cNvPr id="7" name="Rectangle: Rounded Corners 17">
              <a:extLst>
                <a:ext uri="{FF2B5EF4-FFF2-40B4-BE49-F238E27FC236}">
                  <a16:creationId xmlns:a16="http://schemas.microsoft.com/office/drawing/2014/main" id="{9337A215-FE11-A34F-9D29-0D73E5D5B4BE}"/>
                </a:ext>
              </a:extLst>
            </p:cNvPr>
            <p:cNvSpPr/>
            <p:nvPr/>
          </p:nvSpPr>
          <p:spPr>
            <a:xfrm>
              <a:off x="628650" y="2421439"/>
              <a:ext cx="1901624" cy="453614"/>
            </a:xfrm>
            <a:prstGeom prst="roundRect">
              <a:avLst>
                <a:gd name="adj" fmla="val 12642"/>
              </a:avLst>
            </a:prstGeom>
            <a:noFill/>
            <a:ln w="25400">
              <a:solidFill>
                <a:schemeClr val="tx1">
                  <a:lumMod val="90000"/>
                  <a:lumOff val="10000"/>
                </a:schemeClr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lIns="360000" rtlCol="0" anchor="ctr"/>
            <a:lstStyle/>
            <a:p>
              <a:pPr>
                <a:spcBef>
                  <a:spcPts val="200"/>
                </a:spcBef>
              </a:pPr>
              <a:endParaRPr lang="en-US" noProof="0">
                <a:solidFill>
                  <a:schemeClr val="bg2">
                    <a:lumMod val="1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22893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B708F7-DE05-5D23-F83C-D5594E57A7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70499"/>
            <a:ext cx="7886700" cy="994172"/>
          </a:xfrm>
        </p:spPr>
        <p:txBody>
          <a:bodyPr/>
          <a:lstStyle/>
          <a:p>
            <a:r>
              <a:rPr lang="en-US" dirty="0"/>
              <a:t>Control Lyapunov Functions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440061-F125-51C5-5A08-A4EB29E18ED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87955"/>
                <a:ext cx="7886700" cy="1083035"/>
              </a:xfrm>
            </p:spPr>
            <p:txBody>
              <a:bodyPr>
                <a:normAutofit/>
              </a:bodyPr>
              <a:lstStyle/>
              <a:p>
                <a:r>
                  <a:rPr lang="en-US" sz="1600" dirty="0"/>
                  <a:t>standard Lyapunov functions check stability of dynamical systems (without control input)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⟶</m:t>
                    </m:r>
                  </m:oMath>
                </a14:m>
                <a:r>
                  <a:rPr lang="en-US" sz="1600" dirty="0"/>
                  <a:t> extend it with control inputs </a:t>
                </a:r>
              </a:p>
              <a:p>
                <a:endParaRPr lang="en-US" sz="1600" dirty="0"/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FD440061-F125-51C5-5A08-A4EB29E18ED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87955"/>
                <a:ext cx="7886700" cy="1083035"/>
              </a:xfrm>
              <a:blipFill>
                <a:blip r:embed="rId3"/>
                <a:stretch>
                  <a:fillRect l="-322" t="-344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36159AD-F95E-F024-3F5A-48738CE0CD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BADAE43-4482-4B0D-876F-201D91E3A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19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7789B85D-AA58-CBAD-DB9E-E939E3988E63}"/>
              </a:ext>
            </a:extLst>
          </p:cNvPr>
          <p:cNvGrpSpPr/>
          <p:nvPr/>
        </p:nvGrpSpPr>
        <p:grpSpPr>
          <a:xfrm>
            <a:off x="628650" y="1661741"/>
            <a:ext cx="7886700" cy="1083035"/>
            <a:chOff x="628650" y="2122322"/>
            <a:chExt cx="7886700" cy="10830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Inhaltsplatzhalter 2">
                  <a:extLst>
                    <a:ext uri="{FF2B5EF4-FFF2-40B4-BE49-F238E27FC236}">
                      <a16:creationId xmlns:a16="http://schemas.microsoft.com/office/drawing/2014/main" id="{B259FC1F-EDBF-C4AF-23D3-A0A1FAD138CD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2122322"/>
                  <a:ext cx="7886700" cy="1083035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buClrTx/>
                  </a:pPr>
                  <a:r>
                    <a:rPr lang="en-US" sz="1600" dirty="0"/>
                    <a:t>Given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ẋ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600" i="1" dirty="0" err="1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𝑓</m:t>
                      </m:r>
                      <m:d>
                        <m:dPr>
                          <m:ctrlPr>
                            <a:rPr lang="en-US" sz="1600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>
                              <a:latin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sz="1600" i="1" dirty="0">
                          <a:latin typeface="Cambria Math" panose="02040503050406030204" pitchFamily="18" charset="0"/>
                        </a:rPr>
                        <m:t>=0</m:t>
                      </m:r>
                    </m:oMath>
                  </a14:m>
                  <a:r>
                    <a:rPr lang="en-US" sz="1600" dirty="0"/>
                    <a:t>, let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en-US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en-US" sz="1600" dirty="0"/>
                    <a:t> be positive definite and radially unbounded</a:t>
                  </a:r>
                </a:p>
                <a:p>
                  <a:pPr>
                    <a:buClrTx/>
                  </a:pPr>
                  <a:r>
                    <a:rPr lang="de-CH" sz="1600" dirty="0" err="1"/>
                    <a:t>if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there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exists</a:t>
                  </a:r>
                  <a:r>
                    <a:rPr lang="de-CH" sz="1600" dirty="0"/>
                    <a:t> a </a:t>
                  </a:r>
                  <a14:m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de-CH" sz="1600" i="1" dirty="0" err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acc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de-CH" sz="1600" dirty="0"/>
                    <a:t> s.t. </a:t>
                  </a:r>
                  <a:r>
                    <a:rPr lang="de-CH" sz="1600" dirty="0" err="1"/>
                    <a:t>for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every</a:t>
                  </a:r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a14:m>
                  <a:r>
                    <a:rPr lang="de-CH" sz="1600" dirty="0"/>
                    <a:t>:</a:t>
                  </a:r>
                </a:p>
                <a:p>
                  <a:pPr marL="0" indent="0">
                    <a:buClrTx/>
                    <a:buNone/>
                  </a:pPr>
                  <a:r>
                    <a:rPr lang="de-CH" sz="1600" dirty="0"/>
                    <a:t>  </a:t>
                  </a:r>
                  <a:r>
                    <a:rPr lang="de-CH" sz="1600" dirty="0" err="1"/>
                    <a:t>then</a:t>
                  </a:r>
                  <a:r>
                    <a:rPr lang="de-CH" sz="1600" dirty="0"/>
                    <a:t> </a:t>
                  </a:r>
                  <a14:m>
                    <m:oMath xmlns:m="http://schemas.openxmlformats.org/officeDocument/2006/math">
                      <m:r>
                        <a:rPr lang="de-CH" sz="1600" i="1" dirty="0" smtClean="0">
                          <a:latin typeface="Cambria Math" panose="02040503050406030204" pitchFamily="18" charset="0"/>
                        </a:rPr>
                        <m:t>𝑉</m:t>
                      </m:r>
                      <m:d>
                        <m:dPr>
                          <m:ctrlPr>
                            <a:rPr lang="de-CH" sz="160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a14:m>
                  <a:r>
                    <a:rPr lang="de-CH" sz="1600" dirty="0"/>
                    <a:t> </a:t>
                  </a:r>
                  <a:r>
                    <a:rPr lang="de-CH" sz="1600" dirty="0" err="1"/>
                    <a:t>is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said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to</a:t>
                  </a:r>
                  <a:r>
                    <a:rPr lang="de-CH" sz="1600" dirty="0"/>
                    <a:t> </a:t>
                  </a:r>
                  <a:r>
                    <a:rPr lang="de-CH" sz="1600" dirty="0" err="1"/>
                    <a:t>be</a:t>
                  </a:r>
                  <a:r>
                    <a:rPr lang="de-CH" sz="1600" dirty="0"/>
                    <a:t> a CLF</a:t>
                  </a:r>
                </a:p>
                <a:p>
                  <a:pPr marL="0" indent="0">
                    <a:buClrTx/>
                    <a:buNone/>
                  </a:pPr>
                  <a:endParaRPr lang="de-CH" sz="1600" dirty="0"/>
                </a:p>
                <a:p>
                  <a:pPr>
                    <a:buClrTx/>
                  </a:pPr>
                  <a:endParaRPr lang="en-US" sz="1600" dirty="0"/>
                </a:p>
              </p:txBody>
            </p:sp>
          </mc:Choice>
          <mc:Fallback xmlns="">
            <p:sp>
              <p:nvSpPr>
                <p:cNvPr id="6" name="Inhaltsplatzhalter 2">
                  <a:extLst>
                    <a:ext uri="{FF2B5EF4-FFF2-40B4-BE49-F238E27FC236}">
                      <a16:creationId xmlns:a16="http://schemas.microsoft.com/office/drawing/2014/main" id="{B259FC1F-EDBF-C4AF-23D3-A0A1FAD138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2122322"/>
                  <a:ext cx="7886700" cy="1083035"/>
                </a:xfrm>
                <a:prstGeom prst="rect">
                  <a:avLst/>
                </a:prstGeom>
                <a:blipFill>
                  <a:blip r:embed="rId4"/>
                  <a:stretch>
                    <a:fillRect l="-322" t="-465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FE0AF3A-8CF6-9162-A479-CB1B9087FCCC}"/>
                    </a:ext>
                  </a:extLst>
                </p:cNvPr>
                <p:cNvSpPr txBox="1"/>
                <p:nvPr/>
              </p:nvSpPr>
              <p:spPr>
                <a:xfrm>
                  <a:off x="4399512" y="2297716"/>
                  <a:ext cx="2681760" cy="56053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̃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𝜕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sz="1600" i="1" dirty="0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acc>
                              <m:accPr>
                                <m:chr m:val="̃"/>
                                <m:ctrlP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𝑢</m:t>
                                </m:r>
                              </m:e>
                            </m:acc>
                          </m:e>
                        </m:d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&lt;0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8" name="Textfeld 7">
                  <a:extLst>
                    <a:ext uri="{FF2B5EF4-FFF2-40B4-BE49-F238E27FC236}">
                      <a16:creationId xmlns:a16="http://schemas.microsoft.com/office/drawing/2014/main" id="{6FE0AF3A-8CF6-9162-A479-CB1B9087FCC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399512" y="2297716"/>
                  <a:ext cx="2681760" cy="560538"/>
                </a:xfrm>
                <a:prstGeom prst="rect">
                  <a:avLst/>
                </a:prstGeom>
                <a:blipFill>
                  <a:blip r:embed="rId5"/>
                  <a:stretch>
                    <a:fillRect b="-4444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41A2F65-31A7-EE68-65F8-1663507533DC}"/>
                  </a:ext>
                </a:extLst>
              </p:cNvPr>
              <p:cNvSpPr txBox="1"/>
              <p:nvPr/>
            </p:nvSpPr>
            <p:spPr>
              <a:xfrm>
                <a:off x="628650" y="2753463"/>
                <a:ext cx="8359487" cy="11167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this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essentially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same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as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before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except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that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now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have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some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control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over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by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choosing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appropriate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𝑢</m:t>
                        </m:r>
                      </m:e>
                    </m:acc>
                  </m:oMath>
                </a14:m>
                <a:endParaRPr lang="de-CH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14:m>
                  <m:oMath xmlns:m="http://schemas.openxmlformats.org/officeDocument/2006/math">
                    <m:r>
                      <a:rPr lang="de-CH" sz="16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could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6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that</a:t>
                </a:r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,0</m:t>
                        </m:r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≥0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but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acc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acc>
                          <m:accPr>
                            <m:chr m:val="̃"/>
                            <m:ctrlPr>
                              <a:rPr lang="de-CH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acc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𝑢</m:t>
                            </m:r>
                          </m:e>
                        </m:acc>
                        <m:d>
                          <m:dPr>
                            <m:ctrlPr>
                              <a:rPr lang="de-CH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dPr>
                          <m:e>
                            <m:r>
                              <a:rPr lang="de-CH" sz="1600" i="1" dirty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&lt;0</m:t>
                    </m:r>
                  </m:oMath>
                </a14:m>
                <a:r>
                  <a:rPr lang="de-CH" sz="16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  <a:p>
                <a:endParaRPr lang="en-US" sz="16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41A2F65-31A7-EE68-65F8-1663507533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2753463"/>
                <a:ext cx="8359487" cy="1116716"/>
              </a:xfrm>
              <a:prstGeom prst="rect">
                <a:avLst/>
              </a:prstGeom>
              <a:blipFill>
                <a:blip r:embed="rId6"/>
                <a:stretch>
                  <a:fillRect l="-303" t="-11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3" name="Freihand 12">
                <a:extLst>
                  <a:ext uri="{FF2B5EF4-FFF2-40B4-BE49-F238E27FC236}">
                    <a16:creationId xmlns:a16="http://schemas.microsoft.com/office/drawing/2014/main" id="{ACF6B1E6-08FB-2B9B-592A-5A946374D538}"/>
                  </a:ext>
                </a:extLst>
              </p14:cNvPr>
              <p14:cNvContentPartPr/>
              <p14:nvPr/>
            </p14:nvContentPartPr>
            <p14:xfrm>
              <a:off x="6472135" y="601045"/>
              <a:ext cx="256680" cy="418680"/>
            </p14:xfrm>
          </p:contentPart>
        </mc:Choice>
        <mc:Fallback xmlns="">
          <p:pic>
            <p:nvPicPr>
              <p:cNvPr id="13" name="Freihand 12">
                <a:extLst>
                  <a:ext uri="{FF2B5EF4-FFF2-40B4-BE49-F238E27FC236}">
                    <a16:creationId xmlns:a16="http://schemas.microsoft.com/office/drawing/2014/main" id="{ACF6B1E6-08FB-2B9B-592A-5A946374D53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461335" y="590236"/>
                <a:ext cx="277920" cy="4399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9" name="Freihand 18">
                <a:extLst>
                  <a:ext uri="{FF2B5EF4-FFF2-40B4-BE49-F238E27FC236}">
                    <a16:creationId xmlns:a16="http://schemas.microsoft.com/office/drawing/2014/main" id="{58B6D5FC-3F48-37F7-5568-3B034551A49E}"/>
                  </a:ext>
                </a:extLst>
              </p14:cNvPr>
              <p14:cNvContentPartPr/>
              <p14:nvPr/>
            </p14:nvContentPartPr>
            <p14:xfrm>
              <a:off x="6179095" y="407365"/>
              <a:ext cx="300600" cy="175680"/>
            </p14:xfrm>
          </p:contentPart>
        </mc:Choice>
        <mc:Fallback xmlns="">
          <p:pic>
            <p:nvPicPr>
              <p:cNvPr id="19" name="Freihand 18">
                <a:extLst>
                  <a:ext uri="{FF2B5EF4-FFF2-40B4-BE49-F238E27FC236}">
                    <a16:creationId xmlns:a16="http://schemas.microsoft.com/office/drawing/2014/main" id="{58B6D5FC-3F48-37F7-5568-3B034551A49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168282" y="396587"/>
                <a:ext cx="321865" cy="196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79A45074-F46B-F7FC-372A-C81B1FA32790}"/>
                  </a:ext>
                </a:extLst>
              </p14:cNvPr>
              <p14:cNvContentPartPr/>
              <p14:nvPr/>
            </p14:nvContentPartPr>
            <p14:xfrm>
              <a:off x="6599215" y="374965"/>
              <a:ext cx="106560" cy="16884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79A45074-F46B-F7FC-372A-C81B1FA3279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588451" y="364188"/>
                <a:ext cx="127728" cy="1900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35" name="Freihand 34">
                <a:extLst>
                  <a:ext uri="{FF2B5EF4-FFF2-40B4-BE49-F238E27FC236}">
                    <a16:creationId xmlns:a16="http://schemas.microsoft.com/office/drawing/2014/main" id="{8D76657F-552C-79E2-0AF0-5846D8B2E5FD}"/>
                  </a:ext>
                </a:extLst>
              </p14:cNvPr>
              <p14:cNvContentPartPr/>
              <p14:nvPr/>
            </p14:nvContentPartPr>
            <p14:xfrm>
              <a:off x="6790735" y="322045"/>
              <a:ext cx="432000" cy="215640"/>
            </p14:xfrm>
          </p:contentPart>
        </mc:Choice>
        <mc:Fallback xmlns="">
          <p:pic>
            <p:nvPicPr>
              <p:cNvPr id="35" name="Freihand 34">
                <a:extLst>
                  <a:ext uri="{FF2B5EF4-FFF2-40B4-BE49-F238E27FC236}">
                    <a16:creationId xmlns:a16="http://schemas.microsoft.com/office/drawing/2014/main" id="{8D76657F-552C-79E2-0AF0-5846D8B2E5F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779935" y="311245"/>
                <a:ext cx="453240" cy="23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38" name="Freihand 37">
                <a:extLst>
                  <a:ext uri="{FF2B5EF4-FFF2-40B4-BE49-F238E27FC236}">
                    <a16:creationId xmlns:a16="http://schemas.microsoft.com/office/drawing/2014/main" id="{DE1D54AC-18FB-BFBD-82D1-00BC58330681}"/>
                  </a:ext>
                </a:extLst>
              </p14:cNvPr>
              <p14:cNvContentPartPr/>
              <p14:nvPr/>
            </p14:nvContentPartPr>
            <p14:xfrm>
              <a:off x="7309135" y="372445"/>
              <a:ext cx="214200" cy="99720"/>
            </p14:xfrm>
          </p:contentPart>
        </mc:Choice>
        <mc:Fallback xmlns="">
          <p:pic>
            <p:nvPicPr>
              <p:cNvPr id="38" name="Freihand 37">
                <a:extLst>
                  <a:ext uri="{FF2B5EF4-FFF2-40B4-BE49-F238E27FC236}">
                    <a16:creationId xmlns:a16="http://schemas.microsoft.com/office/drawing/2014/main" id="{DE1D54AC-18FB-BFBD-82D1-00BC58330681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7298335" y="361645"/>
                <a:ext cx="235440" cy="12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39" name="Freihand 38">
                <a:extLst>
                  <a:ext uri="{FF2B5EF4-FFF2-40B4-BE49-F238E27FC236}">
                    <a16:creationId xmlns:a16="http://schemas.microsoft.com/office/drawing/2014/main" id="{53A9A2B4-EF8B-30BB-A566-A6CDB34885AC}"/>
                  </a:ext>
                </a:extLst>
              </p14:cNvPr>
              <p14:cNvContentPartPr/>
              <p14:nvPr/>
            </p14:nvContentPartPr>
            <p14:xfrm>
              <a:off x="7640695" y="365605"/>
              <a:ext cx="65160" cy="114120"/>
            </p14:xfrm>
          </p:contentPart>
        </mc:Choice>
        <mc:Fallback xmlns="">
          <p:pic>
            <p:nvPicPr>
              <p:cNvPr id="39" name="Freihand 38">
                <a:extLst>
                  <a:ext uri="{FF2B5EF4-FFF2-40B4-BE49-F238E27FC236}">
                    <a16:creationId xmlns:a16="http://schemas.microsoft.com/office/drawing/2014/main" id="{53A9A2B4-EF8B-30BB-A566-A6CDB34885A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629895" y="354805"/>
                <a:ext cx="86400" cy="13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40" name="Freihand 39">
                <a:extLst>
                  <a:ext uri="{FF2B5EF4-FFF2-40B4-BE49-F238E27FC236}">
                    <a16:creationId xmlns:a16="http://schemas.microsoft.com/office/drawing/2014/main" id="{13612270-8984-9C91-5094-EB40B36F29CC}"/>
                  </a:ext>
                </a:extLst>
              </p14:cNvPr>
              <p14:cNvContentPartPr/>
              <p14:nvPr/>
            </p14:nvContentPartPr>
            <p14:xfrm>
              <a:off x="7610815" y="372445"/>
              <a:ext cx="106200" cy="106560"/>
            </p14:xfrm>
          </p:contentPart>
        </mc:Choice>
        <mc:Fallback xmlns="">
          <p:pic>
            <p:nvPicPr>
              <p:cNvPr id="40" name="Freihand 39">
                <a:extLst>
                  <a:ext uri="{FF2B5EF4-FFF2-40B4-BE49-F238E27FC236}">
                    <a16:creationId xmlns:a16="http://schemas.microsoft.com/office/drawing/2014/main" id="{13612270-8984-9C91-5094-EB40B36F29CC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600015" y="361645"/>
                <a:ext cx="127440" cy="12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41" name="Freihand 40">
                <a:extLst>
                  <a:ext uri="{FF2B5EF4-FFF2-40B4-BE49-F238E27FC236}">
                    <a16:creationId xmlns:a16="http://schemas.microsoft.com/office/drawing/2014/main" id="{693C94F1-2F0A-47BA-87D3-762E9FBACA91}"/>
                  </a:ext>
                </a:extLst>
              </p14:cNvPr>
              <p14:cNvContentPartPr/>
              <p14:nvPr/>
            </p14:nvContentPartPr>
            <p14:xfrm>
              <a:off x="7682095" y="328885"/>
              <a:ext cx="21240" cy="2520"/>
            </p14:xfrm>
          </p:contentPart>
        </mc:Choice>
        <mc:Fallback xmlns="">
          <p:pic>
            <p:nvPicPr>
              <p:cNvPr id="41" name="Freihand 40">
                <a:extLst>
                  <a:ext uri="{FF2B5EF4-FFF2-40B4-BE49-F238E27FC236}">
                    <a16:creationId xmlns:a16="http://schemas.microsoft.com/office/drawing/2014/main" id="{693C94F1-2F0A-47BA-87D3-762E9FBACA91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671109" y="318085"/>
                <a:ext cx="42846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42" name="Freihand 41">
                <a:extLst>
                  <a:ext uri="{FF2B5EF4-FFF2-40B4-BE49-F238E27FC236}">
                    <a16:creationId xmlns:a16="http://schemas.microsoft.com/office/drawing/2014/main" id="{37C858FA-6217-4818-B90F-58D5B2CF700B}"/>
                  </a:ext>
                </a:extLst>
              </p14:cNvPr>
              <p14:cNvContentPartPr/>
              <p14:nvPr/>
            </p14:nvContentPartPr>
            <p14:xfrm>
              <a:off x="7792975" y="395845"/>
              <a:ext cx="74160" cy="5040"/>
            </p14:xfrm>
          </p:contentPart>
        </mc:Choice>
        <mc:Fallback xmlns="">
          <p:pic>
            <p:nvPicPr>
              <p:cNvPr id="42" name="Freihand 41">
                <a:extLst>
                  <a:ext uri="{FF2B5EF4-FFF2-40B4-BE49-F238E27FC236}">
                    <a16:creationId xmlns:a16="http://schemas.microsoft.com/office/drawing/2014/main" id="{37C858FA-6217-4818-B90F-58D5B2CF700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7782175" y="385045"/>
                <a:ext cx="95400" cy="2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43" name="Freihand 42">
                <a:extLst>
                  <a:ext uri="{FF2B5EF4-FFF2-40B4-BE49-F238E27FC236}">
                    <a16:creationId xmlns:a16="http://schemas.microsoft.com/office/drawing/2014/main" id="{1FB5D5C4-E1F9-5EBB-5157-C34C29ADC2EC}"/>
                  </a:ext>
                </a:extLst>
              </p14:cNvPr>
              <p14:cNvContentPartPr/>
              <p14:nvPr/>
            </p14:nvContentPartPr>
            <p14:xfrm>
              <a:off x="7788295" y="441925"/>
              <a:ext cx="60480" cy="2520"/>
            </p14:xfrm>
          </p:contentPart>
        </mc:Choice>
        <mc:Fallback xmlns="">
          <p:pic>
            <p:nvPicPr>
              <p:cNvPr id="43" name="Freihand 42">
                <a:extLst>
                  <a:ext uri="{FF2B5EF4-FFF2-40B4-BE49-F238E27FC236}">
                    <a16:creationId xmlns:a16="http://schemas.microsoft.com/office/drawing/2014/main" id="{1FB5D5C4-E1F9-5EBB-5157-C34C29ADC2EC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777495" y="432475"/>
                <a:ext cx="81720" cy="211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CBADC9CD-B82E-8774-2094-755995D7F985}"/>
                  </a:ext>
                </a:extLst>
              </p14:cNvPr>
              <p14:cNvContentPartPr/>
              <p14:nvPr/>
            </p14:nvContentPartPr>
            <p14:xfrm>
              <a:off x="7952455" y="291805"/>
              <a:ext cx="51120" cy="199080"/>
            </p14:xfrm>
          </p:contentPart>
        </mc:Choice>
        <mc:Fallback xmlns=""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CBADC9CD-B82E-8774-2094-755995D7F985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7941655" y="281005"/>
                <a:ext cx="72360" cy="22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45" name="Freihand 44">
                <a:extLst>
                  <a:ext uri="{FF2B5EF4-FFF2-40B4-BE49-F238E27FC236}">
                    <a16:creationId xmlns:a16="http://schemas.microsoft.com/office/drawing/2014/main" id="{221EBADE-9E78-B076-1159-996E2D316EB7}"/>
                  </a:ext>
                </a:extLst>
              </p14:cNvPr>
              <p14:cNvContentPartPr/>
              <p14:nvPr/>
            </p14:nvContentPartPr>
            <p14:xfrm>
              <a:off x="7894495" y="400165"/>
              <a:ext cx="83520" cy="11880"/>
            </p14:xfrm>
          </p:contentPart>
        </mc:Choice>
        <mc:Fallback xmlns="">
          <p:pic>
            <p:nvPicPr>
              <p:cNvPr id="45" name="Freihand 44">
                <a:extLst>
                  <a:ext uri="{FF2B5EF4-FFF2-40B4-BE49-F238E27FC236}">
                    <a16:creationId xmlns:a16="http://schemas.microsoft.com/office/drawing/2014/main" id="{221EBADE-9E78-B076-1159-996E2D316EB7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7883695" y="389365"/>
                <a:ext cx="104760" cy="3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2E9BD07E-BF50-BC6C-EC4C-D2F0A076E3EA}"/>
                  </a:ext>
                </a:extLst>
              </p14:cNvPr>
              <p14:cNvContentPartPr/>
              <p14:nvPr/>
            </p14:nvContentPartPr>
            <p14:xfrm>
              <a:off x="8037775" y="296485"/>
              <a:ext cx="46440" cy="208080"/>
            </p14:xfrm>
          </p:contentPart>
        </mc:Choice>
        <mc:Fallback xmlns=""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2E9BD07E-BF50-BC6C-EC4C-D2F0A076E3EA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8027058" y="285685"/>
                <a:ext cx="67517" cy="22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47" name="Freihand 46">
                <a:extLst>
                  <a:ext uri="{FF2B5EF4-FFF2-40B4-BE49-F238E27FC236}">
                    <a16:creationId xmlns:a16="http://schemas.microsoft.com/office/drawing/2014/main" id="{D130BD1E-D36C-D7EC-7EFA-C96E51BC91AA}"/>
                  </a:ext>
                </a:extLst>
              </p14:cNvPr>
              <p14:cNvContentPartPr/>
              <p14:nvPr/>
            </p14:nvContentPartPr>
            <p14:xfrm>
              <a:off x="8104735" y="377125"/>
              <a:ext cx="81360" cy="85680"/>
            </p14:xfrm>
          </p:contentPart>
        </mc:Choice>
        <mc:Fallback xmlns="">
          <p:pic>
            <p:nvPicPr>
              <p:cNvPr id="47" name="Freihand 46">
                <a:extLst>
                  <a:ext uri="{FF2B5EF4-FFF2-40B4-BE49-F238E27FC236}">
                    <a16:creationId xmlns:a16="http://schemas.microsoft.com/office/drawing/2014/main" id="{D130BD1E-D36C-D7EC-7EFA-C96E51BC91AA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093983" y="366325"/>
                <a:ext cx="102506" cy="10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D2A27D34-C203-AFE1-4624-48C1D59E1E69}"/>
                  </a:ext>
                </a:extLst>
              </p14:cNvPr>
              <p14:cNvContentPartPr/>
              <p14:nvPr/>
            </p14:nvContentPartPr>
            <p14:xfrm>
              <a:off x="8083855" y="358765"/>
              <a:ext cx="115920" cy="9504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D2A27D34-C203-AFE1-4624-48C1D59E1E69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8073021" y="347965"/>
                <a:ext cx="137226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56" name="Freihand 55">
                <a:extLst>
                  <a:ext uri="{FF2B5EF4-FFF2-40B4-BE49-F238E27FC236}">
                    <a16:creationId xmlns:a16="http://schemas.microsoft.com/office/drawing/2014/main" id="{517F69A9-5787-C4B5-FCA1-9D7253189587}"/>
                  </a:ext>
                </a:extLst>
              </p14:cNvPr>
              <p14:cNvContentPartPr/>
              <p14:nvPr/>
            </p14:nvContentPartPr>
            <p14:xfrm>
              <a:off x="8213095" y="287125"/>
              <a:ext cx="295920" cy="249840"/>
            </p14:xfrm>
          </p:contentPart>
        </mc:Choice>
        <mc:Fallback xmlns="">
          <p:pic>
            <p:nvPicPr>
              <p:cNvPr id="56" name="Freihand 55">
                <a:extLst>
                  <a:ext uri="{FF2B5EF4-FFF2-40B4-BE49-F238E27FC236}">
                    <a16:creationId xmlns:a16="http://schemas.microsoft.com/office/drawing/2014/main" id="{517F69A9-5787-C4B5-FCA1-9D7253189587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8202282" y="276309"/>
                <a:ext cx="317186" cy="271111"/>
              </a:xfrm>
              <a:prstGeom prst="rect">
                <a:avLst/>
              </a:prstGeom>
            </p:spPr>
          </p:pic>
        </mc:Fallback>
      </mc:AlternateContent>
      <p:grpSp>
        <p:nvGrpSpPr>
          <p:cNvPr id="72" name="Gruppieren 71">
            <a:extLst>
              <a:ext uri="{FF2B5EF4-FFF2-40B4-BE49-F238E27FC236}">
                <a16:creationId xmlns:a16="http://schemas.microsoft.com/office/drawing/2014/main" id="{ED202828-9454-2429-9D2A-D941C3B1542F}"/>
              </a:ext>
            </a:extLst>
          </p:cNvPr>
          <p:cNvGrpSpPr/>
          <p:nvPr/>
        </p:nvGrpSpPr>
        <p:grpSpPr>
          <a:xfrm>
            <a:off x="628650" y="3645925"/>
            <a:ext cx="7843023" cy="1230530"/>
            <a:chOff x="628650" y="3717766"/>
            <a:chExt cx="7843023" cy="1230530"/>
          </a:xfrm>
        </p:grpSpPr>
        <p:pic>
          <p:nvPicPr>
            <p:cNvPr id="12" name="Grafik 11">
              <a:extLst>
                <a:ext uri="{FF2B5EF4-FFF2-40B4-BE49-F238E27FC236}">
                  <a16:creationId xmlns:a16="http://schemas.microsoft.com/office/drawing/2014/main" id="{0D8CCC65-0EA1-79BA-A291-CD8074AFBBB8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/>
            <a:stretch>
              <a:fillRect/>
            </a:stretch>
          </p:blipFill>
          <p:spPr>
            <a:xfrm>
              <a:off x="628650" y="3717766"/>
              <a:ext cx="6493765" cy="1049497"/>
            </a:xfrm>
            <a:prstGeom prst="rect">
              <a:avLst/>
            </a:prstGeom>
          </p:spPr>
        </p:pic>
        <p:grpSp>
          <p:nvGrpSpPr>
            <p:cNvPr id="71" name="Gruppieren 70">
              <a:extLst>
                <a:ext uri="{FF2B5EF4-FFF2-40B4-BE49-F238E27FC236}">
                  <a16:creationId xmlns:a16="http://schemas.microsoft.com/office/drawing/2014/main" id="{764C8269-1546-1F12-6DF5-1A7D058A8AE3}"/>
                </a:ext>
              </a:extLst>
            </p:cNvPr>
            <p:cNvGrpSpPr/>
            <p:nvPr/>
          </p:nvGrpSpPr>
          <p:grpSpPr>
            <a:xfrm>
              <a:off x="6162392" y="4526376"/>
              <a:ext cx="2309281" cy="421920"/>
              <a:chOff x="6162392" y="4526376"/>
              <a:chExt cx="2309281" cy="4219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0">
                <p14:nvContentPartPr>
                  <p14:cNvPr id="27" name="Freihand 26">
                    <a:extLst>
                      <a:ext uri="{FF2B5EF4-FFF2-40B4-BE49-F238E27FC236}">
                        <a16:creationId xmlns:a16="http://schemas.microsoft.com/office/drawing/2014/main" id="{B48F4C14-5101-4444-7BEF-6A4F25D4221A}"/>
                      </a:ext>
                    </a:extLst>
                  </p14:cNvPr>
                  <p14:cNvContentPartPr/>
                  <p14:nvPr/>
                </p14:nvContentPartPr>
                <p14:xfrm>
                  <a:off x="6162392" y="4552656"/>
                  <a:ext cx="536400" cy="222120"/>
                </p14:xfrm>
              </p:contentPart>
            </mc:Choice>
            <mc:Fallback xmlns="">
              <p:pic>
                <p:nvPicPr>
                  <p:cNvPr id="27" name="Freihand 26">
                    <a:extLst>
                      <a:ext uri="{FF2B5EF4-FFF2-40B4-BE49-F238E27FC236}">
                        <a16:creationId xmlns:a16="http://schemas.microsoft.com/office/drawing/2014/main" id="{B48F4C14-5101-4444-7BEF-6A4F25D4221A}"/>
                      </a:ext>
                    </a:extLst>
                  </p:cNvPr>
                  <p:cNvPicPr/>
                  <p:nvPr/>
                </p:nvPicPr>
                <p:blipFill>
                  <a:blip r:embed="rId41"/>
                  <a:stretch>
                    <a:fillRect/>
                  </a:stretch>
                </p:blipFill>
                <p:spPr>
                  <a:xfrm>
                    <a:off x="6151599" y="4541873"/>
                    <a:ext cx="557626" cy="243326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2">
                <p14:nvContentPartPr>
                  <p14:cNvPr id="31" name="Freihand 30">
                    <a:extLst>
                      <a:ext uri="{FF2B5EF4-FFF2-40B4-BE49-F238E27FC236}">
                        <a16:creationId xmlns:a16="http://schemas.microsoft.com/office/drawing/2014/main" id="{21069B2D-5415-ECCF-A59D-64036A4B500F}"/>
                      </a:ext>
                    </a:extLst>
                  </p14:cNvPr>
                  <p14:cNvContentPartPr/>
                  <p14:nvPr/>
                </p14:nvContentPartPr>
                <p14:xfrm>
                  <a:off x="6888152" y="4625736"/>
                  <a:ext cx="321480" cy="132840"/>
                </p14:xfrm>
              </p:contentPart>
            </mc:Choice>
            <mc:Fallback xmlns="">
              <p:pic>
                <p:nvPicPr>
                  <p:cNvPr id="31" name="Freihand 30">
                    <a:extLst>
                      <a:ext uri="{FF2B5EF4-FFF2-40B4-BE49-F238E27FC236}">
                        <a16:creationId xmlns:a16="http://schemas.microsoft.com/office/drawing/2014/main" id="{21069B2D-5415-ECCF-A59D-64036A4B500F}"/>
                      </a:ext>
                    </a:extLst>
                  </p:cNvPr>
                  <p:cNvPicPr/>
                  <p:nvPr/>
                </p:nvPicPr>
                <p:blipFill>
                  <a:blip r:embed="rId43"/>
                  <a:stretch>
                    <a:fillRect/>
                  </a:stretch>
                </p:blipFill>
                <p:spPr>
                  <a:xfrm>
                    <a:off x="6877364" y="4614907"/>
                    <a:ext cx="342696" cy="154138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4">
                <p14:nvContentPartPr>
                  <p14:cNvPr id="69" name="Freihand 68">
                    <a:extLst>
                      <a:ext uri="{FF2B5EF4-FFF2-40B4-BE49-F238E27FC236}">
                        <a16:creationId xmlns:a16="http://schemas.microsoft.com/office/drawing/2014/main" id="{D3014ACF-7C36-94A1-C667-19EE7BC4E34E}"/>
                      </a:ext>
                    </a:extLst>
                  </p14:cNvPr>
                  <p14:cNvContentPartPr/>
                  <p14:nvPr/>
                </p14:nvContentPartPr>
                <p14:xfrm>
                  <a:off x="7283673" y="4544016"/>
                  <a:ext cx="555120" cy="356400"/>
                </p14:xfrm>
              </p:contentPart>
            </mc:Choice>
            <mc:Fallback xmlns="">
              <p:pic>
                <p:nvPicPr>
                  <p:cNvPr id="69" name="Freihand 68">
                    <a:extLst>
                      <a:ext uri="{FF2B5EF4-FFF2-40B4-BE49-F238E27FC236}">
                        <a16:creationId xmlns:a16="http://schemas.microsoft.com/office/drawing/2014/main" id="{D3014ACF-7C36-94A1-C667-19EE7BC4E34E}"/>
                      </a:ext>
                    </a:extLst>
                  </p:cNvPr>
                  <p:cNvPicPr/>
                  <p:nvPr/>
                </p:nvPicPr>
                <p:blipFill>
                  <a:blip r:embed="rId45"/>
                  <a:stretch>
                    <a:fillRect/>
                  </a:stretch>
                </p:blipFill>
                <p:spPr>
                  <a:xfrm>
                    <a:off x="7272866" y="4533205"/>
                    <a:ext cx="576374" cy="377661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6">
                <p14:nvContentPartPr>
                  <p14:cNvPr id="70" name="Freihand 69">
                    <a:extLst>
                      <a:ext uri="{FF2B5EF4-FFF2-40B4-BE49-F238E27FC236}">
                        <a16:creationId xmlns:a16="http://schemas.microsoft.com/office/drawing/2014/main" id="{E2D62A60-135A-D63B-5B50-286E683E22F3}"/>
                      </a:ext>
                    </a:extLst>
                  </p14:cNvPr>
                  <p14:cNvContentPartPr/>
                  <p14:nvPr/>
                </p14:nvContentPartPr>
                <p14:xfrm>
                  <a:off x="7998993" y="4526376"/>
                  <a:ext cx="472680" cy="177840"/>
                </p14:xfrm>
              </p:contentPart>
            </mc:Choice>
            <mc:Fallback xmlns="">
              <p:pic>
                <p:nvPicPr>
                  <p:cNvPr id="70" name="Freihand 69">
                    <a:extLst>
                      <a:ext uri="{FF2B5EF4-FFF2-40B4-BE49-F238E27FC236}">
                        <a16:creationId xmlns:a16="http://schemas.microsoft.com/office/drawing/2014/main" id="{E2D62A60-135A-D63B-5B50-286E683E22F3}"/>
                      </a:ext>
                    </a:extLst>
                  </p:cNvPr>
                  <p:cNvPicPr/>
                  <p:nvPr/>
                </p:nvPicPr>
                <p:blipFill>
                  <a:blip r:embed="rId47"/>
                  <a:stretch>
                    <a:fillRect/>
                  </a:stretch>
                </p:blipFill>
                <p:spPr>
                  <a:xfrm>
                    <a:off x="7988193" y="4515554"/>
                    <a:ext cx="493920" cy="199123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48">
                <p14:nvContentPartPr>
                  <p14:cNvPr id="76" name="Freihand 75">
                    <a:extLst>
                      <a:ext uri="{FF2B5EF4-FFF2-40B4-BE49-F238E27FC236}">
                        <a16:creationId xmlns:a16="http://schemas.microsoft.com/office/drawing/2014/main" id="{E03D4A45-DE89-DBF3-88B8-CAE4CD443C32}"/>
                      </a:ext>
                    </a:extLst>
                  </p14:cNvPr>
                  <p14:cNvContentPartPr/>
                  <p14:nvPr/>
                </p14:nvContentPartPr>
                <p14:xfrm>
                  <a:off x="7854633" y="4720416"/>
                  <a:ext cx="309960" cy="227880"/>
                </p14:xfrm>
              </p:contentPart>
            </mc:Choice>
            <mc:Fallback xmlns="">
              <p:pic>
                <p:nvPicPr>
                  <p:cNvPr id="76" name="Freihand 75">
                    <a:extLst>
                      <a:ext uri="{FF2B5EF4-FFF2-40B4-BE49-F238E27FC236}">
                        <a16:creationId xmlns:a16="http://schemas.microsoft.com/office/drawing/2014/main" id="{E03D4A45-DE89-DBF3-88B8-CAE4CD443C32}"/>
                      </a:ext>
                    </a:extLst>
                  </p:cNvPr>
                  <p:cNvPicPr/>
                  <p:nvPr/>
                </p:nvPicPr>
                <p:blipFill>
                  <a:blip r:embed="rId49"/>
                  <a:stretch>
                    <a:fillRect/>
                  </a:stretch>
                </p:blipFill>
                <p:spPr>
                  <a:xfrm>
                    <a:off x="7843833" y="4709616"/>
                    <a:ext cx="331200" cy="24912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</p:spTree>
    <p:extLst>
      <p:ext uri="{BB962C8B-B14F-4D97-AF65-F5344CB8AC3E}">
        <p14:creationId xmlns:p14="http://schemas.microsoft.com/office/powerpoint/2010/main" val="28895989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A85DDF-2786-05FF-4015-1765ACCF5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 Question </a:t>
            </a:r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47F6D39-6AA4-B096-7E22-A9BD53834D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8650" y="1258491"/>
            <a:ext cx="7886700" cy="2031985"/>
          </a:xfrm>
          <a:prstGeom prst="rect">
            <a:avLst/>
          </a:prstGeom>
        </p:spPr>
      </p:pic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DB71E95-C760-61C7-59ED-A6477EB633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B7BA8E68-788D-D706-549A-B43757BDD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D6D2502A-FD1B-0FCA-4FAD-F1C0E8A10ACF}"/>
              </a:ext>
            </a:extLst>
          </p:cNvPr>
          <p:cNvSpPr txBox="1"/>
          <p:nvPr/>
        </p:nvSpPr>
        <p:spPr>
          <a:xfrm>
            <a:off x="7849456" y="4263775"/>
            <a:ext cx="4138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B)</a:t>
            </a:r>
          </a:p>
        </p:txBody>
      </p:sp>
    </p:spTree>
    <p:extLst>
      <p:ext uri="{BB962C8B-B14F-4D97-AF65-F5344CB8AC3E}">
        <p14:creationId xmlns:p14="http://schemas.microsoft.com/office/powerpoint/2010/main" val="35170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C27593-8B5E-8E0F-B8B7-5009F17E67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8" y="-68610"/>
            <a:ext cx="7886700" cy="994172"/>
          </a:xfrm>
        </p:spPr>
        <p:txBody>
          <a:bodyPr/>
          <a:lstStyle/>
          <a:p>
            <a:r>
              <a:rPr lang="en-US" dirty="0"/>
              <a:t>Exam Question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C53044C-0B34-68A1-F52A-203CE1E5FB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FE3D72-B75D-A24F-6225-2E6FD864E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21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5B46FAF-6E46-75CF-8091-9D5B8E5CB2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819745"/>
            <a:ext cx="6690917" cy="350401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FA759F9-8B70-CEAD-BD96-F2508552FEB9}"/>
                  </a:ext>
                </a:extLst>
              </p:cNvPr>
              <p:cNvSpPr txBox="1"/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eq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point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stable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if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there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exists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function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s.t. :</a:t>
                </a: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positive 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definiteness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≥0 </m:t>
                    </m:r>
                  </m:oMath>
                </a14:m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endParaRPr lang="de-CH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non-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increasing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along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trajectories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𝑑𝑉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·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𝑑𝑡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≤0</m:t>
                    </m:r>
                  </m:oMath>
                </a14:m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3" name="Textfeld 2">
                <a:extLst>
                  <a:ext uri="{FF2B5EF4-FFF2-40B4-BE49-F238E27FC236}">
                    <a16:creationId xmlns:a16="http://schemas.microsoft.com/office/drawing/2014/main" id="{6FA759F9-8B70-CEAD-BD96-F2508552F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blipFill>
                <a:blip r:embed="rId3"/>
                <a:stretch>
                  <a:fillRect l="-50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6" name="Freihand 5">
                <a:extLst>
                  <a:ext uri="{FF2B5EF4-FFF2-40B4-BE49-F238E27FC236}">
                    <a16:creationId xmlns:a16="http://schemas.microsoft.com/office/drawing/2014/main" id="{F45830C7-2774-57C2-B95A-57B98E9597C6}"/>
                  </a:ext>
                </a:extLst>
              </p14:cNvPr>
              <p14:cNvContentPartPr/>
              <p14:nvPr/>
            </p14:nvContentPartPr>
            <p14:xfrm>
              <a:off x="3888465" y="406225"/>
              <a:ext cx="176760" cy="73080"/>
            </p14:xfrm>
          </p:contentPart>
        </mc:Choice>
        <mc:Fallback xmlns="">
          <p:pic>
            <p:nvPicPr>
              <p:cNvPr id="6" name="Freihand 5">
                <a:extLst>
                  <a:ext uri="{FF2B5EF4-FFF2-40B4-BE49-F238E27FC236}">
                    <a16:creationId xmlns:a16="http://schemas.microsoft.com/office/drawing/2014/main" id="{F45830C7-2774-57C2-B95A-57B98E9597C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7643" y="395425"/>
                <a:ext cx="198043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8" name="Freihand 7">
                <a:extLst>
                  <a:ext uri="{FF2B5EF4-FFF2-40B4-BE49-F238E27FC236}">
                    <a16:creationId xmlns:a16="http://schemas.microsoft.com/office/drawing/2014/main" id="{2F4545DB-87E2-497B-E3A4-70F92E92F97F}"/>
                  </a:ext>
                </a:extLst>
              </p14:cNvPr>
              <p14:cNvContentPartPr/>
              <p14:nvPr/>
            </p14:nvContentPartPr>
            <p14:xfrm>
              <a:off x="3188625" y="383185"/>
              <a:ext cx="307440" cy="138960"/>
            </p14:xfrm>
          </p:contentPart>
        </mc:Choice>
        <mc:Fallback xmlns="">
          <p:pic>
            <p:nvPicPr>
              <p:cNvPr id="8" name="Freihand 7">
                <a:extLst>
                  <a:ext uri="{FF2B5EF4-FFF2-40B4-BE49-F238E27FC236}">
                    <a16:creationId xmlns:a16="http://schemas.microsoft.com/office/drawing/2014/main" id="{2F4545DB-87E2-497B-E3A4-70F92E92F9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7825" y="372385"/>
                <a:ext cx="328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04FD7736-81CA-F783-A28D-5CEFB0F2276A}"/>
                  </a:ext>
                </a:extLst>
              </p14:cNvPr>
              <p14:cNvContentPartPr/>
              <p14:nvPr/>
            </p14:nvContentPartPr>
            <p14:xfrm>
              <a:off x="3615945" y="383905"/>
              <a:ext cx="180360" cy="11520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04FD7736-81CA-F783-A28D-5CEFB0F2276A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5167" y="373105"/>
                <a:ext cx="201558" cy="1364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267440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F4BD16-92D2-B1EA-DD49-2192B784C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1F38EE0-148D-D303-2E37-E8A9EA7DB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F250A55-C5E3-7C03-9BAE-96228CA46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22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4C90BE7-4A5C-4911-F696-43940920A84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14" b="-10"/>
          <a:stretch>
            <a:fillRect/>
          </a:stretch>
        </p:blipFill>
        <p:spPr>
          <a:xfrm>
            <a:off x="0" y="0"/>
            <a:ext cx="4921857" cy="2572299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9922E7EB-A4A8-C5E6-6DB1-6550D50C446A}"/>
              </a:ext>
            </a:extLst>
          </p:cNvPr>
          <p:cNvSpPr txBox="1"/>
          <p:nvPr/>
        </p:nvSpPr>
        <p:spPr>
          <a:xfrm>
            <a:off x="8083679" y="4397931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D), E)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5106DF9-EE37-52CB-0E4B-2AF6AC94EAEA}"/>
                  </a:ext>
                </a:extLst>
              </p:cNvPr>
              <p:cNvSpPr txBox="1"/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The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eq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.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point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stable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if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there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exists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 </a:t>
                </a:r>
                <a:r>
                  <a:rPr lang="de-CH" sz="1200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function</a:t>
                </a:r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(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𝑥</m:t>
                    </m:r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)</m:t>
                    </m:r>
                  </m:oMath>
                </a14:m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s.t. :</a:t>
                </a: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positive 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definiteness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≥0 </m:t>
                    </m:r>
                  </m:oMath>
                </a14:m>
                <a:r>
                  <a:rPr lang="de-CH" sz="1200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and </a:t>
                </a:r>
                <a14:m>
                  <m:oMath xmlns:m="http://schemas.openxmlformats.org/officeDocument/2006/math"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𝑉</m:t>
                    </m:r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de-CH" sz="1200" b="0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0</m:t>
                            </m:r>
                          </m:sub>
                        </m:sSub>
                      </m:e>
                    </m:d>
                    <m:r>
                      <a:rPr lang="de-CH" sz="1200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=0</m:t>
                    </m:r>
                  </m:oMath>
                </a14:m>
                <a:endParaRPr lang="de-CH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pPr marL="342900" lvl="8" indent="-342900">
                  <a:buFont typeface="+mj-lt"/>
                  <a:buAutoNum type="arabicPeriod"/>
                </a:pP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non-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increasing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along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sz="1200" i="1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trajectories</a:t>
                </a:r>
                <a:r>
                  <a:rPr lang="de-CH" sz="1200" i="1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̇"/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</m:acc>
                    <m:d>
                      <m:dPr>
                        <m:ctrlPr>
                          <a:rPr lang="de-CH" sz="12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=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𝑑𝑉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𝑥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·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𝑑𝑥</m:t>
                    </m:r>
                    <m:d>
                      <m:dPr>
                        <m:ctrlP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r>
                          <a:rPr lang="de-CH" sz="1200" i="1" dirty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lit/>
                      </m:rP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/</m:t>
                    </m:r>
                    <m:r>
                      <a:rPr lang="de-CH" sz="1200" i="1" dirty="0" err="1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𝑑𝑡</m:t>
                    </m:r>
                    <m:r>
                      <a:rPr lang="de-CH" sz="1200" i="1" dirty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≤0</m:t>
                    </m:r>
                  </m:oMath>
                </a14:m>
                <a:endParaRPr lang="en-US" sz="1200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2" name="Textfeld 1">
                <a:extLst>
                  <a:ext uri="{FF2B5EF4-FFF2-40B4-BE49-F238E27FC236}">
                    <a16:creationId xmlns:a16="http://schemas.microsoft.com/office/drawing/2014/main" id="{E5106DF9-EE37-52CB-0E4B-2AF6AC94EA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39390" y="102393"/>
                <a:ext cx="4988673" cy="652166"/>
              </a:xfrm>
              <a:prstGeom prst="rect">
                <a:avLst/>
              </a:prstGeom>
              <a:blipFill>
                <a:blip r:embed="rId3"/>
                <a:stretch>
                  <a:fillRect l="-509" b="-76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Freihand 8">
                <a:extLst>
                  <a:ext uri="{FF2B5EF4-FFF2-40B4-BE49-F238E27FC236}">
                    <a16:creationId xmlns:a16="http://schemas.microsoft.com/office/drawing/2014/main" id="{88928614-E4F6-7486-4052-FCB3D1F6C47E}"/>
                  </a:ext>
                </a:extLst>
              </p14:cNvPr>
              <p14:cNvContentPartPr/>
              <p14:nvPr/>
            </p14:nvContentPartPr>
            <p14:xfrm>
              <a:off x="3888465" y="406225"/>
              <a:ext cx="176760" cy="73080"/>
            </p14:xfrm>
          </p:contentPart>
        </mc:Choice>
        <mc:Fallback xmlns="">
          <p:pic>
            <p:nvPicPr>
              <p:cNvPr id="9" name="Freihand 8">
                <a:extLst>
                  <a:ext uri="{FF2B5EF4-FFF2-40B4-BE49-F238E27FC236}">
                    <a16:creationId xmlns:a16="http://schemas.microsoft.com/office/drawing/2014/main" id="{88928614-E4F6-7486-4052-FCB3D1F6C47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877643" y="395425"/>
                <a:ext cx="198043" cy="9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6" name="Freihand 25">
                <a:extLst>
                  <a:ext uri="{FF2B5EF4-FFF2-40B4-BE49-F238E27FC236}">
                    <a16:creationId xmlns:a16="http://schemas.microsoft.com/office/drawing/2014/main" id="{BA3084DD-DCCA-A8F2-C0BF-E6EAE624ACD4}"/>
                  </a:ext>
                </a:extLst>
              </p14:cNvPr>
              <p14:cNvContentPartPr/>
              <p14:nvPr/>
            </p14:nvContentPartPr>
            <p14:xfrm>
              <a:off x="3188625" y="383185"/>
              <a:ext cx="307440" cy="138960"/>
            </p14:xfrm>
          </p:contentPart>
        </mc:Choice>
        <mc:Fallback xmlns="">
          <p:pic>
            <p:nvPicPr>
              <p:cNvPr id="26" name="Freihand 25">
                <a:extLst>
                  <a:ext uri="{FF2B5EF4-FFF2-40B4-BE49-F238E27FC236}">
                    <a16:creationId xmlns:a16="http://schemas.microsoft.com/office/drawing/2014/main" id="{BA3084DD-DCCA-A8F2-C0BF-E6EAE624ACD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177825" y="372385"/>
                <a:ext cx="328680" cy="16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3A89F24D-318E-E0B9-5BC7-0D8A702E2A2C}"/>
                  </a:ext>
                </a:extLst>
              </p14:cNvPr>
              <p14:cNvContentPartPr/>
              <p14:nvPr/>
            </p14:nvContentPartPr>
            <p14:xfrm>
              <a:off x="3615945" y="383905"/>
              <a:ext cx="180360" cy="11520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3A89F24D-318E-E0B9-5BC7-0D8A702E2A2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605167" y="373105"/>
                <a:ext cx="201558" cy="13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746A67D0-E1BD-D119-AB8D-51BEC6CB16EC}"/>
                  </a:ext>
                </a:extLst>
              </p14:cNvPr>
              <p14:cNvContentPartPr/>
              <p14:nvPr/>
            </p14:nvContentPartPr>
            <p14:xfrm>
              <a:off x="4562476" y="1085185"/>
              <a:ext cx="159480" cy="26604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746A67D0-E1BD-D119-AB8D-51BEC6CB16E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551676" y="1074385"/>
                <a:ext cx="180720" cy="28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46" name="Freihand 45">
                <a:extLst>
                  <a:ext uri="{FF2B5EF4-FFF2-40B4-BE49-F238E27FC236}">
                    <a16:creationId xmlns:a16="http://schemas.microsoft.com/office/drawing/2014/main" id="{06596E7A-D07D-65D5-1F42-5535937F1339}"/>
                  </a:ext>
                </a:extLst>
              </p14:cNvPr>
              <p14:cNvContentPartPr/>
              <p14:nvPr/>
            </p14:nvContentPartPr>
            <p14:xfrm>
              <a:off x="4874440" y="1105705"/>
              <a:ext cx="609480" cy="177480"/>
            </p14:xfrm>
          </p:contentPart>
        </mc:Choice>
        <mc:Fallback xmlns="">
          <p:pic>
            <p:nvPicPr>
              <p:cNvPr id="46" name="Freihand 45">
                <a:extLst>
                  <a:ext uri="{FF2B5EF4-FFF2-40B4-BE49-F238E27FC236}">
                    <a16:creationId xmlns:a16="http://schemas.microsoft.com/office/drawing/2014/main" id="{06596E7A-D07D-65D5-1F42-5535937F133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863646" y="1094883"/>
                <a:ext cx="630707" cy="1987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55" name="Freihand 54">
                <a:extLst>
                  <a:ext uri="{FF2B5EF4-FFF2-40B4-BE49-F238E27FC236}">
                    <a16:creationId xmlns:a16="http://schemas.microsoft.com/office/drawing/2014/main" id="{C6EA7A3E-1789-D92C-6E17-B90D9BDF8567}"/>
                  </a:ext>
                </a:extLst>
              </p14:cNvPr>
              <p14:cNvContentPartPr/>
              <p14:nvPr/>
            </p14:nvContentPartPr>
            <p14:xfrm>
              <a:off x="5631520" y="1068985"/>
              <a:ext cx="640080" cy="252000"/>
            </p14:xfrm>
          </p:contentPart>
        </mc:Choice>
        <mc:Fallback xmlns="">
          <p:pic>
            <p:nvPicPr>
              <p:cNvPr id="55" name="Freihand 54">
                <a:extLst>
                  <a:ext uri="{FF2B5EF4-FFF2-40B4-BE49-F238E27FC236}">
                    <a16:creationId xmlns:a16="http://schemas.microsoft.com/office/drawing/2014/main" id="{C6EA7A3E-1789-D92C-6E17-B90D9BDF8567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620720" y="1058185"/>
                <a:ext cx="6613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63" name="Freihand 62">
                <a:extLst>
                  <a:ext uri="{FF2B5EF4-FFF2-40B4-BE49-F238E27FC236}">
                    <a16:creationId xmlns:a16="http://schemas.microsoft.com/office/drawing/2014/main" id="{7320EAE2-11CA-9970-30C3-08A20B7B0668}"/>
                  </a:ext>
                </a:extLst>
              </p14:cNvPr>
              <p14:cNvContentPartPr/>
              <p14:nvPr/>
            </p14:nvContentPartPr>
            <p14:xfrm>
              <a:off x="6407680" y="1057465"/>
              <a:ext cx="637560" cy="217080"/>
            </p14:xfrm>
          </p:contentPart>
        </mc:Choice>
        <mc:Fallback xmlns="">
          <p:pic>
            <p:nvPicPr>
              <p:cNvPr id="63" name="Freihand 62">
                <a:extLst>
                  <a:ext uri="{FF2B5EF4-FFF2-40B4-BE49-F238E27FC236}">
                    <a16:creationId xmlns:a16="http://schemas.microsoft.com/office/drawing/2014/main" id="{7320EAE2-11CA-9970-30C3-08A20B7B0668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6396880" y="1046683"/>
                <a:ext cx="658800" cy="2382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75" name="Freihand 74">
                <a:extLst>
                  <a:ext uri="{FF2B5EF4-FFF2-40B4-BE49-F238E27FC236}">
                    <a16:creationId xmlns:a16="http://schemas.microsoft.com/office/drawing/2014/main" id="{AFD28A30-7183-16A2-F478-BE32E0C4C9B5}"/>
                  </a:ext>
                </a:extLst>
              </p14:cNvPr>
              <p14:cNvContentPartPr/>
              <p14:nvPr/>
            </p14:nvContentPartPr>
            <p14:xfrm>
              <a:off x="8100055" y="1025425"/>
              <a:ext cx="238320" cy="177840"/>
            </p14:xfrm>
          </p:contentPart>
        </mc:Choice>
        <mc:Fallback xmlns="">
          <p:pic>
            <p:nvPicPr>
              <p:cNvPr id="75" name="Freihand 74">
                <a:extLst>
                  <a:ext uri="{FF2B5EF4-FFF2-40B4-BE49-F238E27FC236}">
                    <a16:creationId xmlns:a16="http://schemas.microsoft.com/office/drawing/2014/main" id="{AFD28A30-7183-16A2-F478-BE32E0C4C9B5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8089239" y="1014625"/>
                <a:ext cx="259592" cy="19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76" name="Freihand 75">
                <a:extLst>
                  <a:ext uri="{FF2B5EF4-FFF2-40B4-BE49-F238E27FC236}">
                    <a16:creationId xmlns:a16="http://schemas.microsoft.com/office/drawing/2014/main" id="{6634824E-D01E-9BD6-4A5D-3295C014BDC7}"/>
                  </a:ext>
                </a:extLst>
              </p14:cNvPr>
              <p14:cNvContentPartPr/>
              <p14:nvPr/>
            </p14:nvContentPartPr>
            <p14:xfrm>
              <a:off x="7546015" y="1023985"/>
              <a:ext cx="390600" cy="183600"/>
            </p14:xfrm>
          </p:contentPart>
        </mc:Choice>
        <mc:Fallback xmlns="">
          <p:pic>
            <p:nvPicPr>
              <p:cNvPr id="76" name="Freihand 75">
                <a:extLst>
                  <a:ext uri="{FF2B5EF4-FFF2-40B4-BE49-F238E27FC236}">
                    <a16:creationId xmlns:a16="http://schemas.microsoft.com/office/drawing/2014/main" id="{6634824E-D01E-9BD6-4A5D-3295C014BDC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7535215" y="1013185"/>
                <a:ext cx="411840" cy="20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77" name="Freihand 76">
                <a:extLst>
                  <a:ext uri="{FF2B5EF4-FFF2-40B4-BE49-F238E27FC236}">
                    <a16:creationId xmlns:a16="http://schemas.microsoft.com/office/drawing/2014/main" id="{19F7E5AD-7943-B2BB-660B-992D8BF07495}"/>
                  </a:ext>
                </a:extLst>
              </p14:cNvPr>
              <p14:cNvContentPartPr/>
              <p14:nvPr/>
            </p14:nvContentPartPr>
            <p14:xfrm>
              <a:off x="7183495" y="1110385"/>
              <a:ext cx="214920" cy="92520"/>
            </p14:xfrm>
          </p:contentPart>
        </mc:Choice>
        <mc:Fallback xmlns="">
          <p:pic>
            <p:nvPicPr>
              <p:cNvPr id="77" name="Freihand 76">
                <a:extLst>
                  <a:ext uri="{FF2B5EF4-FFF2-40B4-BE49-F238E27FC236}">
                    <a16:creationId xmlns:a16="http://schemas.microsoft.com/office/drawing/2014/main" id="{19F7E5AD-7943-B2BB-660B-992D8BF07495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7172713" y="1099585"/>
                <a:ext cx="236124" cy="11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84" name="Freihand 83">
                <a:extLst>
                  <a:ext uri="{FF2B5EF4-FFF2-40B4-BE49-F238E27FC236}">
                    <a16:creationId xmlns:a16="http://schemas.microsoft.com/office/drawing/2014/main" id="{ACB64574-976A-1138-3F39-EE6C542CD0B5}"/>
                  </a:ext>
                </a:extLst>
              </p14:cNvPr>
              <p14:cNvContentPartPr/>
              <p14:nvPr/>
            </p14:nvContentPartPr>
            <p14:xfrm>
              <a:off x="163440" y="2944213"/>
              <a:ext cx="239760" cy="316080"/>
            </p14:xfrm>
          </p:contentPart>
        </mc:Choice>
        <mc:Fallback xmlns="">
          <p:pic>
            <p:nvPicPr>
              <p:cNvPr id="84" name="Freihand 83">
                <a:extLst>
                  <a:ext uri="{FF2B5EF4-FFF2-40B4-BE49-F238E27FC236}">
                    <a16:creationId xmlns:a16="http://schemas.microsoft.com/office/drawing/2014/main" id="{ACB64574-976A-1138-3F39-EE6C542CD0B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52656" y="2933413"/>
                <a:ext cx="260968" cy="337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94" name="Freihand 93">
                <a:extLst>
                  <a:ext uri="{FF2B5EF4-FFF2-40B4-BE49-F238E27FC236}">
                    <a16:creationId xmlns:a16="http://schemas.microsoft.com/office/drawing/2014/main" id="{2C38F22C-6AC9-4D54-3D53-D062316C2676}"/>
                  </a:ext>
                </a:extLst>
              </p14:cNvPr>
              <p14:cNvContentPartPr/>
              <p14:nvPr/>
            </p14:nvContentPartPr>
            <p14:xfrm>
              <a:off x="486360" y="2923336"/>
              <a:ext cx="591480" cy="255240"/>
            </p14:xfrm>
          </p:contentPart>
        </mc:Choice>
        <mc:Fallback xmlns="">
          <p:pic>
            <p:nvPicPr>
              <p:cNvPr id="94" name="Freihand 93">
                <a:extLst>
                  <a:ext uri="{FF2B5EF4-FFF2-40B4-BE49-F238E27FC236}">
                    <a16:creationId xmlns:a16="http://schemas.microsoft.com/office/drawing/2014/main" id="{2C38F22C-6AC9-4D54-3D53-D062316C267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75567" y="2912551"/>
                <a:ext cx="612707" cy="2764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11" name="Freihand 110">
                <a:extLst>
                  <a:ext uri="{FF2B5EF4-FFF2-40B4-BE49-F238E27FC236}">
                    <a16:creationId xmlns:a16="http://schemas.microsoft.com/office/drawing/2014/main" id="{DB058DFF-769B-A7A6-8144-7C8850C5B98C}"/>
                  </a:ext>
                </a:extLst>
              </p14:cNvPr>
              <p14:cNvContentPartPr/>
              <p14:nvPr/>
            </p14:nvContentPartPr>
            <p14:xfrm>
              <a:off x="1249189" y="2821753"/>
              <a:ext cx="983880" cy="432000"/>
            </p14:xfrm>
          </p:contentPart>
        </mc:Choice>
        <mc:Fallback xmlns="">
          <p:pic>
            <p:nvPicPr>
              <p:cNvPr id="111" name="Freihand 110">
                <a:extLst>
                  <a:ext uri="{FF2B5EF4-FFF2-40B4-BE49-F238E27FC236}">
                    <a16:creationId xmlns:a16="http://schemas.microsoft.com/office/drawing/2014/main" id="{DB058DFF-769B-A7A6-8144-7C8850C5B98C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238393" y="2810944"/>
                <a:ext cx="1005112" cy="4532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18" name="Freihand 117">
                <a:extLst>
                  <a:ext uri="{FF2B5EF4-FFF2-40B4-BE49-F238E27FC236}">
                    <a16:creationId xmlns:a16="http://schemas.microsoft.com/office/drawing/2014/main" id="{1F74996B-DC6B-5EBD-B2A2-C50AA9542F1D}"/>
                  </a:ext>
                </a:extLst>
              </p14:cNvPr>
              <p14:cNvContentPartPr/>
              <p14:nvPr/>
            </p14:nvContentPartPr>
            <p14:xfrm>
              <a:off x="2355509" y="2909429"/>
              <a:ext cx="383040" cy="291240"/>
            </p14:xfrm>
          </p:contentPart>
        </mc:Choice>
        <mc:Fallback xmlns="">
          <p:pic>
            <p:nvPicPr>
              <p:cNvPr id="118" name="Freihand 117">
                <a:extLst>
                  <a:ext uri="{FF2B5EF4-FFF2-40B4-BE49-F238E27FC236}">
                    <a16:creationId xmlns:a16="http://schemas.microsoft.com/office/drawing/2014/main" id="{1F74996B-DC6B-5EBD-B2A2-C50AA9542F1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344719" y="2898629"/>
                <a:ext cx="404260" cy="31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24" name="Freihand 123">
                <a:extLst>
                  <a:ext uri="{FF2B5EF4-FFF2-40B4-BE49-F238E27FC236}">
                    <a16:creationId xmlns:a16="http://schemas.microsoft.com/office/drawing/2014/main" id="{A69579CA-1260-90E2-A881-0976C39B5C09}"/>
                  </a:ext>
                </a:extLst>
              </p14:cNvPr>
              <p14:cNvContentPartPr/>
              <p14:nvPr/>
            </p14:nvContentPartPr>
            <p14:xfrm>
              <a:off x="2971469" y="2888549"/>
              <a:ext cx="381240" cy="305280"/>
            </p14:xfrm>
          </p:contentPart>
        </mc:Choice>
        <mc:Fallback xmlns="">
          <p:pic>
            <p:nvPicPr>
              <p:cNvPr id="124" name="Freihand 123">
                <a:extLst>
                  <a:ext uri="{FF2B5EF4-FFF2-40B4-BE49-F238E27FC236}">
                    <a16:creationId xmlns:a16="http://schemas.microsoft.com/office/drawing/2014/main" id="{A69579CA-1260-90E2-A881-0976C39B5C0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960669" y="2877749"/>
                <a:ext cx="402480" cy="32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27" name="Freihand 126">
                <a:extLst>
                  <a:ext uri="{FF2B5EF4-FFF2-40B4-BE49-F238E27FC236}">
                    <a16:creationId xmlns:a16="http://schemas.microsoft.com/office/drawing/2014/main" id="{B97F98E2-9A94-835A-A327-C48923D4C1EB}"/>
                  </a:ext>
                </a:extLst>
              </p14:cNvPr>
              <p14:cNvContentPartPr/>
              <p14:nvPr/>
            </p14:nvContentPartPr>
            <p14:xfrm>
              <a:off x="3502626" y="2771726"/>
              <a:ext cx="126000" cy="588240"/>
            </p14:xfrm>
          </p:contentPart>
        </mc:Choice>
        <mc:Fallback xmlns="">
          <p:pic>
            <p:nvPicPr>
              <p:cNvPr id="127" name="Freihand 126">
                <a:extLst>
                  <a:ext uri="{FF2B5EF4-FFF2-40B4-BE49-F238E27FC236}">
                    <a16:creationId xmlns:a16="http://schemas.microsoft.com/office/drawing/2014/main" id="{B97F98E2-9A94-835A-A327-C48923D4C1EB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491857" y="2760919"/>
                <a:ext cx="147179" cy="60949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132" name="Freihand 131">
                <a:extLst>
                  <a:ext uri="{FF2B5EF4-FFF2-40B4-BE49-F238E27FC236}">
                    <a16:creationId xmlns:a16="http://schemas.microsoft.com/office/drawing/2014/main" id="{123FA105-6A1C-70C3-7DAD-B98335357D43}"/>
                  </a:ext>
                </a:extLst>
              </p14:cNvPr>
              <p14:cNvContentPartPr/>
              <p14:nvPr/>
            </p14:nvContentPartPr>
            <p14:xfrm>
              <a:off x="3575204" y="2831303"/>
              <a:ext cx="327600" cy="143280"/>
            </p14:xfrm>
          </p:contentPart>
        </mc:Choice>
        <mc:Fallback xmlns="">
          <p:pic>
            <p:nvPicPr>
              <p:cNvPr id="132" name="Freihand 131">
                <a:extLst>
                  <a:ext uri="{FF2B5EF4-FFF2-40B4-BE49-F238E27FC236}">
                    <a16:creationId xmlns:a16="http://schemas.microsoft.com/office/drawing/2014/main" id="{123FA105-6A1C-70C3-7DAD-B98335357D43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564404" y="2820530"/>
                <a:ext cx="348840" cy="16446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140" name="Freihand 139">
                <a:extLst>
                  <a:ext uri="{FF2B5EF4-FFF2-40B4-BE49-F238E27FC236}">
                    <a16:creationId xmlns:a16="http://schemas.microsoft.com/office/drawing/2014/main" id="{6A4B2CB1-09C8-FD36-204B-7434F2817B51}"/>
                  </a:ext>
                </a:extLst>
              </p14:cNvPr>
              <p14:cNvContentPartPr/>
              <p14:nvPr/>
            </p14:nvContentPartPr>
            <p14:xfrm>
              <a:off x="3966524" y="2769383"/>
              <a:ext cx="447120" cy="185760"/>
            </p14:xfrm>
          </p:contentPart>
        </mc:Choice>
        <mc:Fallback xmlns="">
          <p:pic>
            <p:nvPicPr>
              <p:cNvPr id="140" name="Freihand 139">
                <a:extLst>
                  <a:ext uri="{FF2B5EF4-FFF2-40B4-BE49-F238E27FC236}">
                    <a16:creationId xmlns:a16="http://schemas.microsoft.com/office/drawing/2014/main" id="{6A4B2CB1-09C8-FD36-204B-7434F2817B51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955724" y="2758562"/>
                <a:ext cx="468360" cy="20704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151" name="Freihand 150">
                <a:extLst>
                  <a:ext uri="{FF2B5EF4-FFF2-40B4-BE49-F238E27FC236}">
                    <a16:creationId xmlns:a16="http://schemas.microsoft.com/office/drawing/2014/main" id="{8E244DF5-0656-9CC0-C541-286174C1EF5C}"/>
                  </a:ext>
                </a:extLst>
              </p14:cNvPr>
              <p14:cNvContentPartPr/>
              <p14:nvPr/>
            </p14:nvContentPartPr>
            <p14:xfrm>
              <a:off x="3587444" y="2727623"/>
              <a:ext cx="942480" cy="651960"/>
            </p14:xfrm>
          </p:contentPart>
        </mc:Choice>
        <mc:Fallback xmlns="">
          <p:pic>
            <p:nvPicPr>
              <p:cNvPr id="151" name="Freihand 150">
                <a:extLst>
                  <a:ext uri="{FF2B5EF4-FFF2-40B4-BE49-F238E27FC236}">
                    <a16:creationId xmlns:a16="http://schemas.microsoft.com/office/drawing/2014/main" id="{8E244DF5-0656-9CC0-C541-286174C1EF5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3576640" y="2716823"/>
                <a:ext cx="963728" cy="67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160" name="Freihand 159">
                <a:extLst>
                  <a:ext uri="{FF2B5EF4-FFF2-40B4-BE49-F238E27FC236}">
                    <a16:creationId xmlns:a16="http://schemas.microsoft.com/office/drawing/2014/main" id="{A282658C-190B-8009-54E0-CD4AA946F2A9}"/>
                  </a:ext>
                </a:extLst>
              </p14:cNvPr>
              <p14:cNvContentPartPr/>
              <p14:nvPr/>
            </p14:nvContentPartPr>
            <p14:xfrm>
              <a:off x="4633191" y="2883840"/>
              <a:ext cx="601809" cy="235800"/>
            </p14:xfrm>
          </p:contentPart>
        </mc:Choice>
        <mc:Fallback xmlns="">
          <p:pic>
            <p:nvPicPr>
              <p:cNvPr id="160" name="Freihand 159">
                <a:extLst>
                  <a:ext uri="{FF2B5EF4-FFF2-40B4-BE49-F238E27FC236}">
                    <a16:creationId xmlns:a16="http://schemas.microsoft.com/office/drawing/2014/main" id="{A282658C-190B-8009-54E0-CD4AA946F2A9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4622393" y="2873040"/>
                <a:ext cx="623045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163" name="Freihand 162">
                <a:extLst>
                  <a:ext uri="{FF2B5EF4-FFF2-40B4-BE49-F238E27FC236}">
                    <a16:creationId xmlns:a16="http://schemas.microsoft.com/office/drawing/2014/main" id="{3370CB98-15AE-9206-B50C-80C0EC615EBF}"/>
                  </a:ext>
                </a:extLst>
              </p14:cNvPr>
              <p14:cNvContentPartPr/>
              <p14:nvPr/>
            </p14:nvContentPartPr>
            <p14:xfrm>
              <a:off x="5301096" y="3008363"/>
              <a:ext cx="112680" cy="83160"/>
            </p14:xfrm>
          </p:contentPart>
        </mc:Choice>
        <mc:Fallback xmlns="">
          <p:pic>
            <p:nvPicPr>
              <p:cNvPr id="163" name="Freihand 162">
                <a:extLst>
                  <a:ext uri="{FF2B5EF4-FFF2-40B4-BE49-F238E27FC236}">
                    <a16:creationId xmlns:a16="http://schemas.microsoft.com/office/drawing/2014/main" id="{3370CB98-15AE-9206-B50C-80C0EC615EBF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90296" y="2997563"/>
                <a:ext cx="133920" cy="10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175" name="Freihand 174">
                <a:extLst>
                  <a:ext uri="{FF2B5EF4-FFF2-40B4-BE49-F238E27FC236}">
                    <a16:creationId xmlns:a16="http://schemas.microsoft.com/office/drawing/2014/main" id="{A272FEDB-2BE4-0505-1C66-928F8C243B53}"/>
                  </a:ext>
                </a:extLst>
              </p14:cNvPr>
              <p14:cNvContentPartPr/>
              <p14:nvPr/>
            </p14:nvContentPartPr>
            <p14:xfrm>
              <a:off x="5477681" y="2921641"/>
              <a:ext cx="294840" cy="223920"/>
            </p14:xfrm>
          </p:contentPart>
        </mc:Choice>
        <mc:Fallback xmlns="">
          <p:pic>
            <p:nvPicPr>
              <p:cNvPr id="175" name="Freihand 174">
                <a:extLst>
                  <a:ext uri="{FF2B5EF4-FFF2-40B4-BE49-F238E27FC236}">
                    <a16:creationId xmlns:a16="http://schemas.microsoft.com/office/drawing/2014/main" id="{A272FEDB-2BE4-0505-1C66-928F8C243B53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5466881" y="2910858"/>
                <a:ext cx="316080" cy="2451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183" name="Freihand 182">
                <a:extLst>
                  <a:ext uri="{FF2B5EF4-FFF2-40B4-BE49-F238E27FC236}">
                    <a16:creationId xmlns:a16="http://schemas.microsoft.com/office/drawing/2014/main" id="{D5B75227-B537-6CFF-2D4D-9579C0D02544}"/>
                  </a:ext>
                </a:extLst>
              </p14:cNvPr>
              <p14:cNvContentPartPr/>
              <p14:nvPr/>
            </p14:nvContentPartPr>
            <p14:xfrm>
              <a:off x="5832281" y="2921641"/>
              <a:ext cx="581400" cy="232200"/>
            </p14:xfrm>
          </p:contentPart>
        </mc:Choice>
        <mc:Fallback xmlns="">
          <p:pic>
            <p:nvPicPr>
              <p:cNvPr id="183" name="Freihand 182">
                <a:extLst>
                  <a:ext uri="{FF2B5EF4-FFF2-40B4-BE49-F238E27FC236}">
                    <a16:creationId xmlns:a16="http://schemas.microsoft.com/office/drawing/2014/main" id="{D5B75227-B537-6CFF-2D4D-9579C0D02544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821481" y="2910841"/>
                <a:ext cx="602640" cy="253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188" name="Freihand 187">
                <a:extLst>
                  <a:ext uri="{FF2B5EF4-FFF2-40B4-BE49-F238E27FC236}">
                    <a16:creationId xmlns:a16="http://schemas.microsoft.com/office/drawing/2014/main" id="{524F95DE-EA2D-1EBA-3B5D-CE9C0B6211E4}"/>
                  </a:ext>
                </a:extLst>
              </p14:cNvPr>
              <p14:cNvContentPartPr/>
              <p14:nvPr/>
            </p14:nvContentPartPr>
            <p14:xfrm>
              <a:off x="6437873" y="2976057"/>
              <a:ext cx="279000" cy="177480"/>
            </p14:xfrm>
          </p:contentPart>
        </mc:Choice>
        <mc:Fallback xmlns="">
          <p:pic>
            <p:nvPicPr>
              <p:cNvPr id="188" name="Freihand 187">
                <a:extLst>
                  <a:ext uri="{FF2B5EF4-FFF2-40B4-BE49-F238E27FC236}">
                    <a16:creationId xmlns:a16="http://schemas.microsoft.com/office/drawing/2014/main" id="{524F95DE-EA2D-1EBA-3B5D-CE9C0B6211E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6427059" y="2965257"/>
                <a:ext cx="300267" cy="19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196" name="Freihand 195">
                <a:extLst>
                  <a:ext uri="{FF2B5EF4-FFF2-40B4-BE49-F238E27FC236}">
                    <a16:creationId xmlns:a16="http://schemas.microsoft.com/office/drawing/2014/main" id="{DA79D696-7F6F-5DA7-79F0-9AED6DE48F06}"/>
                  </a:ext>
                </a:extLst>
              </p14:cNvPr>
              <p14:cNvContentPartPr/>
              <p14:nvPr/>
            </p14:nvContentPartPr>
            <p14:xfrm>
              <a:off x="6801159" y="2832198"/>
              <a:ext cx="672840" cy="331560"/>
            </p14:xfrm>
          </p:contentPart>
        </mc:Choice>
        <mc:Fallback xmlns="">
          <p:pic>
            <p:nvPicPr>
              <p:cNvPr id="196" name="Freihand 195">
                <a:extLst>
                  <a:ext uri="{FF2B5EF4-FFF2-40B4-BE49-F238E27FC236}">
                    <a16:creationId xmlns:a16="http://schemas.microsoft.com/office/drawing/2014/main" id="{DA79D696-7F6F-5DA7-79F0-9AED6DE48F06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6790365" y="2821398"/>
                <a:ext cx="694069" cy="352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201" name="Freihand 200">
                <a:extLst>
                  <a:ext uri="{FF2B5EF4-FFF2-40B4-BE49-F238E27FC236}">
                    <a16:creationId xmlns:a16="http://schemas.microsoft.com/office/drawing/2014/main" id="{14D20FB8-B76C-2B30-0B07-F859018C1B98}"/>
                  </a:ext>
                </a:extLst>
              </p14:cNvPr>
              <p14:cNvContentPartPr/>
              <p14:nvPr/>
            </p14:nvContentPartPr>
            <p14:xfrm>
              <a:off x="7500999" y="3015798"/>
              <a:ext cx="121320" cy="51840"/>
            </p14:xfrm>
          </p:contentPart>
        </mc:Choice>
        <mc:Fallback xmlns="">
          <p:pic>
            <p:nvPicPr>
              <p:cNvPr id="201" name="Freihand 200">
                <a:extLst>
                  <a:ext uri="{FF2B5EF4-FFF2-40B4-BE49-F238E27FC236}">
                    <a16:creationId xmlns:a16="http://schemas.microsoft.com/office/drawing/2014/main" id="{14D20FB8-B76C-2B30-0B07-F859018C1B98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7490199" y="3004998"/>
                <a:ext cx="14256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202" name="Freihand 201">
                <a:extLst>
                  <a:ext uri="{FF2B5EF4-FFF2-40B4-BE49-F238E27FC236}">
                    <a16:creationId xmlns:a16="http://schemas.microsoft.com/office/drawing/2014/main" id="{CA030036-5535-E119-3544-6E4CACF14FAB}"/>
                  </a:ext>
                </a:extLst>
              </p14:cNvPr>
              <p14:cNvContentPartPr/>
              <p14:nvPr/>
            </p14:nvContentPartPr>
            <p14:xfrm>
              <a:off x="5434959" y="2816358"/>
              <a:ext cx="1292760" cy="363960"/>
            </p14:xfrm>
          </p:contentPart>
        </mc:Choice>
        <mc:Fallback xmlns="">
          <p:pic>
            <p:nvPicPr>
              <p:cNvPr id="202" name="Freihand 201">
                <a:extLst>
                  <a:ext uri="{FF2B5EF4-FFF2-40B4-BE49-F238E27FC236}">
                    <a16:creationId xmlns:a16="http://schemas.microsoft.com/office/drawing/2014/main" id="{CA030036-5535-E119-3544-6E4CACF14FAB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424159" y="2805569"/>
                <a:ext cx="1314000" cy="38517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209" name="Freihand 208">
                <a:extLst>
                  <a:ext uri="{FF2B5EF4-FFF2-40B4-BE49-F238E27FC236}">
                    <a16:creationId xmlns:a16="http://schemas.microsoft.com/office/drawing/2014/main" id="{C420FD69-07C7-CDC6-64B1-52C5A3BA5532}"/>
                  </a:ext>
                </a:extLst>
              </p14:cNvPr>
              <p14:cNvContentPartPr/>
              <p14:nvPr/>
            </p14:nvContentPartPr>
            <p14:xfrm>
              <a:off x="7702975" y="2856055"/>
              <a:ext cx="485280" cy="240480"/>
            </p14:xfrm>
          </p:contentPart>
        </mc:Choice>
        <mc:Fallback xmlns="">
          <p:pic>
            <p:nvPicPr>
              <p:cNvPr id="209" name="Freihand 208">
                <a:extLst>
                  <a:ext uri="{FF2B5EF4-FFF2-40B4-BE49-F238E27FC236}">
                    <a16:creationId xmlns:a16="http://schemas.microsoft.com/office/drawing/2014/main" id="{C420FD69-07C7-CDC6-64B1-52C5A3BA5532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7692175" y="2845255"/>
                <a:ext cx="506520" cy="26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216" name="Freihand 215">
                <a:extLst>
                  <a:ext uri="{FF2B5EF4-FFF2-40B4-BE49-F238E27FC236}">
                    <a16:creationId xmlns:a16="http://schemas.microsoft.com/office/drawing/2014/main" id="{A4C63723-4F87-FB82-A313-44A689660CED}"/>
                  </a:ext>
                </a:extLst>
              </p14:cNvPr>
              <p14:cNvContentPartPr/>
              <p14:nvPr/>
            </p14:nvContentPartPr>
            <p14:xfrm>
              <a:off x="8239735" y="2853895"/>
              <a:ext cx="502560" cy="263520"/>
            </p14:xfrm>
          </p:contentPart>
        </mc:Choice>
        <mc:Fallback xmlns="">
          <p:pic>
            <p:nvPicPr>
              <p:cNvPr id="216" name="Freihand 215">
                <a:extLst>
                  <a:ext uri="{FF2B5EF4-FFF2-40B4-BE49-F238E27FC236}">
                    <a16:creationId xmlns:a16="http://schemas.microsoft.com/office/drawing/2014/main" id="{A4C63723-4F87-FB82-A313-44A689660CE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228943" y="2843110"/>
                <a:ext cx="523785" cy="28473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217" name="Freihand 216">
                <a:extLst>
                  <a:ext uri="{FF2B5EF4-FFF2-40B4-BE49-F238E27FC236}">
                    <a16:creationId xmlns:a16="http://schemas.microsoft.com/office/drawing/2014/main" id="{E5AB7D47-233F-A5C6-CC3D-D67D1F55E437}"/>
                  </a:ext>
                </a:extLst>
              </p14:cNvPr>
              <p14:cNvContentPartPr/>
              <p14:nvPr/>
            </p14:nvContentPartPr>
            <p14:xfrm>
              <a:off x="184585" y="3627502"/>
              <a:ext cx="152640" cy="14040"/>
            </p14:xfrm>
          </p:contentPart>
        </mc:Choice>
        <mc:Fallback xmlns="">
          <p:pic>
            <p:nvPicPr>
              <p:cNvPr id="217" name="Freihand 216">
                <a:extLst>
                  <a:ext uri="{FF2B5EF4-FFF2-40B4-BE49-F238E27FC236}">
                    <a16:creationId xmlns:a16="http://schemas.microsoft.com/office/drawing/2014/main" id="{E5AB7D47-233F-A5C6-CC3D-D67D1F55E437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73810" y="3616972"/>
                <a:ext cx="173830" cy="347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218" name="Freihand 217">
                <a:extLst>
                  <a:ext uri="{FF2B5EF4-FFF2-40B4-BE49-F238E27FC236}">
                    <a16:creationId xmlns:a16="http://schemas.microsoft.com/office/drawing/2014/main" id="{563D7F02-E522-5031-D1C8-024FAE1D2BF7}"/>
                  </a:ext>
                </a:extLst>
              </p14:cNvPr>
              <p14:cNvContentPartPr/>
              <p14:nvPr/>
            </p14:nvContentPartPr>
            <p14:xfrm>
              <a:off x="306985" y="3590422"/>
              <a:ext cx="92520" cy="95040"/>
            </p14:xfrm>
          </p:contentPart>
        </mc:Choice>
        <mc:Fallback xmlns="">
          <p:pic>
            <p:nvPicPr>
              <p:cNvPr id="218" name="Freihand 217">
                <a:extLst>
                  <a:ext uri="{FF2B5EF4-FFF2-40B4-BE49-F238E27FC236}">
                    <a16:creationId xmlns:a16="http://schemas.microsoft.com/office/drawing/2014/main" id="{563D7F02-E522-5031-D1C8-024FAE1D2BF7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96185" y="3579622"/>
                <a:ext cx="11376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219" name="Freihand 218">
                <a:extLst>
                  <a:ext uri="{FF2B5EF4-FFF2-40B4-BE49-F238E27FC236}">
                    <a16:creationId xmlns:a16="http://schemas.microsoft.com/office/drawing/2014/main" id="{989F8716-D9AC-CDF7-3148-F2C950EA0DB7}"/>
                  </a:ext>
                </a:extLst>
              </p14:cNvPr>
              <p14:cNvContentPartPr/>
              <p14:nvPr/>
            </p14:nvContentPartPr>
            <p14:xfrm>
              <a:off x="480145" y="3541822"/>
              <a:ext cx="104400" cy="153720"/>
            </p14:xfrm>
          </p:contentPart>
        </mc:Choice>
        <mc:Fallback xmlns="">
          <p:pic>
            <p:nvPicPr>
              <p:cNvPr id="219" name="Freihand 218">
                <a:extLst>
                  <a:ext uri="{FF2B5EF4-FFF2-40B4-BE49-F238E27FC236}">
                    <a16:creationId xmlns:a16="http://schemas.microsoft.com/office/drawing/2014/main" id="{989F8716-D9AC-CDF7-3148-F2C950EA0DB7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69345" y="3531022"/>
                <a:ext cx="125640" cy="174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220" name="Freihand 219">
                <a:extLst>
                  <a:ext uri="{FF2B5EF4-FFF2-40B4-BE49-F238E27FC236}">
                    <a16:creationId xmlns:a16="http://schemas.microsoft.com/office/drawing/2014/main" id="{04E93D3B-EB5D-09A7-FB73-19CAC5C65E85}"/>
                  </a:ext>
                </a:extLst>
              </p14:cNvPr>
              <p14:cNvContentPartPr/>
              <p14:nvPr/>
            </p14:nvContentPartPr>
            <p14:xfrm>
              <a:off x="524065" y="3484222"/>
              <a:ext cx="32760" cy="9720"/>
            </p14:xfrm>
          </p:contentPart>
        </mc:Choice>
        <mc:Fallback xmlns="">
          <p:pic>
            <p:nvPicPr>
              <p:cNvPr id="220" name="Freihand 219">
                <a:extLst>
                  <a:ext uri="{FF2B5EF4-FFF2-40B4-BE49-F238E27FC236}">
                    <a16:creationId xmlns:a16="http://schemas.microsoft.com/office/drawing/2014/main" id="{04E93D3B-EB5D-09A7-FB73-19CAC5C65E8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513265" y="3473007"/>
                <a:ext cx="54000" cy="31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21" name="Freihand 220">
                <a:extLst>
                  <a:ext uri="{FF2B5EF4-FFF2-40B4-BE49-F238E27FC236}">
                    <a16:creationId xmlns:a16="http://schemas.microsoft.com/office/drawing/2014/main" id="{4FCFF9F3-796B-905B-B64C-9FE04C0D54F8}"/>
                  </a:ext>
                </a:extLst>
              </p14:cNvPr>
              <p14:cNvContentPartPr/>
              <p14:nvPr/>
            </p14:nvContentPartPr>
            <p14:xfrm>
              <a:off x="632425" y="3505102"/>
              <a:ext cx="28080" cy="167760"/>
            </p14:xfrm>
          </p:contentPart>
        </mc:Choice>
        <mc:Fallback xmlns="">
          <p:pic>
            <p:nvPicPr>
              <p:cNvPr id="221" name="Freihand 220">
                <a:extLst>
                  <a:ext uri="{FF2B5EF4-FFF2-40B4-BE49-F238E27FC236}">
                    <a16:creationId xmlns:a16="http://schemas.microsoft.com/office/drawing/2014/main" id="{4FCFF9F3-796B-905B-B64C-9FE04C0D54F8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621625" y="3494325"/>
                <a:ext cx="49320" cy="1889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22" name="Freihand 221">
                <a:extLst>
                  <a:ext uri="{FF2B5EF4-FFF2-40B4-BE49-F238E27FC236}">
                    <a16:creationId xmlns:a16="http://schemas.microsoft.com/office/drawing/2014/main" id="{53A1B8FA-9B65-01D2-20A9-720DE7654E6A}"/>
                  </a:ext>
                </a:extLst>
              </p14:cNvPr>
              <p14:cNvContentPartPr/>
              <p14:nvPr/>
            </p14:nvContentPartPr>
            <p14:xfrm>
              <a:off x="694705" y="3562702"/>
              <a:ext cx="90360" cy="104400"/>
            </p14:xfrm>
          </p:contentPart>
        </mc:Choice>
        <mc:Fallback xmlns="">
          <p:pic>
            <p:nvPicPr>
              <p:cNvPr id="222" name="Freihand 221">
                <a:extLst>
                  <a:ext uri="{FF2B5EF4-FFF2-40B4-BE49-F238E27FC236}">
                    <a16:creationId xmlns:a16="http://schemas.microsoft.com/office/drawing/2014/main" id="{53A1B8FA-9B65-01D2-20A9-720DE7654E6A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683905" y="3551865"/>
                <a:ext cx="111600" cy="12571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223" name="Freihand 222">
                <a:extLst>
                  <a:ext uri="{FF2B5EF4-FFF2-40B4-BE49-F238E27FC236}">
                    <a16:creationId xmlns:a16="http://schemas.microsoft.com/office/drawing/2014/main" id="{04A1F0D2-DADB-2848-C759-0582BCA3B1D8}"/>
                  </a:ext>
                </a:extLst>
              </p14:cNvPr>
              <p14:cNvContentPartPr/>
              <p14:nvPr/>
            </p14:nvContentPartPr>
            <p14:xfrm>
              <a:off x="688225" y="3567382"/>
              <a:ext cx="99360" cy="65160"/>
            </p14:xfrm>
          </p:contentPart>
        </mc:Choice>
        <mc:Fallback xmlns="">
          <p:pic>
            <p:nvPicPr>
              <p:cNvPr id="223" name="Freihand 222">
                <a:extLst>
                  <a:ext uri="{FF2B5EF4-FFF2-40B4-BE49-F238E27FC236}">
                    <a16:creationId xmlns:a16="http://schemas.microsoft.com/office/drawing/2014/main" id="{04A1F0D2-DADB-2848-C759-0582BCA3B1D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677425" y="3556582"/>
                <a:ext cx="12060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224" name="Freihand 223">
                <a:extLst>
                  <a:ext uri="{FF2B5EF4-FFF2-40B4-BE49-F238E27FC236}">
                    <a16:creationId xmlns:a16="http://schemas.microsoft.com/office/drawing/2014/main" id="{6EF953E6-4AF2-243D-737E-703152FAD373}"/>
                  </a:ext>
                </a:extLst>
              </p14:cNvPr>
              <p14:cNvContentPartPr/>
              <p14:nvPr/>
            </p14:nvContentPartPr>
            <p14:xfrm>
              <a:off x="773545" y="3493582"/>
              <a:ext cx="99360" cy="196560"/>
            </p14:xfrm>
          </p:contentPart>
        </mc:Choice>
        <mc:Fallback xmlns="">
          <p:pic>
            <p:nvPicPr>
              <p:cNvPr id="224" name="Freihand 223">
                <a:extLst>
                  <a:ext uri="{FF2B5EF4-FFF2-40B4-BE49-F238E27FC236}">
                    <a16:creationId xmlns:a16="http://schemas.microsoft.com/office/drawing/2014/main" id="{6EF953E6-4AF2-243D-737E-703152FAD37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762745" y="3482782"/>
                <a:ext cx="120600" cy="21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230" name="Freihand 229">
                <a:extLst>
                  <a:ext uri="{FF2B5EF4-FFF2-40B4-BE49-F238E27FC236}">
                    <a16:creationId xmlns:a16="http://schemas.microsoft.com/office/drawing/2014/main" id="{D4238FFB-95C5-5C79-E003-4C1BEB578796}"/>
                  </a:ext>
                </a:extLst>
              </p14:cNvPr>
              <p14:cNvContentPartPr/>
              <p14:nvPr/>
            </p14:nvContentPartPr>
            <p14:xfrm>
              <a:off x="965065" y="3514462"/>
              <a:ext cx="355320" cy="171000"/>
            </p14:xfrm>
          </p:contentPart>
        </mc:Choice>
        <mc:Fallback xmlns="">
          <p:pic>
            <p:nvPicPr>
              <p:cNvPr id="230" name="Freihand 229">
                <a:extLst>
                  <a:ext uri="{FF2B5EF4-FFF2-40B4-BE49-F238E27FC236}">
                    <a16:creationId xmlns:a16="http://schemas.microsoft.com/office/drawing/2014/main" id="{D4238FFB-95C5-5C79-E003-4C1BEB578796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54276" y="3503662"/>
                <a:ext cx="376539" cy="19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246" name="Freihand 245">
                <a:extLst>
                  <a:ext uri="{FF2B5EF4-FFF2-40B4-BE49-F238E27FC236}">
                    <a16:creationId xmlns:a16="http://schemas.microsoft.com/office/drawing/2014/main" id="{CD5EA9F6-1BED-5C38-403F-23E2B68CA9D3}"/>
                  </a:ext>
                </a:extLst>
              </p14:cNvPr>
              <p14:cNvContentPartPr/>
              <p14:nvPr/>
            </p14:nvContentPartPr>
            <p14:xfrm>
              <a:off x="2244382" y="3428916"/>
              <a:ext cx="639360" cy="224280"/>
            </p14:xfrm>
          </p:contentPart>
        </mc:Choice>
        <mc:Fallback xmlns="">
          <p:pic>
            <p:nvPicPr>
              <p:cNvPr id="246" name="Freihand 245">
                <a:extLst>
                  <a:ext uri="{FF2B5EF4-FFF2-40B4-BE49-F238E27FC236}">
                    <a16:creationId xmlns:a16="http://schemas.microsoft.com/office/drawing/2014/main" id="{CD5EA9F6-1BED-5C38-403F-23E2B68CA9D3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233588" y="3418116"/>
                <a:ext cx="660588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247" name="Freihand 246">
                <a:extLst>
                  <a:ext uri="{FF2B5EF4-FFF2-40B4-BE49-F238E27FC236}">
                    <a16:creationId xmlns:a16="http://schemas.microsoft.com/office/drawing/2014/main" id="{3F892766-F2B2-581B-9B08-0E296C39B687}"/>
                  </a:ext>
                </a:extLst>
              </p14:cNvPr>
              <p14:cNvContentPartPr/>
              <p14:nvPr/>
            </p14:nvContentPartPr>
            <p14:xfrm>
              <a:off x="1505662" y="3477156"/>
              <a:ext cx="591120" cy="277560"/>
            </p14:xfrm>
          </p:contentPart>
        </mc:Choice>
        <mc:Fallback xmlns="">
          <p:pic>
            <p:nvPicPr>
              <p:cNvPr id="247" name="Freihand 246">
                <a:extLst>
                  <a:ext uri="{FF2B5EF4-FFF2-40B4-BE49-F238E27FC236}">
                    <a16:creationId xmlns:a16="http://schemas.microsoft.com/office/drawing/2014/main" id="{3F892766-F2B2-581B-9B08-0E296C39B687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494869" y="3466356"/>
                <a:ext cx="612347" cy="29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254" name="Freihand 253">
                <a:extLst>
                  <a:ext uri="{FF2B5EF4-FFF2-40B4-BE49-F238E27FC236}">
                    <a16:creationId xmlns:a16="http://schemas.microsoft.com/office/drawing/2014/main" id="{9D099239-A8C4-5EB5-827A-106342BDD647}"/>
                  </a:ext>
                </a:extLst>
              </p14:cNvPr>
              <p14:cNvContentPartPr/>
              <p14:nvPr/>
            </p14:nvContentPartPr>
            <p14:xfrm>
              <a:off x="2997502" y="3463836"/>
              <a:ext cx="763920" cy="214920"/>
            </p14:xfrm>
          </p:contentPart>
        </mc:Choice>
        <mc:Fallback xmlns="">
          <p:pic>
            <p:nvPicPr>
              <p:cNvPr id="254" name="Freihand 253">
                <a:extLst>
                  <a:ext uri="{FF2B5EF4-FFF2-40B4-BE49-F238E27FC236}">
                    <a16:creationId xmlns:a16="http://schemas.microsoft.com/office/drawing/2014/main" id="{9D099239-A8C4-5EB5-827A-106342BDD647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2986702" y="3453036"/>
                <a:ext cx="78516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257" name="Freihand 256">
                <a:extLst>
                  <a:ext uri="{FF2B5EF4-FFF2-40B4-BE49-F238E27FC236}">
                    <a16:creationId xmlns:a16="http://schemas.microsoft.com/office/drawing/2014/main" id="{9F0FB497-EE5E-E605-1C7F-26AADFE4A899}"/>
                  </a:ext>
                </a:extLst>
              </p14:cNvPr>
              <p14:cNvContentPartPr/>
              <p14:nvPr/>
            </p14:nvContentPartPr>
            <p14:xfrm>
              <a:off x="3594124" y="3465954"/>
              <a:ext cx="49320" cy="224280"/>
            </p14:xfrm>
          </p:contentPart>
        </mc:Choice>
        <mc:Fallback xmlns="">
          <p:pic>
            <p:nvPicPr>
              <p:cNvPr id="257" name="Freihand 256">
                <a:extLst>
                  <a:ext uri="{FF2B5EF4-FFF2-40B4-BE49-F238E27FC236}">
                    <a16:creationId xmlns:a16="http://schemas.microsoft.com/office/drawing/2014/main" id="{9F0FB497-EE5E-E605-1C7F-26AADFE4A899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583402" y="3455154"/>
                <a:ext cx="70406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259" name="Freihand 258">
                <a:extLst>
                  <a:ext uri="{FF2B5EF4-FFF2-40B4-BE49-F238E27FC236}">
                    <a16:creationId xmlns:a16="http://schemas.microsoft.com/office/drawing/2014/main" id="{2AD432EF-1275-CB36-6298-8A6675475C30}"/>
                  </a:ext>
                </a:extLst>
              </p14:cNvPr>
              <p14:cNvContentPartPr/>
              <p14:nvPr/>
            </p14:nvContentPartPr>
            <p14:xfrm>
              <a:off x="3777004" y="3468834"/>
              <a:ext cx="308160" cy="259200"/>
            </p14:xfrm>
          </p:contentPart>
        </mc:Choice>
        <mc:Fallback xmlns="">
          <p:pic>
            <p:nvPicPr>
              <p:cNvPr id="259" name="Freihand 258">
                <a:extLst>
                  <a:ext uri="{FF2B5EF4-FFF2-40B4-BE49-F238E27FC236}">
                    <a16:creationId xmlns:a16="http://schemas.microsoft.com/office/drawing/2014/main" id="{2AD432EF-1275-CB36-6298-8A6675475C30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66204" y="3458034"/>
                <a:ext cx="3294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262" name="Freihand 261">
                <a:extLst>
                  <a:ext uri="{FF2B5EF4-FFF2-40B4-BE49-F238E27FC236}">
                    <a16:creationId xmlns:a16="http://schemas.microsoft.com/office/drawing/2014/main" id="{2E775489-0CDB-2614-05D8-01E8E501F61A}"/>
                  </a:ext>
                </a:extLst>
              </p14:cNvPr>
              <p14:cNvContentPartPr/>
              <p14:nvPr/>
            </p14:nvContentPartPr>
            <p14:xfrm>
              <a:off x="136080" y="3980836"/>
              <a:ext cx="233280" cy="321480"/>
            </p14:xfrm>
          </p:contentPart>
        </mc:Choice>
        <mc:Fallback xmlns="">
          <p:pic>
            <p:nvPicPr>
              <p:cNvPr id="262" name="Freihand 261">
                <a:extLst>
                  <a:ext uri="{FF2B5EF4-FFF2-40B4-BE49-F238E27FC236}">
                    <a16:creationId xmlns:a16="http://schemas.microsoft.com/office/drawing/2014/main" id="{2E775489-0CDB-2614-05D8-01E8E501F61A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25297" y="3970036"/>
                <a:ext cx="254487" cy="34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286" name="Freihand 285">
                <a:extLst>
                  <a:ext uri="{FF2B5EF4-FFF2-40B4-BE49-F238E27FC236}">
                    <a16:creationId xmlns:a16="http://schemas.microsoft.com/office/drawing/2014/main" id="{CD72D9CB-E871-0752-6785-FF5482118C11}"/>
                  </a:ext>
                </a:extLst>
              </p14:cNvPr>
              <p14:cNvContentPartPr/>
              <p14:nvPr/>
            </p14:nvContentPartPr>
            <p14:xfrm>
              <a:off x="519480" y="4059316"/>
              <a:ext cx="155160" cy="145800"/>
            </p14:xfrm>
          </p:contentPart>
        </mc:Choice>
        <mc:Fallback xmlns="">
          <p:pic>
            <p:nvPicPr>
              <p:cNvPr id="286" name="Freihand 285">
                <a:extLst>
                  <a:ext uri="{FF2B5EF4-FFF2-40B4-BE49-F238E27FC236}">
                    <a16:creationId xmlns:a16="http://schemas.microsoft.com/office/drawing/2014/main" id="{CD72D9CB-E871-0752-6785-FF5482118C1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508680" y="4048516"/>
                <a:ext cx="176400" cy="16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301" name="Freihand 300">
                <a:extLst>
                  <a:ext uri="{FF2B5EF4-FFF2-40B4-BE49-F238E27FC236}">
                    <a16:creationId xmlns:a16="http://schemas.microsoft.com/office/drawing/2014/main" id="{A2FE3F7A-A8EA-97DF-8B71-FE011DFB504D}"/>
                  </a:ext>
                </a:extLst>
              </p14:cNvPr>
              <p14:cNvContentPartPr/>
              <p14:nvPr/>
            </p14:nvContentPartPr>
            <p14:xfrm>
              <a:off x="759600" y="4026916"/>
              <a:ext cx="480600" cy="191880"/>
            </p14:xfrm>
          </p:contentPart>
        </mc:Choice>
        <mc:Fallback xmlns="">
          <p:pic>
            <p:nvPicPr>
              <p:cNvPr id="301" name="Freihand 300">
                <a:extLst>
                  <a:ext uri="{FF2B5EF4-FFF2-40B4-BE49-F238E27FC236}">
                    <a16:creationId xmlns:a16="http://schemas.microsoft.com/office/drawing/2014/main" id="{A2FE3F7A-A8EA-97DF-8B71-FE011DFB504D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748792" y="4016136"/>
                <a:ext cx="501856" cy="21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303" name="Freihand 302">
                <a:extLst>
                  <a:ext uri="{FF2B5EF4-FFF2-40B4-BE49-F238E27FC236}">
                    <a16:creationId xmlns:a16="http://schemas.microsoft.com/office/drawing/2014/main" id="{D7361727-75AB-C128-6F09-73694FAF959E}"/>
                  </a:ext>
                </a:extLst>
              </p14:cNvPr>
              <p14:cNvContentPartPr/>
              <p14:nvPr/>
            </p14:nvContentPartPr>
            <p14:xfrm>
              <a:off x="1346040" y="4078036"/>
              <a:ext cx="177840" cy="109800"/>
            </p14:xfrm>
          </p:contentPart>
        </mc:Choice>
        <mc:Fallback xmlns="">
          <p:pic>
            <p:nvPicPr>
              <p:cNvPr id="303" name="Freihand 302">
                <a:extLst>
                  <a:ext uri="{FF2B5EF4-FFF2-40B4-BE49-F238E27FC236}">
                    <a16:creationId xmlns:a16="http://schemas.microsoft.com/office/drawing/2014/main" id="{D7361727-75AB-C128-6F09-73694FAF959E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335262" y="4067271"/>
                <a:ext cx="199037" cy="1309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304" name="Freihand 303">
                <a:extLst>
                  <a:ext uri="{FF2B5EF4-FFF2-40B4-BE49-F238E27FC236}">
                    <a16:creationId xmlns:a16="http://schemas.microsoft.com/office/drawing/2014/main" id="{76CFFC8A-8292-C674-AD89-65157BBACE98}"/>
                  </a:ext>
                </a:extLst>
              </p14:cNvPr>
              <p14:cNvContentPartPr/>
              <p14:nvPr/>
            </p14:nvContentPartPr>
            <p14:xfrm>
              <a:off x="364680" y="4366138"/>
              <a:ext cx="60480" cy="67320"/>
            </p14:xfrm>
          </p:contentPart>
        </mc:Choice>
        <mc:Fallback xmlns="">
          <p:pic>
            <p:nvPicPr>
              <p:cNvPr id="304" name="Freihand 303">
                <a:extLst>
                  <a:ext uri="{FF2B5EF4-FFF2-40B4-BE49-F238E27FC236}">
                    <a16:creationId xmlns:a16="http://schemas.microsoft.com/office/drawing/2014/main" id="{76CFFC8A-8292-C674-AD89-65157BBACE9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53880" y="4355338"/>
                <a:ext cx="8172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305" name="Freihand 304">
                <a:extLst>
                  <a:ext uri="{FF2B5EF4-FFF2-40B4-BE49-F238E27FC236}">
                    <a16:creationId xmlns:a16="http://schemas.microsoft.com/office/drawing/2014/main" id="{B00009E6-3D76-B450-1F21-2FD7B0E2F9D7}"/>
                  </a:ext>
                </a:extLst>
              </p14:cNvPr>
              <p14:cNvContentPartPr/>
              <p14:nvPr/>
            </p14:nvContentPartPr>
            <p14:xfrm>
              <a:off x="350640" y="4380178"/>
              <a:ext cx="83520" cy="69480"/>
            </p14:xfrm>
          </p:contentPart>
        </mc:Choice>
        <mc:Fallback xmlns="">
          <p:pic>
            <p:nvPicPr>
              <p:cNvPr id="305" name="Freihand 304">
                <a:extLst>
                  <a:ext uri="{FF2B5EF4-FFF2-40B4-BE49-F238E27FC236}">
                    <a16:creationId xmlns:a16="http://schemas.microsoft.com/office/drawing/2014/main" id="{B00009E6-3D76-B450-1F21-2FD7B0E2F9D7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39840" y="4369434"/>
                <a:ext cx="104760" cy="906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306" name="Freihand 305">
                <a:extLst>
                  <a:ext uri="{FF2B5EF4-FFF2-40B4-BE49-F238E27FC236}">
                    <a16:creationId xmlns:a16="http://schemas.microsoft.com/office/drawing/2014/main" id="{C18C5491-2B71-AA5B-8A68-4E85C2F00A47}"/>
                  </a:ext>
                </a:extLst>
              </p14:cNvPr>
              <p14:cNvContentPartPr/>
              <p14:nvPr/>
            </p14:nvContentPartPr>
            <p14:xfrm>
              <a:off x="484560" y="4393858"/>
              <a:ext cx="67320" cy="9720"/>
            </p14:xfrm>
          </p:contentPart>
        </mc:Choice>
        <mc:Fallback xmlns="">
          <p:pic>
            <p:nvPicPr>
              <p:cNvPr id="306" name="Freihand 305">
                <a:extLst>
                  <a:ext uri="{FF2B5EF4-FFF2-40B4-BE49-F238E27FC236}">
                    <a16:creationId xmlns:a16="http://schemas.microsoft.com/office/drawing/2014/main" id="{C18C5491-2B71-AA5B-8A68-4E85C2F00A47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73760" y="4383058"/>
                <a:ext cx="8856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307" name="Freihand 306">
                <a:extLst>
                  <a:ext uri="{FF2B5EF4-FFF2-40B4-BE49-F238E27FC236}">
                    <a16:creationId xmlns:a16="http://schemas.microsoft.com/office/drawing/2014/main" id="{C23CBD3F-8D13-CF63-EB5C-B727F02FE8E1}"/>
                  </a:ext>
                </a:extLst>
              </p14:cNvPr>
              <p14:cNvContentPartPr/>
              <p14:nvPr/>
            </p14:nvContentPartPr>
            <p14:xfrm>
              <a:off x="510120" y="4354618"/>
              <a:ext cx="69480" cy="76680"/>
            </p14:xfrm>
          </p:contentPart>
        </mc:Choice>
        <mc:Fallback xmlns="">
          <p:pic>
            <p:nvPicPr>
              <p:cNvPr id="307" name="Freihand 306">
                <a:extLst>
                  <a:ext uri="{FF2B5EF4-FFF2-40B4-BE49-F238E27FC236}">
                    <a16:creationId xmlns:a16="http://schemas.microsoft.com/office/drawing/2014/main" id="{C23CBD3F-8D13-CF63-EB5C-B727F02FE8E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99320" y="4343818"/>
                <a:ext cx="9072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308" name="Freihand 307">
                <a:extLst>
                  <a:ext uri="{FF2B5EF4-FFF2-40B4-BE49-F238E27FC236}">
                    <a16:creationId xmlns:a16="http://schemas.microsoft.com/office/drawing/2014/main" id="{2413A356-0ABE-3EEA-AAE5-098671C4FE58}"/>
                  </a:ext>
                </a:extLst>
              </p14:cNvPr>
              <p14:cNvContentPartPr/>
              <p14:nvPr/>
            </p14:nvContentPartPr>
            <p14:xfrm>
              <a:off x="623160" y="4324738"/>
              <a:ext cx="18720" cy="129600"/>
            </p14:xfrm>
          </p:contentPart>
        </mc:Choice>
        <mc:Fallback xmlns="">
          <p:pic>
            <p:nvPicPr>
              <p:cNvPr id="308" name="Freihand 307">
                <a:extLst>
                  <a:ext uri="{FF2B5EF4-FFF2-40B4-BE49-F238E27FC236}">
                    <a16:creationId xmlns:a16="http://schemas.microsoft.com/office/drawing/2014/main" id="{2413A356-0ABE-3EEA-AAE5-098671C4FE58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612360" y="4313938"/>
                <a:ext cx="3996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309" name="Freihand 308">
                <a:extLst>
                  <a:ext uri="{FF2B5EF4-FFF2-40B4-BE49-F238E27FC236}">
                    <a16:creationId xmlns:a16="http://schemas.microsoft.com/office/drawing/2014/main" id="{FBDB0EB9-C6E7-4943-A43B-8BEC00BE7999}"/>
                  </a:ext>
                </a:extLst>
              </p14:cNvPr>
              <p14:cNvContentPartPr/>
              <p14:nvPr/>
            </p14:nvContentPartPr>
            <p14:xfrm>
              <a:off x="664920" y="4354618"/>
              <a:ext cx="106200" cy="65160"/>
            </p14:xfrm>
          </p:contentPart>
        </mc:Choice>
        <mc:Fallback xmlns="">
          <p:pic>
            <p:nvPicPr>
              <p:cNvPr id="309" name="Freihand 308">
                <a:extLst>
                  <a:ext uri="{FF2B5EF4-FFF2-40B4-BE49-F238E27FC236}">
                    <a16:creationId xmlns:a16="http://schemas.microsoft.com/office/drawing/2014/main" id="{FBDB0EB9-C6E7-4943-A43B-8BEC00BE7999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654156" y="4343818"/>
                <a:ext cx="127368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310" name="Freihand 309">
                <a:extLst>
                  <a:ext uri="{FF2B5EF4-FFF2-40B4-BE49-F238E27FC236}">
                    <a16:creationId xmlns:a16="http://schemas.microsoft.com/office/drawing/2014/main" id="{AF0F2F38-F7E5-ECE4-8308-15F28933FEE7}"/>
                  </a:ext>
                </a:extLst>
              </p14:cNvPr>
              <p14:cNvContentPartPr/>
              <p14:nvPr/>
            </p14:nvContentPartPr>
            <p14:xfrm>
              <a:off x="782640" y="4419418"/>
              <a:ext cx="21240" cy="28080"/>
            </p14:xfrm>
          </p:contentPart>
        </mc:Choice>
        <mc:Fallback xmlns="">
          <p:pic>
            <p:nvPicPr>
              <p:cNvPr id="310" name="Freihand 309">
                <a:extLst>
                  <a:ext uri="{FF2B5EF4-FFF2-40B4-BE49-F238E27FC236}">
                    <a16:creationId xmlns:a16="http://schemas.microsoft.com/office/drawing/2014/main" id="{AF0F2F38-F7E5-ECE4-8308-15F28933FEE7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771840" y="4408478"/>
                <a:ext cx="42480" cy="495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315" name="Freihand 314">
                <a:extLst>
                  <a:ext uri="{FF2B5EF4-FFF2-40B4-BE49-F238E27FC236}">
                    <a16:creationId xmlns:a16="http://schemas.microsoft.com/office/drawing/2014/main" id="{FE176F84-5899-ED80-1EC6-A8FF284CF2DA}"/>
                  </a:ext>
                </a:extLst>
              </p14:cNvPr>
              <p14:cNvContentPartPr/>
              <p14:nvPr/>
            </p14:nvContentPartPr>
            <p14:xfrm>
              <a:off x="847080" y="4317898"/>
              <a:ext cx="169200" cy="136440"/>
            </p14:xfrm>
          </p:contentPart>
        </mc:Choice>
        <mc:Fallback xmlns="">
          <p:pic>
            <p:nvPicPr>
              <p:cNvPr id="315" name="Freihand 314">
                <a:extLst>
                  <a:ext uri="{FF2B5EF4-FFF2-40B4-BE49-F238E27FC236}">
                    <a16:creationId xmlns:a16="http://schemas.microsoft.com/office/drawing/2014/main" id="{FE176F84-5899-ED80-1EC6-A8FF284CF2DA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836257" y="4307126"/>
                <a:ext cx="190485" cy="1576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350" name="Freihand 349">
                <a:extLst>
                  <a:ext uri="{FF2B5EF4-FFF2-40B4-BE49-F238E27FC236}">
                    <a16:creationId xmlns:a16="http://schemas.microsoft.com/office/drawing/2014/main" id="{E744D88C-4BFE-DE17-0A10-136CC645D5FC}"/>
                  </a:ext>
                </a:extLst>
              </p14:cNvPr>
              <p14:cNvContentPartPr/>
              <p14:nvPr/>
            </p14:nvContentPartPr>
            <p14:xfrm>
              <a:off x="4198436" y="3552525"/>
              <a:ext cx="189720" cy="97560"/>
            </p14:xfrm>
          </p:contentPart>
        </mc:Choice>
        <mc:Fallback xmlns="">
          <p:pic>
            <p:nvPicPr>
              <p:cNvPr id="350" name="Freihand 349">
                <a:extLst>
                  <a:ext uri="{FF2B5EF4-FFF2-40B4-BE49-F238E27FC236}">
                    <a16:creationId xmlns:a16="http://schemas.microsoft.com/office/drawing/2014/main" id="{E744D88C-4BFE-DE17-0A10-136CC645D5FC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4187656" y="3541725"/>
                <a:ext cx="210920" cy="11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351" name="Freihand 350">
                <a:extLst>
                  <a:ext uri="{FF2B5EF4-FFF2-40B4-BE49-F238E27FC236}">
                    <a16:creationId xmlns:a16="http://schemas.microsoft.com/office/drawing/2014/main" id="{F06BF0A9-E4F1-21E6-6B2C-67CA94EE564C}"/>
                  </a:ext>
                </a:extLst>
              </p14:cNvPr>
              <p14:cNvContentPartPr/>
              <p14:nvPr/>
            </p14:nvContentPartPr>
            <p14:xfrm>
              <a:off x="4495076" y="3541365"/>
              <a:ext cx="99720" cy="115920"/>
            </p14:xfrm>
          </p:contentPart>
        </mc:Choice>
        <mc:Fallback xmlns="">
          <p:pic>
            <p:nvPicPr>
              <p:cNvPr id="351" name="Freihand 350">
                <a:extLst>
                  <a:ext uri="{FF2B5EF4-FFF2-40B4-BE49-F238E27FC236}">
                    <a16:creationId xmlns:a16="http://schemas.microsoft.com/office/drawing/2014/main" id="{F06BF0A9-E4F1-21E6-6B2C-67CA94EE564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484276" y="3530565"/>
                <a:ext cx="12096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352" name="Freihand 351">
                <a:extLst>
                  <a:ext uri="{FF2B5EF4-FFF2-40B4-BE49-F238E27FC236}">
                    <a16:creationId xmlns:a16="http://schemas.microsoft.com/office/drawing/2014/main" id="{8CEA0541-B0B5-B5E7-0B05-A4B923028F96}"/>
                  </a:ext>
                </a:extLst>
              </p14:cNvPr>
              <p14:cNvContentPartPr/>
              <p14:nvPr/>
            </p14:nvContentPartPr>
            <p14:xfrm>
              <a:off x="4617476" y="3543525"/>
              <a:ext cx="67320" cy="115920"/>
            </p14:xfrm>
          </p:contentPart>
        </mc:Choice>
        <mc:Fallback xmlns="">
          <p:pic>
            <p:nvPicPr>
              <p:cNvPr id="352" name="Freihand 351">
                <a:extLst>
                  <a:ext uri="{FF2B5EF4-FFF2-40B4-BE49-F238E27FC236}">
                    <a16:creationId xmlns:a16="http://schemas.microsoft.com/office/drawing/2014/main" id="{8CEA0541-B0B5-B5E7-0B05-A4B923028F96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606733" y="3532758"/>
                <a:ext cx="88447" cy="1370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353" name="Freihand 352">
                <a:extLst>
                  <a:ext uri="{FF2B5EF4-FFF2-40B4-BE49-F238E27FC236}">
                    <a16:creationId xmlns:a16="http://schemas.microsoft.com/office/drawing/2014/main" id="{D1344CC2-6C2F-5C19-901B-D3E5561E1D5E}"/>
                  </a:ext>
                </a:extLst>
              </p14:cNvPr>
              <p14:cNvContentPartPr/>
              <p14:nvPr/>
            </p14:nvContentPartPr>
            <p14:xfrm>
              <a:off x="4703156" y="3566565"/>
              <a:ext cx="63000" cy="39600"/>
            </p14:xfrm>
          </p:contentPart>
        </mc:Choice>
        <mc:Fallback xmlns="">
          <p:pic>
            <p:nvPicPr>
              <p:cNvPr id="353" name="Freihand 352">
                <a:extLst>
                  <a:ext uri="{FF2B5EF4-FFF2-40B4-BE49-F238E27FC236}">
                    <a16:creationId xmlns:a16="http://schemas.microsoft.com/office/drawing/2014/main" id="{D1344CC2-6C2F-5C19-901B-D3E5561E1D5E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4692356" y="3555862"/>
                <a:ext cx="84240" cy="6064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354" name="Freihand 353">
                <a:extLst>
                  <a:ext uri="{FF2B5EF4-FFF2-40B4-BE49-F238E27FC236}">
                    <a16:creationId xmlns:a16="http://schemas.microsoft.com/office/drawing/2014/main" id="{16253E9A-8C5C-2929-972E-80329C177A1A}"/>
                  </a:ext>
                </a:extLst>
              </p14:cNvPr>
              <p14:cNvContentPartPr/>
              <p14:nvPr/>
            </p14:nvContentPartPr>
            <p14:xfrm>
              <a:off x="4744556" y="3564405"/>
              <a:ext cx="30600" cy="157320"/>
            </p14:xfrm>
          </p:contentPart>
        </mc:Choice>
        <mc:Fallback xmlns="">
          <p:pic>
            <p:nvPicPr>
              <p:cNvPr id="354" name="Freihand 353">
                <a:extLst>
                  <a:ext uri="{FF2B5EF4-FFF2-40B4-BE49-F238E27FC236}">
                    <a16:creationId xmlns:a16="http://schemas.microsoft.com/office/drawing/2014/main" id="{16253E9A-8C5C-2929-972E-80329C177A1A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4733627" y="3553630"/>
                <a:ext cx="52093" cy="1785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355" name="Freihand 354">
                <a:extLst>
                  <a:ext uri="{FF2B5EF4-FFF2-40B4-BE49-F238E27FC236}">
                    <a16:creationId xmlns:a16="http://schemas.microsoft.com/office/drawing/2014/main" id="{99F28ECE-0E1A-E326-8182-BF26D3218405}"/>
                  </a:ext>
                </a:extLst>
              </p14:cNvPr>
              <p14:cNvContentPartPr/>
              <p14:nvPr/>
            </p14:nvContentPartPr>
            <p14:xfrm>
              <a:off x="4830236" y="3605805"/>
              <a:ext cx="9720" cy="6120"/>
            </p14:xfrm>
          </p:contentPart>
        </mc:Choice>
        <mc:Fallback xmlns="">
          <p:pic>
            <p:nvPicPr>
              <p:cNvPr id="355" name="Freihand 354">
                <a:extLst>
                  <a:ext uri="{FF2B5EF4-FFF2-40B4-BE49-F238E27FC236}">
                    <a16:creationId xmlns:a16="http://schemas.microsoft.com/office/drawing/2014/main" id="{99F28ECE-0E1A-E326-8182-BF26D321840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819021" y="3595005"/>
                <a:ext cx="31777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356" name="Freihand 355">
                <a:extLst>
                  <a:ext uri="{FF2B5EF4-FFF2-40B4-BE49-F238E27FC236}">
                    <a16:creationId xmlns:a16="http://schemas.microsoft.com/office/drawing/2014/main" id="{235B5512-F618-2567-F1EE-911875C8F0F3}"/>
                  </a:ext>
                </a:extLst>
              </p14:cNvPr>
              <p14:cNvContentPartPr/>
              <p14:nvPr/>
            </p14:nvContentPartPr>
            <p14:xfrm>
              <a:off x="4906556" y="3552525"/>
              <a:ext cx="83520" cy="101880"/>
            </p14:xfrm>
          </p:contentPart>
        </mc:Choice>
        <mc:Fallback xmlns="">
          <p:pic>
            <p:nvPicPr>
              <p:cNvPr id="356" name="Freihand 355">
                <a:extLst>
                  <a:ext uri="{FF2B5EF4-FFF2-40B4-BE49-F238E27FC236}">
                    <a16:creationId xmlns:a16="http://schemas.microsoft.com/office/drawing/2014/main" id="{235B5512-F618-2567-F1EE-911875C8F0F3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4895756" y="3541725"/>
                <a:ext cx="104760" cy="12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357" name="Freihand 356">
                <a:extLst>
                  <a:ext uri="{FF2B5EF4-FFF2-40B4-BE49-F238E27FC236}">
                    <a16:creationId xmlns:a16="http://schemas.microsoft.com/office/drawing/2014/main" id="{984AC1C9-9F1F-0620-A6E6-57DD4E4A6B5F}"/>
                  </a:ext>
                </a:extLst>
              </p14:cNvPr>
              <p14:cNvContentPartPr/>
              <p14:nvPr/>
            </p14:nvContentPartPr>
            <p14:xfrm>
              <a:off x="5013116" y="3471525"/>
              <a:ext cx="18720" cy="167040"/>
            </p14:xfrm>
          </p:contentPart>
        </mc:Choice>
        <mc:Fallback xmlns="">
          <p:pic>
            <p:nvPicPr>
              <p:cNvPr id="357" name="Freihand 356">
                <a:extLst>
                  <a:ext uri="{FF2B5EF4-FFF2-40B4-BE49-F238E27FC236}">
                    <a16:creationId xmlns:a16="http://schemas.microsoft.com/office/drawing/2014/main" id="{984AC1C9-9F1F-0620-A6E6-57DD4E4A6B5F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002316" y="3460725"/>
                <a:ext cx="39960" cy="18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358" name="Freihand 357">
                <a:extLst>
                  <a:ext uri="{FF2B5EF4-FFF2-40B4-BE49-F238E27FC236}">
                    <a16:creationId xmlns:a16="http://schemas.microsoft.com/office/drawing/2014/main" id="{16600AFE-515A-F790-1878-0397A1677686}"/>
                  </a:ext>
                </a:extLst>
              </p14:cNvPr>
              <p14:cNvContentPartPr/>
              <p14:nvPr/>
            </p14:nvContentPartPr>
            <p14:xfrm>
              <a:off x="4992236" y="3550365"/>
              <a:ext cx="67320" cy="16560"/>
            </p14:xfrm>
          </p:contentPart>
        </mc:Choice>
        <mc:Fallback xmlns="">
          <p:pic>
            <p:nvPicPr>
              <p:cNvPr id="358" name="Freihand 357">
                <a:extLst>
                  <a:ext uri="{FF2B5EF4-FFF2-40B4-BE49-F238E27FC236}">
                    <a16:creationId xmlns:a16="http://schemas.microsoft.com/office/drawing/2014/main" id="{16600AFE-515A-F790-1878-0397A1677686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4981436" y="3539565"/>
                <a:ext cx="8856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359" name="Freihand 358">
                <a:extLst>
                  <a:ext uri="{FF2B5EF4-FFF2-40B4-BE49-F238E27FC236}">
                    <a16:creationId xmlns:a16="http://schemas.microsoft.com/office/drawing/2014/main" id="{224BC7B2-E782-BC12-66D6-21AB74D46E18}"/>
                  </a:ext>
                </a:extLst>
              </p14:cNvPr>
              <p14:cNvContentPartPr/>
              <p14:nvPr/>
            </p14:nvContentPartPr>
            <p14:xfrm>
              <a:off x="5066396" y="3559725"/>
              <a:ext cx="102240" cy="70560"/>
            </p14:xfrm>
          </p:contentPart>
        </mc:Choice>
        <mc:Fallback xmlns="">
          <p:pic>
            <p:nvPicPr>
              <p:cNvPr id="359" name="Freihand 358">
                <a:extLst>
                  <a:ext uri="{FF2B5EF4-FFF2-40B4-BE49-F238E27FC236}">
                    <a16:creationId xmlns:a16="http://schemas.microsoft.com/office/drawing/2014/main" id="{224BC7B2-E782-BC12-66D6-21AB74D46E18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055596" y="3548925"/>
                <a:ext cx="123480" cy="9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360" name="Freihand 359">
                <a:extLst>
                  <a:ext uri="{FF2B5EF4-FFF2-40B4-BE49-F238E27FC236}">
                    <a16:creationId xmlns:a16="http://schemas.microsoft.com/office/drawing/2014/main" id="{E0BC4D3A-C835-498D-11CC-D44CFA93067E}"/>
                  </a:ext>
                </a:extLst>
              </p14:cNvPr>
              <p14:cNvContentPartPr/>
              <p14:nvPr/>
            </p14:nvContentPartPr>
            <p14:xfrm>
              <a:off x="5177636" y="3485565"/>
              <a:ext cx="79200" cy="144000"/>
            </p14:xfrm>
          </p:contentPart>
        </mc:Choice>
        <mc:Fallback xmlns="">
          <p:pic>
            <p:nvPicPr>
              <p:cNvPr id="360" name="Freihand 359">
                <a:extLst>
                  <a:ext uri="{FF2B5EF4-FFF2-40B4-BE49-F238E27FC236}">
                    <a16:creationId xmlns:a16="http://schemas.microsoft.com/office/drawing/2014/main" id="{E0BC4D3A-C835-498D-11CC-D44CFA93067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166836" y="3474765"/>
                <a:ext cx="100440" cy="16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361" name="Freihand 360">
                <a:extLst>
                  <a:ext uri="{FF2B5EF4-FFF2-40B4-BE49-F238E27FC236}">
                    <a16:creationId xmlns:a16="http://schemas.microsoft.com/office/drawing/2014/main" id="{A4BCF419-0143-9976-4A6C-4620DFB50C5C}"/>
                  </a:ext>
                </a:extLst>
              </p14:cNvPr>
              <p14:cNvContentPartPr/>
              <p14:nvPr/>
            </p14:nvContentPartPr>
            <p14:xfrm>
              <a:off x="5288516" y="3568725"/>
              <a:ext cx="11880" cy="60120"/>
            </p14:xfrm>
          </p:contentPart>
        </mc:Choice>
        <mc:Fallback xmlns="">
          <p:pic>
            <p:nvPicPr>
              <p:cNvPr id="361" name="Freihand 360">
                <a:extLst>
                  <a:ext uri="{FF2B5EF4-FFF2-40B4-BE49-F238E27FC236}">
                    <a16:creationId xmlns:a16="http://schemas.microsoft.com/office/drawing/2014/main" id="{A4BCF419-0143-9976-4A6C-4620DFB50C5C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5277716" y="3557925"/>
                <a:ext cx="3312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362" name="Freihand 361">
                <a:extLst>
                  <a:ext uri="{FF2B5EF4-FFF2-40B4-BE49-F238E27FC236}">
                    <a16:creationId xmlns:a16="http://schemas.microsoft.com/office/drawing/2014/main" id="{C31E1DCA-182E-1E41-1B41-7295AD8D7A35}"/>
                  </a:ext>
                </a:extLst>
              </p14:cNvPr>
              <p14:cNvContentPartPr/>
              <p14:nvPr/>
            </p14:nvContentPartPr>
            <p14:xfrm>
              <a:off x="5297876" y="3505365"/>
              <a:ext cx="16560" cy="6120"/>
            </p14:xfrm>
          </p:contentPart>
        </mc:Choice>
        <mc:Fallback xmlns="">
          <p:pic>
            <p:nvPicPr>
              <p:cNvPr id="362" name="Freihand 361">
                <a:extLst>
                  <a:ext uri="{FF2B5EF4-FFF2-40B4-BE49-F238E27FC236}">
                    <a16:creationId xmlns:a16="http://schemas.microsoft.com/office/drawing/2014/main" id="{C31E1DCA-182E-1E41-1B41-7295AD8D7A35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5287076" y="3494565"/>
                <a:ext cx="37800" cy="27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363" name="Freihand 362">
                <a:extLst>
                  <a:ext uri="{FF2B5EF4-FFF2-40B4-BE49-F238E27FC236}">
                    <a16:creationId xmlns:a16="http://schemas.microsoft.com/office/drawing/2014/main" id="{719EE68C-B30B-CFBB-568B-9B24C9FBE63F}"/>
                  </a:ext>
                </a:extLst>
              </p14:cNvPr>
              <p14:cNvContentPartPr/>
              <p14:nvPr/>
            </p14:nvContentPartPr>
            <p14:xfrm>
              <a:off x="5357996" y="3457845"/>
              <a:ext cx="16560" cy="169200"/>
            </p14:xfrm>
          </p:contentPart>
        </mc:Choice>
        <mc:Fallback xmlns="">
          <p:pic>
            <p:nvPicPr>
              <p:cNvPr id="363" name="Freihand 362">
                <a:extLst>
                  <a:ext uri="{FF2B5EF4-FFF2-40B4-BE49-F238E27FC236}">
                    <a16:creationId xmlns:a16="http://schemas.microsoft.com/office/drawing/2014/main" id="{719EE68C-B30B-CFBB-568B-9B24C9FBE63F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347196" y="3447045"/>
                <a:ext cx="3780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364" name="Freihand 363">
                <a:extLst>
                  <a:ext uri="{FF2B5EF4-FFF2-40B4-BE49-F238E27FC236}">
                    <a16:creationId xmlns:a16="http://schemas.microsoft.com/office/drawing/2014/main" id="{61CD8BA1-631C-F8D1-CE71-14DD5139AB78}"/>
                  </a:ext>
                </a:extLst>
              </p14:cNvPr>
              <p14:cNvContentPartPr/>
              <p14:nvPr/>
            </p14:nvContentPartPr>
            <p14:xfrm>
              <a:off x="5401916" y="3548205"/>
              <a:ext cx="9720" cy="83520"/>
            </p14:xfrm>
          </p:contentPart>
        </mc:Choice>
        <mc:Fallback xmlns="">
          <p:pic>
            <p:nvPicPr>
              <p:cNvPr id="364" name="Freihand 363">
                <a:extLst>
                  <a:ext uri="{FF2B5EF4-FFF2-40B4-BE49-F238E27FC236}">
                    <a16:creationId xmlns:a16="http://schemas.microsoft.com/office/drawing/2014/main" id="{61CD8BA1-631C-F8D1-CE71-14DD5139AB78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5390701" y="3537405"/>
                <a:ext cx="31777" cy="1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365" name="Freihand 364">
                <a:extLst>
                  <a:ext uri="{FF2B5EF4-FFF2-40B4-BE49-F238E27FC236}">
                    <a16:creationId xmlns:a16="http://schemas.microsoft.com/office/drawing/2014/main" id="{F4B53838-7992-27E9-C8FE-07BF81CD95A2}"/>
                  </a:ext>
                </a:extLst>
              </p14:cNvPr>
              <p14:cNvContentPartPr/>
              <p14:nvPr/>
            </p14:nvContentPartPr>
            <p14:xfrm>
              <a:off x="5420636" y="3483405"/>
              <a:ext cx="11880" cy="16560"/>
            </p14:xfrm>
          </p:contentPart>
        </mc:Choice>
        <mc:Fallback xmlns="">
          <p:pic>
            <p:nvPicPr>
              <p:cNvPr id="365" name="Freihand 364">
                <a:extLst>
                  <a:ext uri="{FF2B5EF4-FFF2-40B4-BE49-F238E27FC236}">
                    <a16:creationId xmlns:a16="http://schemas.microsoft.com/office/drawing/2014/main" id="{F4B53838-7992-27E9-C8FE-07BF81CD95A2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5409836" y="3472605"/>
                <a:ext cx="33120" cy="3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366" name="Freihand 365">
                <a:extLst>
                  <a:ext uri="{FF2B5EF4-FFF2-40B4-BE49-F238E27FC236}">
                    <a16:creationId xmlns:a16="http://schemas.microsoft.com/office/drawing/2014/main" id="{640751F2-FD68-672F-F993-3D5015AC4235}"/>
                  </a:ext>
                </a:extLst>
              </p14:cNvPr>
              <p14:cNvContentPartPr/>
              <p14:nvPr/>
            </p14:nvContentPartPr>
            <p14:xfrm>
              <a:off x="5469236" y="3457845"/>
              <a:ext cx="11880" cy="176400"/>
            </p14:xfrm>
          </p:contentPart>
        </mc:Choice>
        <mc:Fallback xmlns="">
          <p:pic>
            <p:nvPicPr>
              <p:cNvPr id="366" name="Freihand 365">
                <a:extLst>
                  <a:ext uri="{FF2B5EF4-FFF2-40B4-BE49-F238E27FC236}">
                    <a16:creationId xmlns:a16="http://schemas.microsoft.com/office/drawing/2014/main" id="{640751F2-FD68-672F-F993-3D5015AC4235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5458436" y="3447045"/>
                <a:ext cx="33120" cy="19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367" name="Freihand 366">
                <a:extLst>
                  <a:ext uri="{FF2B5EF4-FFF2-40B4-BE49-F238E27FC236}">
                    <a16:creationId xmlns:a16="http://schemas.microsoft.com/office/drawing/2014/main" id="{3C9BB696-E5FA-C66F-DEC0-34AF0A9E6F90}"/>
                  </a:ext>
                </a:extLst>
              </p14:cNvPr>
              <p14:cNvContentPartPr/>
              <p14:nvPr/>
            </p14:nvContentPartPr>
            <p14:xfrm>
              <a:off x="5443676" y="3536325"/>
              <a:ext cx="81360" cy="39600"/>
            </p14:xfrm>
          </p:contentPart>
        </mc:Choice>
        <mc:Fallback xmlns="">
          <p:pic>
            <p:nvPicPr>
              <p:cNvPr id="367" name="Freihand 366">
                <a:extLst>
                  <a:ext uri="{FF2B5EF4-FFF2-40B4-BE49-F238E27FC236}">
                    <a16:creationId xmlns:a16="http://schemas.microsoft.com/office/drawing/2014/main" id="{3C9BB696-E5FA-C66F-DEC0-34AF0A9E6F90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432876" y="3525525"/>
                <a:ext cx="102600" cy="6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373" name="Freihand 372">
                <a:extLst>
                  <a:ext uri="{FF2B5EF4-FFF2-40B4-BE49-F238E27FC236}">
                    <a16:creationId xmlns:a16="http://schemas.microsoft.com/office/drawing/2014/main" id="{3DE1B841-6FCF-2AB1-741C-7F67C597E25D}"/>
                  </a:ext>
                </a:extLst>
              </p14:cNvPr>
              <p14:cNvContentPartPr/>
              <p14:nvPr/>
            </p14:nvContentPartPr>
            <p14:xfrm>
              <a:off x="5563916" y="3536325"/>
              <a:ext cx="102240" cy="245880"/>
            </p14:xfrm>
          </p:contentPart>
        </mc:Choice>
        <mc:Fallback xmlns="">
          <p:pic>
            <p:nvPicPr>
              <p:cNvPr id="373" name="Freihand 372">
                <a:extLst>
                  <a:ext uri="{FF2B5EF4-FFF2-40B4-BE49-F238E27FC236}">
                    <a16:creationId xmlns:a16="http://schemas.microsoft.com/office/drawing/2014/main" id="{3DE1B841-6FCF-2AB1-741C-7F67C597E25D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553116" y="3525509"/>
                <a:ext cx="123480" cy="26715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6646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6EAECA9-58A3-99BE-637B-F016B132D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 Question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3A417E8-8621-946B-A0BE-AE79F798F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381C4B2-A127-2E21-A5C0-BFC9ACDE5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23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9A328824-6F32-05EE-5188-67A469B1A82F}"/>
              </a:ext>
            </a:extLst>
          </p:cNvPr>
          <p:cNvGrpSpPr/>
          <p:nvPr/>
        </p:nvGrpSpPr>
        <p:grpSpPr>
          <a:xfrm>
            <a:off x="757842" y="1713289"/>
            <a:ext cx="6880893" cy="1185121"/>
            <a:chOff x="808018" y="1268016"/>
            <a:chExt cx="6880893" cy="1185121"/>
          </a:xfrm>
        </p:grpSpPr>
        <p:pic>
          <p:nvPicPr>
            <p:cNvPr id="8" name="Grafik 7">
              <a:extLst>
                <a:ext uri="{FF2B5EF4-FFF2-40B4-BE49-F238E27FC236}">
                  <a16:creationId xmlns:a16="http://schemas.microsoft.com/office/drawing/2014/main" id="{0E4252E6-045B-6B2E-8A2C-8BC18B256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08018" y="1268016"/>
              <a:ext cx="424693" cy="433187"/>
            </a:xfrm>
            <a:prstGeom prst="rect">
              <a:avLst/>
            </a:prstGeom>
          </p:spPr>
        </p:pic>
        <p:pic>
          <p:nvPicPr>
            <p:cNvPr id="7" name="Grafik 6">
              <a:extLst>
                <a:ext uri="{FF2B5EF4-FFF2-40B4-BE49-F238E27FC236}">
                  <a16:creationId xmlns:a16="http://schemas.microsoft.com/office/drawing/2014/main" id="{2C8F71BA-69EA-F10A-886F-F2461CC7667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5924" t="61915" r="1644"/>
            <a:stretch>
              <a:fillRect/>
            </a:stretch>
          </p:blipFill>
          <p:spPr>
            <a:xfrm>
              <a:off x="1121132" y="1339577"/>
              <a:ext cx="6567779" cy="1113560"/>
            </a:xfrm>
            <a:prstGeom prst="rect">
              <a:avLst/>
            </a:prstGeom>
          </p:spPr>
        </p:pic>
        <p:sp>
          <p:nvSpPr>
            <p:cNvPr id="3" name="Textfeld 2">
              <a:extLst>
                <a:ext uri="{FF2B5EF4-FFF2-40B4-BE49-F238E27FC236}">
                  <a16:creationId xmlns:a16="http://schemas.microsoft.com/office/drawing/2014/main" id="{9D5E0348-031A-08E1-7199-704E07A689A3}"/>
                </a:ext>
              </a:extLst>
            </p:cNvPr>
            <p:cNvSpPr txBox="1"/>
            <p:nvPr/>
          </p:nvSpPr>
          <p:spPr>
            <a:xfrm>
              <a:off x="838263" y="1772764"/>
              <a:ext cx="36420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B)</a:t>
              </a:r>
            </a:p>
          </p:txBody>
        </p:sp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C7553301-5A8C-EE07-207D-1C345BA45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8087" y="1197506"/>
            <a:ext cx="4779214" cy="587344"/>
          </a:xfrm>
          <a:prstGeom prst="rect">
            <a:avLst/>
          </a:prstGeom>
        </p:spPr>
      </p:pic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3E2C314E-80B2-8228-F685-CCF3328EBBC7}"/>
              </a:ext>
            </a:extLst>
          </p:cNvPr>
          <p:cNvGrpSpPr/>
          <p:nvPr/>
        </p:nvGrpSpPr>
        <p:grpSpPr>
          <a:xfrm>
            <a:off x="2862469" y="1929882"/>
            <a:ext cx="5638312" cy="2837381"/>
            <a:chOff x="2862469" y="1929882"/>
            <a:chExt cx="5638312" cy="2837381"/>
          </a:xfrm>
        </p:grpSpPr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666225A6-E3F4-E32A-D49F-2846C5B19117}"/>
                </a:ext>
              </a:extLst>
            </p:cNvPr>
            <p:cNvSpPr txBox="1"/>
            <p:nvPr/>
          </p:nvSpPr>
          <p:spPr>
            <a:xfrm>
              <a:off x="8083679" y="4397931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b="1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B)</a:t>
              </a:r>
            </a:p>
          </p:txBody>
        </p:sp>
        <p:grpSp>
          <p:nvGrpSpPr>
            <p:cNvPr id="15" name="Gruppieren 14">
              <a:extLst>
                <a:ext uri="{FF2B5EF4-FFF2-40B4-BE49-F238E27FC236}">
                  <a16:creationId xmlns:a16="http://schemas.microsoft.com/office/drawing/2014/main" id="{DAD6A5FF-B1DA-1168-AFD1-81EC079A5BDF}"/>
                </a:ext>
              </a:extLst>
            </p:cNvPr>
            <p:cNvGrpSpPr/>
            <p:nvPr/>
          </p:nvGrpSpPr>
          <p:grpSpPr>
            <a:xfrm>
              <a:off x="2862469" y="2803610"/>
              <a:ext cx="2057400" cy="1029226"/>
              <a:chOff x="6411188" y="1091698"/>
              <a:chExt cx="2057400" cy="1029226"/>
            </a:xfrm>
          </p:grpSpPr>
          <p:sp>
            <p:nvSpPr>
              <p:cNvPr id="16" name="Rectangle: Rounded Corners 17">
                <a:extLst>
                  <a:ext uri="{FF2B5EF4-FFF2-40B4-BE49-F238E27FC236}">
                    <a16:creationId xmlns:a16="http://schemas.microsoft.com/office/drawing/2014/main" id="{106A9109-289E-A8D9-EBA8-A19277AA42F4}"/>
                  </a:ext>
                </a:extLst>
              </p:cNvPr>
              <p:cNvSpPr/>
              <p:nvPr/>
            </p:nvSpPr>
            <p:spPr>
              <a:xfrm>
                <a:off x="6411188" y="1091698"/>
                <a:ext cx="2057400" cy="1029226"/>
              </a:xfrm>
              <a:prstGeom prst="roundRect">
                <a:avLst>
                  <a:gd name="adj" fmla="val 12642"/>
                </a:avLst>
              </a:prstGeom>
              <a:noFill/>
              <a:ln w="25400">
                <a:solidFill>
                  <a:schemeClr val="tx1">
                    <a:lumMod val="90000"/>
                    <a:lumOff val="10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lIns="360000" rtlCol="0" anchor="ctr"/>
              <a:lstStyle/>
              <a:p>
                <a:pPr>
                  <a:spcBef>
                    <a:spcPts val="200"/>
                  </a:spcBef>
                </a:pPr>
                <a:endParaRPr lang="en-US" noProof="0">
                  <a:solidFill>
                    <a:schemeClr val="bg2">
                      <a:lumMod val="1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49BB0513-86A0-5EAE-B3AD-034CDA8C5D42}"/>
                      </a:ext>
                    </a:extLst>
                  </p:cNvPr>
                  <p:cNvSpPr txBox="1"/>
                  <p:nvPr/>
                </p:nvSpPr>
                <p:spPr>
                  <a:xfrm>
                    <a:off x="6513460" y="1091698"/>
                    <a:ext cx="1849930" cy="931986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</m:acc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de-CH" sz="1800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𝑄𝑥</m:t>
                          </m:r>
                        </m:oMath>
                      </m:oMathPara>
                    </a14:m>
                    <a:endParaRPr lang="en-US" sz="18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p>
                              <m:r>
                                <a:rPr lang="en-US" sz="1800" i="1" dirty="0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𝑃𝐴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=−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oMath>
                      </m:oMathPara>
                    </a14:m>
                    <a:endParaRPr lang="de-CH" sz="18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𝑉</m:t>
                          </m:r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sSup>
                            <m:sSupPr>
                              <m:ctrlP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p>
                              <m:r>
                                <a:rPr lang="en-US" sz="1800" i="1" dirty="0" err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sup>
                          </m:sSup>
                          <m:r>
                            <a:rPr lang="en-US" sz="1800" i="1" dirty="0" smtClean="0">
                              <a:latin typeface="Cambria Math" panose="02040503050406030204" pitchFamily="18" charset="0"/>
                            </a:rPr>
                            <m:t>𝑃𝑥</m:t>
                          </m:r>
                        </m:oMath>
                      </m:oMathPara>
                    </a14:m>
                    <a:endParaRPr lang="de-CH" sz="18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>
              <p:sp>
                <p:nvSpPr>
                  <p:cNvPr id="17" name="Textfeld 16">
                    <a:extLst>
                      <a:ext uri="{FF2B5EF4-FFF2-40B4-BE49-F238E27FC236}">
                        <a16:creationId xmlns:a16="http://schemas.microsoft.com/office/drawing/2014/main" id="{49BB0513-86A0-5EAE-B3AD-034CDA8C5D4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513460" y="1091698"/>
                    <a:ext cx="1849930" cy="93198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8D62CBAC-DBF0-2ED4-3525-520B329E32A7}"/>
                    </a:ext>
                  </a:extLst>
                </p:cNvPr>
                <p:cNvSpPr txBox="1"/>
                <p:nvPr/>
              </p:nvSpPr>
              <p:spPr>
                <a:xfrm>
                  <a:off x="5164626" y="1929882"/>
                  <a:ext cx="805349" cy="346313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̇"/>
                            <m:ctrlPr>
                              <a:rPr lang="en-US" sz="1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i="1" dirty="0" smtClean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</m:acc>
                        <m:r>
                          <a:rPr lang="en-US" sz="160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=0!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 xmlns="">
            <p:sp>
              <p:nvSpPr>
                <p:cNvPr id="18" name="Textfeld 17">
                  <a:extLst>
                    <a:ext uri="{FF2B5EF4-FFF2-40B4-BE49-F238E27FC236}">
                      <a16:creationId xmlns:a16="http://schemas.microsoft.com/office/drawing/2014/main" id="{8D62CBAC-DBF0-2ED4-3525-520B329E32A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64626" y="1929882"/>
                  <a:ext cx="805349" cy="346313"/>
                </a:xfrm>
                <a:prstGeom prst="rect">
                  <a:avLst/>
                </a:prstGeom>
                <a:blipFill>
                  <a:blip r:embed="rId6"/>
                  <a:stretch>
                    <a:fillRect t="-3571" r="-7813" b="-2142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135306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693AD4-6F0D-5104-6980-560199AE5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19F51-4694-B13B-835B-F90F7FABAF5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3. Feedback </a:t>
            </a:r>
            <a:r>
              <a:rPr lang="de-DE" err="1"/>
              <a:t>Linearization</a:t>
            </a:r>
            <a:endParaRPr lang="de-DE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F0FD685-344A-8DD1-06B6-2A4D9F11AA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481FB19-565D-2C30-9DDB-49856DE32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9906719-E9C3-4FC2-42C0-75920FBE6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24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727372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04D03D-E7EA-7ABB-899F-62971744F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2393"/>
            <a:ext cx="7886700" cy="994172"/>
          </a:xfrm>
        </p:spPr>
        <p:txBody>
          <a:bodyPr/>
          <a:lstStyle/>
          <a:p>
            <a:r>
              <a:rPr lang="en-US" dirty="0"/>
              <a:t>Intuition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C66CCEF-3752-1A53-DC12-CA39BE9B77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931991"/>
            <a:ext cx="7886700" cy="1393576"/>
          </a:xfrm>
        </p:spPr>
        <p:txBody>
          <a:bodyPr>
            <a:normAutofit/>
          </a:bodyPr>
          <a:lstStyle/>
          <a:p>
            <a:r>
              <a:rPr lang="en-US" sz="1600" dirty="0"/>
              <a:t>Previously we learned how to analyze stability of nonlinear systems</a:t>
            </a:r>
          </a:p>
          <a:p>
            <a:r>
              <a:rPr lang="en-US" sz="1600" dirty="0"/>
              <a:t>Now we're looking at how we can implement a feedback loop for a nonlinear system in a clever way</a:t>
            </a:r>
          </a:p>
          <a:p>
            <a:r>
              <a:rPr lang="en-US" sz="1600" dirty="0"/>
              <a:t>this involves transforming the nonlinear system into one that behaves linear with a </a:t>
            </a:r>
            <a:r>
              <a:rPr lang="en-US" sz="1600" b="1" dirty="0"/>
              <a:t>coordinate transformation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59A52E6-12C8-A04B-1EC5-32EED7869D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66107A5-DC76-959D-1D87-542D58F43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25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07736956-C5F6-179F-7ACD-DD8E2377C2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843" y="2755707"/>
            <a:ext cx="2813543" cy="131953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0D6F3AE9-35B2-6DE2-DE08-A089FDF2B3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865" y="2468947"/>
            <a:ext cx="1882503" cy="619558"/>
          </a:xfrm>
          <a:prstGeom prst="rect">
            <a:avLst/>
          </a:prstGeom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7CEC8BFF-2B8D-4341-B716-E52E4AD717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0831" y="2740768"/>
            <a:ext cx="2813544" cy="134940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Inhaltsplatzhalter 2">
                <a:extLst>
                  <a:ext uri="{FF2B5EF4-FFF2-40B4-BE49-F238E27FC236}">
                    <a16:creationId xmlns:a16="http://schemas.microsoft.com/office/drawing/2014/main" id="{3A6546F9-468B-45DE-14FD-2C93FBBB9D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0" y="4303327"/>
                <a:ext cx="7886700" cy="474039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The technique we apply to get this effect is called: </a:t>
                </a:r>
                <a:r>
                  <a:rPr lang="en-US" sz="1600" u="sng" dirty="0"/>
                  <a:t>Feedback Linearization</a:t>
                </a:r>
              </a:p>
            </p:txBody>
          </p:sp>
        </mc:Choice>
        <mc:Fallback xmlns="">
          <p:sp>
            <p:nvSpPr>
              <p:cNvPr id="12" name="Inhaltsplatzhalter 2">
                <a:extLst>
                  <a:ext uri="{FF2B5EF4-FFF2-40B4-BE49-F238E27FC236}">
                    <a16:creationId xmlns:a16="http://schemas.microsoft.com/office/drawing/2014/main" id="{3A6546F9-468B-45DE-14FD-2C93FBBB9D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0" y="4303327"/>
                <a:ext cx="7886700" cy="474039"/>
              </a:xfrm>
              <a:prstGeom prst="rect">
                <a:avLst/>
              </a:prstGeom>
              <a:blipFill>
                <a:blip r:embed="rId5"/>
                <a:stretch>
                  <a:fillRect t="-102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158129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1F51DBB-456B-3E1D-52CF-99E32B7035A6}"/>
              </a:ext>
            </a:extLst>
          </p:cNvPr>
          <p:cNvGrpSpPr/>
          <p:nvPr/>
        </p:nvGrpSpPr>
        <p:grpSpPr>
          <a:xfrm>
            <a:off x="278015" y="3949063"/>
            <a:ext cx="4463081" cy="955122"/>
            <a:chOff x="278015" y="3832601"/>
            <a:chExt cx="4463081" cy="9551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E2FD2F2-D419-BF6C-14FF-74BED140677B}"/>
                    </a:ext>
                  </a:extLst>
                </p:cNvPr>
                <p:cNvSpPr txBox="1"/>
                <p:nvPr/>
              </p:nvSpPr>
              <p:spPr>
                <a:xfrm>
                  <a:off x="278015" y="3832601"/>
                  <a:ext cx="4463081" cy="52322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actual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physical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remains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b="1" i="1" dirty="0" smtClean="0">
                          <a:solidFill>
                            <a:srgbClr val="00765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</m:oMath>
                  </a14:m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,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write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it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as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:</a:t>
                  </a:r>
                </a:p>
                <a:p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21" name="Textfeld 20">
                  <a:extLst>
                    <a:ext uri="{FF2B5EF4-FFF2-40B4-BE49-F238E27FC236}">
                      <a16:creationId xmlns:a16="http://schemas.microsoft.com/office/drawing/2014/main" id="{8E2FD2F2-D419-BF6C-14FF-74BED140677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8015" y="3832601"/>
                  <a:ext cx="4463081" cy="523220"/>
                </a:xfrm>
                <a:prstGeom prst="rect">
                  <a:avLst/>
                </a:prstGeom>
                <a:blipFill>
                  <a:blip r:embed="rId2"/>
                  <a:stretch>
                    <a:fillRect l="-568" t="-2381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23" name="Grafik 22">
              <a:extLst>
                <a:ext uri="{FF2B5EF4-FFF2-40B4-BE49-F238E27FC236}">
                  <a16:creationId xmlns:a16="http://schemas.microsoft.com/office/drawing/2014/main" id="{BA3775BB-2905-36E5-673C-3E1AF430C3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28235" y="4094211"/>
              <a:ext cx="3945169" cy="693512"/>
            </a:xfrm>
            <a:prstGeom prst="rect">
              <a:avLst/>
            </a:prstGeom>
          </p:spPr>
        </p:pic>
      </p:grpSp>
      <p:pic>
        <p:nvPicPr>
          <p:cNvPr id="7" name="Grafik 6">
            <a:extLst>
              <a:ext uri="{FF2B5EF4-FFF2-40B4-BE49-F238E27FC236}">
                <a16:creationId xmlns:a16="http://schemas.microsoft.com/office/drawing/2014/main" id="{65A36891-D1A8-EADB-89D0-2EC9C241A5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8015" y="733218"/>
            <a:ext cx="3159579" cy="192447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F74C6C3-DA32-B39E-0ADC-2872EA57C6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5" y="0"/>
            <a:ext cx="7886700" cy="994172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BC75FD6-D311-145C-12F6-B3D56D37B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 dirty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</a:t>
            </a:r>
            <a:r>
              <a:rPr lang="de-CH" kern="1200" dirty="0" err="1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979BC3E-B779-E4E3-4F79-1E7B449A9C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26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374EDE79-1080-2F14-B33A-0E58C5A3AE7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4580" r="24328"/>
          <a:stretch>
            <a:fillRect/>
          </a:stretch>
        </p:blipFill>
        <p:spPr>
          <a:xfrm>
            <a:off x="3671350" y="1167044"/>
            <a:ext cx="1218912" cy="112884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B6CFF3D9-D9BE-2E4F-D250-8FFA5F1C60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72651" y="1135854"/>
            <a:ext cx="3588848" cy="1160031"/>
          </a:xfrm>
          <a:prstGeom prst="rect">
            <a:avLst/>
          </a:prstGeom>
        </p:spPr>
      </p:pic>
      <p:grpSp>
        <p:nvGrpSpPr>
          <p:cNvPr id="25" name="Gruppieren 24">
            <a:extLst>
              <a:ext uri="{FF2B5EF4-FFF2-40B4-BE49-F238E27FC236}">
                <a16:creationId xmlns:a16="http://schemas.microsoft.com/office/drawing/2014/main" id="{FA577E6C-6E7A-08A9-B02F-A088F226D7F1}"/>
              </a:ext>
            </a:extLst>
          </p:cNvPr>
          <p:cNvGrpSpPr/>
          <p:nvPr/>
        </p:nvGrpSpPr>
        <p:grpSpPr>
          <a:xfrm>
            <a:off x="281882" y="2793176"/>
            <a:ext cx="6883808" cy="1110587"/>
            <a:chOff x="281882" y="2793176"/>
            <a:chExt cx="6883808" cy="1110587"/>
          </a:xfrm>
        </p:grpSpPr>
        <p:pic>
          <p:nvPicPr>
            <p:cNvPr id="17" name="Grafik 16">
              <a:extLst>
                <a:ext uri="{FF2B5EF4-FFF2-40B4-BE49-F238E27FC236}">
                  <a16:creationId xmlns:a16="http://schemas.microsoft.com/office/drawing/2014/main" id="{08EF4AD1-B50F-1308-1172-D60778A6DA4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28235" y="2878050"/>
              <a:ext cx="2488468" cy="1025713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05EEE7AE-9648-66B5-C450-4D0641113558}"/>
                    </a:ext>
                  </a:extLst>
                </p:cNvPr>
                <p:cNvSpPr txBox="1"/>
                <p:nvPr/>
              </p:nvSpPr>
              <p:spPr>
                <a:xfrm>
                  <a:off x="281882" y="2793176"/>
                  <a:ext cx="6883808" cy="73866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marL="285750" indent="-285750">
                    <a:buFont typeface="Arial" panose="020B0604020202020204" pitchFamily="34" charset="0"/>
                    <a:buChar char="•"/>
                  </a:pP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trick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now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is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how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we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choose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the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b="1" i="1" dirty="0" smtClean="0">
                          <a:solidFill>
                            <a:srgbClr val="00765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𝒖</m:t>
                      </m:r>
                      <m:r>
                        <a:rPr lang="de-CH" b="1" i="0" dirty="0" smtClean="0">
                          <a:solidFill>
                            <a:srgbClr val="00765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 </m:t>
                      </m:r>
                      <m:r>
                        <a:rPr lang="de-CH" i="1" dirty="0" smtClean="0">
                          <a:latin typeface="Cambria Math" panose="02040503050406030204" pitchFamily="18" charset="0"/>
                        </a:rPr>
                        <m:t>⇒</m:t>
                      </m:r>
                    </m:oMath>
                  </a14:m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introduce a virtual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control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:r>
                    <a:rPr lang="de-CH" dirty="0" err="1">
                      <a:latin typeface="Segoe UI" panose="020B0502040204020203" pitchFamily="34" charset="0"/>
                      <a:cs typeface="Segoe UI" panose="020B0502040204020203" pitchFamily="34" charset="0"/>
                    </a:rPr>
                    <a:t>input</a:t>
                  </a:r>
                  <a:r>
                    <a:rPr lang="de-CH" dirty="0">
                      <a:latin typeface="Segoe UI" panose="020B0502040204020203" pitchFamily="34" charset="0"/>
                      <a:cs typeface="Segoe UI" panose="020B0502040204020203" pitchFamily="34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de-CH" b="1" i="1" dirty="0" smtClean="0">
                          <a:solidFill>
                            <a:srgbClr val="7030A0"/>
                          </a:solidFill>
                          <a:latin typeface="Cambria Math" panose="02040503050406030204" pitchFamily="18" charset="0"/>
                          <a:cs typeface="Segoe UI" panose="020B0502040204020203" pitchFamily="34" charset="0"/>
                        </a:rPr>
                        <m:t>𝒗</m:t>
                      </m:r>
                    </m:oMath>
                  </a14:m>
                  <a:endParaRPr lang="de-CH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de-CH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  <a:p>
                  <a:endParaRPr lang="en-US" dirty="0">
                    <a:latin typeface="Segoe UI" panose="020B0502040204020203" pitchFamily="34" charset="0"/>
                    <a:cs typeface="Segoe UI" panose="020B0502040204020203" pitchFamily="34" charset="0"/>
                  </a:endParaRPr>
                </a:p>
              </p:txBody>
            </p:sp>
          </mc:Choice>
          <mc:Fallback xmlns="">
            <p:sp>
              <p:nvSpPr>
                <p:cNvPr id="15" name="Textfeld 14">
                  <a:extLst>
                    <a:ext uri="{FF2B5EF4-FFF2-40B4-BE49-F238E27FC236}">
                      <a16:creationId xmlns:a16="http://schemas.microsoft.com/office/drawing/2014/main" id="{05EEE7AE-9648-66B5-C450-4D06411135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1882" y="2793176"/>
                  <a:ext cx="6883808" cy="738664"/>
                </a:xfrm>
                <a:prstGeom prst="rect">
                  <a:avLst/>
                </a:prstGeom>
                <a:blipFill>
                  <a:blip r:embed="rId8"/>
                  <a:stretch>
                    <a:fillRect l="-185" t="-169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7" name="Gruppieren 26">
            <a:extLst>
              <a:ext uri="{FF2B5EF4-FFF2-40B4-BE49-F238E27FC236}">
                <a16:creationId xmlns:a16="http://schemas.microsoft.com/office/drawing/2014/main" id="{1B802DB1-B626-97B9-4519-18DAA1C76095}"/>
              </a:ext>
            </a:extLst>
          </p:cNvPr>
          <p:cNvGrpSpPr/>
          <p:nvPr/>
        </p:nvGrpSpPr>
        <p:grpSpPr>
          <a:xfrm>
            <a:off x="3195734" y="3012022"/>
            <a:ext cx="4367413" cy="1218833"/>
            <a:chOff x="3195734" y="3012022"/>
            <a:chExt cx="4367413" cy="1218833"/>
          </a:xfrm>
        </p:grpSpPr>
        <p:pic>
          <p:nvPicPr>
            <p:cNvPr id="19" name="Grafik 18">
              <a:extLst>
                <a:ext uri="{FF2B5EF4-FFF2-40B4-BE49-F238E27FC236}">
                  <a16:creationId xmlns:a16="http://schemas.microsoft.com/office/drawing/2014/main" id="{D80083C0-8800-EC11-2571-962065972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5348"/>
            <a:stretch>
              <a:fillRect/>
            </a:stretch>
          </p:blipFill>
          <p:spPr>
            <a:xfrm>
              <a:off x="4719757" y="3012022"/>
              <a:ext cx="2843390" cy="1218833"/>
            </a:xfrm>
            <a:prstGeom prst="rect">
              <a:avLst/>
            </a:prstGeom>
          </p:spPr>
        </p:pic>
        <p:pic>
          <p:nvPicPr>
            <p:cNvPr id="26" name="Grafik 25">
              <a:extLst>
                <a:ext uri="{FF2B5EF4-FFF2-40B4-BE49-F238E27FC236}">
                  <a16:creationId xmlns:a16="http://schemas.microsoft.com/office/drawing/2014/main" id="{BAF90A4E-C07A-7FD8-020F-9AC12A049C3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r="75026" b="54378"/>
            <a:stretch>
              <a:fillRect/>
            </a:stretch>
          </p:blipFill>
          <p:spPr>
            <a:xfrm>
              <a:off x="3195734" y="3154980"/>
              <a:ext cx="951231" cy="556057"/>
            </a:xfrm>
            <a:prstGeom prst="rect">
              <a:avLst/>
            </a:prstGeom>
          </p:spPr>
        </p:pic>
      </p:grp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6" name="Freihand 15">
                <a:extLst>
                  <a:ext uri="{FF2B5EF4-FFF2-40B4-BE49-F238E27FC236}">
                    <a16:creationId xmlns:a16="http://schemas.microsoft.com/office/drawing/2014/main" id="{B23178BE-6E80-5C91-6700-9FC5DE59C293}"/>
                  </a:ext>
                </a:extLst>
              </p14:cNvPr>
              <p14:cNvContentPartPr/>
              <p14:nvPr/>
            </p14:nvContentPartPr>
            <p14:xfrm>
              <a:off x="1429720" y="3366429"/>
              <a:ext cx="489240" cy="138960"/>
            </p14:xfrm>
          </p:contentPart>
        </mc:Choice>
        <mc:Fallback xmlns="">
          <p:pic>
            <p:nvPicPr>
              <p:cNvPr id="16" name="Freihand 15">
                <a:extLst>
                  <a:ext uri="{FF2B5EF4-FFF2-40B4-BE49-F238E27FC236}">
                    <a16:creationId xmlns:a16="http://schemas.microsoft.com/office/drawing/2014/main" id="{B23178BE-6E80-5C91-6700-9FC5DE59C293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18928" y="3355601"/>
                <a:ext cx="510464" cy="160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8" name="Freihand 17">
                <a:extLst>
                  <a:ext uri="{FF2B5EF4-FFF2-40B4-BE49-F238E27FC236}">
                    <a16:creationId xmlns:a16="http://schemas.microsoft.com/office/drawing/2014/main" id="{5E499692-CE61-6F4F-C365-D7FBAA3DDCD4}"/>
                  </a:ext>
                </a:extLst>
              </p14:cNvPr>
              <p14:cNvContentPartPr/>
              <p14:nvPr/>
            </p14:nvContentPartPr>
            <p14:xfrm>
              <a:off x="1965227" y="3340876"/>
              <a:ext cx="29880" cy="160200"/>
            </p14:xfrm>
          </p:contentPart>
        </mc:Choice>
        <mc:Fallback xmlns="">
          <p:pic>
            <p:nvPicPr>
              <p:cNvPr id="18" name="Freihand 17">
                <a:extLst>
                  <a:ext uri="{FF2B5EF4-FFF2-40B4-BE49-F238E27FC236}">
                    <a16:creationId xmlns:a16="http://schemas.microsoft.com/office/drawing/2014/main" id="{5E499692-CE61-6F4F-C365-D7FBAA3DDCD4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954295" y="3330100"/>
                <a:ext cx="51379" cy="1813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6862D779-576A-F2D8-C2EF-5D616EEDE744}"/>
                  </a:ext>
                </a:extLst>
              </p14:cNvPr>
              <p14:cNvContentPartPr/>
              <p14:nvPr/>
            </p14:nvContentPartPr>
            <p14:xfrm>
              <a:off x="2027867" y="3398116"/>
              <a:ext cx="84960" cy="9216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6862D779-576A-F2D8-C2EF-5D616EEDE744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017067" y="3387316"/>
                <a:ext cx="106200" cy="11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CD6218D3-AD86-4136-A7B6-7B54F8CCE59F}"/>
                  </a:ext>
                </a:extLst>
              </p14:cNvPr>
              <p14:cNvContentPartPr/>
              <p14:nvPr/>
            </p14:nvContentPartPr>
            <p14:xfrm>
              <a:off x="2009147" y="3408916"/>
              <a:ext cx="95760" cy="774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CD6218D3-AD86-4136-A7B6-7B54F8CCE59F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998347" y="3398116"/>
                <a:ext cx="11700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8" name="Freihand 27">
                <a:extLst>
                  <a:ext uri="{FF2B5EF4-FFF2-40B4-BE49-F238E27FC236}">
                    <a16:creationId xmlns:a16="http://schemas.microsoft.com/office/drawing/2014/main" id="{F6871719-E36F-7C8B-4359-9BA8954B0B34}"/>
                  </a:ext>
                </a:extLst>
              </p14:cNvPr>
              <p14:cNvContentPartPr/>
              <p14:nvPr/>
            </p14:nvContentPartPr>
            <p14:xfrm>
              <a:off x="2112107" y="3451036"/>
              <a:ext cx="66600" cy="72360"/>
            </p14:xfrm>
          </p:contentPart>
        </mc:Choice>
        <mc:Fallback xmlns="">
          <p:pic>
            <p:nvPicPr>
              <p:cNvPr id="28" name="Freihand 27">
                <a:extLst>
                  <a:ext uri="{FF2B5EF4-FFF2-40B4-BE49-F238E27FC236}">
                    <a16:creationId xmlns:a16="http://schemas.microsoft.com/office/drawing/2014/main" id="{F6871719-E36F-7C8B-4359-9BA8954B0B3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101248" y="3440236"/>
                <a:ext cx="87955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180221EA-C839-FBBC-0F7D-3BB98763E647}"/>
                  </a:ext>
                </a:extLst>
              </p14:cNvPr>
              <p14:cNvContentPartPr/>
              <p14:nvPr/>
            </p14:nvContentPartPr>
            <p14:xfrm>
              <a:off x="2189507" y="3368596"/>
              <a:ext cx="66600" cy="18036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180221EA-C839-FBBC-0F7D-3BB98763E647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178707" y="3357796"/>
                <a:ext cx="87840" cy="20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C97D13F0-DE70-5222-B4D7-982B77BCFB28}"/>
                  </a:ext>
                </a:extLst>
              </p14:cNvPr>
              <p14:cNvContentPartPr/>
              <p14:nvPr/>
            </p14:nvContentPartPr>
            <p14:xfrm>
              <a:off x="2303267" y="3445636"/>
              <a:ext cx="88560" cy="36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C97D13F0-DE70-5222-B4D7-982B77BCFB28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292467" y="3434836"/>
                <a:ext cx="109800" cy="2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37" name="Freihand 36">
                <a:extLst>
                  <a:ext uri="{FF2B5EF4-FFF2-40B4-BE49-F238E27FC236}">
                    <a16:creationId xmlns:a16="http://schemas.microsoft.com/office/drawing/2014/main" id="{25D07295-609B-457B-C0C9-BE967BBC16C7}"/>
                  </a:ext>
                </a:extLst>
              </p14:cNvPr>
              <p14:cNvContentPartPr/>
              <p14:nvPr/>
            </p14:nvContentPartPr>
            <p14:xfrm>
              <a:off x="2431787" y="3375796"/>
              <a:ext cx="349560" cy="187560"/>
            </p14:xfrm>
          </p:contentPart>
        </mc:Choice>
        <mc:Fallback xmlns="">
          <p:pic>
            <p:nvPicPr>
              <p:cNvPr id="37" name="Freihand 36">
                <a:extLst>
                  <a:ext uri="{FF2B5EF4-FFF2-40B4-BE49-F238E27FC236}">
                    <a16:creationId xmlns:a16="http://schemas.microsoft.com/office/drawing/2014/main" id="{25D07295-609B-457B-C0C9-BE967BBC16C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420976" y="3364996"/>
                <a:ext cx="370822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41" name="Freihand 40">
                <a:extLst>
                  <a:ext uri="{FF2B5EF4-FFF2-40B4-BE49-F238E27FC236}">
                    <a16:creationId xmlns:a16="http://schemas.microsoft.com/office/drawing/2014/main" id="{A77D9201-ED2D-E5D2-310E-C4B4F2062B59}"/>
                  </a:ext>
                </a:extLst>
              </p14:cNvPr>
              <p14:cNvContentPartPr/>
              <p14:nvPr/>
            </p14:nvContentPartPr>
            <p14:xfrm>
              <a:off x="2836067" y="3412516"/>
              <a:ext cx="367560" cy="136440"/>
            </p14:xfrm>
          </p:contentPart>
        </mc:Choice>
        <mc:Fallback xmlns="">
          <p:pic>
            <p:nvPicPr>
              <p:cNvPr id="41" name="Freihand 40">
                <a:extLst>
                  <a:ext uri="{FF2B5EF4-FFF2-40B4-BE49-F238E27FC236}">
                    <a16:creationId xmlns:a16="http://schemas.microsoft.com/office/drawing/2014/main" id="{A77D9201-ED2D-E5D2-310E-C4B4F2062B59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825267" y="3401687"/>
                <a:ext cx="388800" cy="15773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4692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fik 10">
            <a:extLst>
              <a:ext uri="{FF2B5EF4-FFF2-40B4-BE49-F238E27FC236}">
                <a16:creationId xmlns:a16="http://schemas.microsoft.com/office/drawing/2014/main" id="{5A22BA07-E314-55E7-C56B-4CE161E4B4E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1707"/>
          <a:stretch>
            <a:fillRect/>
          </a:stretch>
        </p:blipFill>
        <p:spPr>
          <a:xfrm>
            <a:off x="3568651" y="947773"/>
            <a:ext cx="4215215" cy="5706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6AFAB0EF-47A6-E92C-F404-B26C3C46EF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5CC6F48-68E8-FA8F-501D-8D4853FAF7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130476"/>
            <a:ext cx="7886700" cy="328583"/>
          </a:xfrm>
        </p:spPr>
        <p:txBody>
          <a:bodyPr>
            <a:normAutofit/>
          </a:bodyPr>
          <a:lstStyle/>
          <a:p>
            <a:r>
              <a:rPr lang="en-US" sz="1400" dirty="0"/>
              <a:t>Design a stabilizing feedback law: 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6353FEC-A9F6-2E0D-6C87-CB2196B088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FA3EA6B-4FF9-724A-490F-B87B77668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27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87355E64-2EF7-7B65-4807-4E2AFE0D333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5348" t="12323" r="52347" b="2735"/>
          <a:stretch>
            <a:fillRect/>
          </a:stretch>
        </p:blipFill>
        <p:spPr>
          <a:xfrm>
            <a:off x="4441372" y="18336"/>
            <a:ext cx="873149" cy="1064015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2D6149B-81B6-3860-7417-78B32AEEA5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7022" y="245180"/>
            <a:ext cx="3471970" cy="610329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62A25D7E-8F88-298D-B79E-37898657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9657" b="7316"/>
          <a:stretch>
            <a:fillRect/>
          </a:stretch>
        </p:blipFill>
        <p:spPr>
          <a:xfrm>
            <a:off x="728770" y="1515827"/>
            <a:ext cx="4434496" cy="11251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694EA8A-0E7E-1B7E-D171-9B7DA1CF38AD}"/>
                  </a:ext>
                </a:extLst>
              </p:cNvPr>
              <p:cNvSpPr txBox="1"/>
              <p:nvPr/>
            </p:nvSpPr>
            <p:spPr>
              <a:xfrm>
                <a:off x="728770" y="2779121"/>
                <a:ext cx="3926075" cy="7386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Eigenvalues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chosen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freely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!</a:t>
                </a:r>
              </a:p>
              <a:p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Can’t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just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use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this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for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any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nonlinear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?</a:t>
                </a:r>
              </a:p>
              <a:p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A694EA8A-0E7E-1B7E-D171-9B7DA1CF38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8770" y="2779121"/>
                <a:ext cx="3926075" cy="738664"/>
              </a:xfrm>
              <a:prstGeom prst="rect">
                <a:avLst/>
              </a:prstGeom>
              <a:blipFill>
                <a:blip r:embed="rId5"/>
                <a:stretch>
                  <a:fillRect l="-645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" name="Gruppieren 21">
            <a:extLst>
              <a:ext uri="{FF2B5EF4-FFF2-40B4-BE49-F238E27FC236}">
                <a16:creationId xmlns:a16="http://schemas.microsoft.com/office/drawing/2014/main" id="{652F7FBC-3D6A-7E26-C4DC-D52D9EC59156}"/>
              </a:ext>
            </a:extLst>
          </p:cNvPr>
          <p:cNvGrpSpPr/>
          <p:nvPr/>
        </p:nvGrpSpPr>
        <p:grpSpPr>
          <a:xfrm>
            <a:off x="728770" y="3377093"/>
            <a:ext cx="7839897" cy="1126411"/>
            <a:chOff x="728770" y="3377093"/>
            <a:chExt cx="7839897" cy="1126411"/>
          </a:xfrm>
        </p:grpSpPr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9C7FDD55-7FB8-EE0A-D192-24DEEC37E213}"/>
                </a:ext>
              </a:extLst>
            </p:cNvPr>
            <p:cNvSpPr txBox="1"/>
            <p:nvPr/>
          </p:nvSpPr>
          <p:spPr>
            <a:xfrm>
              <a:off x="728770" y="3377093"/>
              <a:ext cx="5317481" cy="9541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Designing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control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law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like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this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requires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some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assumptions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: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We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know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the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system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well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enough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to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allow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for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state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feedback</a:t>
              </a:r>
              <a:endParaRPr lang="de-CH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pPr marL="342900" indent="-342900">
                <a:buFont typeface="+mj-lt"/>
                <a:buAutoNum type="arabicPeriod"/>
              </a:pP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The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system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must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have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certain</a:t>
              </a:r>
              <a:r>
                <a:rPr lang="de-CH" dirty="0"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latin typeface="Segoe UI" panose="020B0502040204020203" pitchFamily="34" charset="0"/>
                  <a:cs typeface="Segoe UI" panose="020B0502040204020203" pitchFamily="34" charset="0"/>
                </a:rPr>
                <a:t>structure</a:t>
              </a:r>
              <a:endParaRPr lang="de-CH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  <a:p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5" name="Textfeld 14">
              <a:extLst>
                <a:ext uri="{FF2B5EF4-FFF2-40B4-BE49-F238E27FC236}">
                  <a16:creationId xmlns:a16="http://schemas.microsoft.com/office/drawing/2014/main" id="{ADCC1E36-4965-1BB1-C3DD-609468CF4473}"/>
                </a:ext>
              </a:extLst>
            </p:cNvPr>
            <p:cNvSpPr txBox="1"/>
            <p:nvPr/>
          </p:nvSpPr>
          <p:spPr>
            <a:xfrm>
              <a:off x="1351627" y="4195727"/>
              <a:ext cx="721704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Systems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to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which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we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can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apply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feedback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linearization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have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a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geometric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property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 </a:t>
              </a:r>
              <a:r>
                <a:rPr lang="de-CH" dirty="0" err="1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called</a:t>
              </a:r>
              <a:r>
                <a:rPr lang="de-CH" dirty="0">
                  <a:solidFill>
                    <a:srgbClr val="FF0000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…</a:t>
              </a:r>
            </a:p>
          </p:txBody>
        </p:sp>
        <p:cxnSp>
          <p:nvCxnSpPr>
            <p:cNvPr id="17" name="Gewinkelte Verbindung 16">
              <a:extLst>
                <a:ext uri="{FF2B5EF4-FFF2-40B4-BE49-F238E27FC236}">
                  <a16:creationId xmlns:a16="http://schemas.microsoft.com/office/drawing/2014/main" id="{7ED29F34-79F2-8C39-C3E1-438D06E03C8A}"/>
                </a:ext>
              </a:extLst>
            </p:cNvPr>
            <p:cNvCxnSpPr>
              <a:cxnSpLocks/>
            </p:cNvCxnSpPr>
            <p:nvPr/>
          </p:nvCxnSpPr>
          <p:spPr>
            <a:xfrm>
              <a:off x="845648" y="4115757"/>
              <a:ext cx="505979" cy="215443"/>
            </a:xfrm>
            <a:prstGeom prst="bentConnector3">
              <a:avLst>
                <a:gd name="adj1" fmla="val 1084"/>
              </a:avLst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01316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CA6A9C-8169-A56C-48F9-3CD129A64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62596"/>
            <a:ext cx="7886700" cy="994172"/>
          </a:xfrm>
        </p:spPr>
        <p:txBody>
          <a:bodyPr/>
          <a:lstStyle/>
          <a:p>
            <a:r>
              <a:rPr lang="en-US" dirty="0"/>
              <a:t>Differential Flatness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0DF3A86-FE97-0AF3-1355-C1BB15D1C8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992292"/>
                <a:ext cx="7886700" cy="328952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 err="1"/>
                  <a:t>iff</a:t>
                </a:r>
                <a:r>
                  <a:rPr lang="en-US" sz="1600" dirty="0"/>
                  <a:t> a system is differential flat, we can apply feedback linearization</a:t>
                </a:r>
              </a:p>
            </p:txBody>
          </p:sp>
        </mc:Choice>
        <mc:Fallback xmlns="">
          <p:sp>
            <p:nvSpPr>
              <p:cNvPr id="3" name="Inhaltsplatzhalter 2">
                <a:extLst>
                  <a:ext uri="{FF2B5EF4-FFF2-40B4-BE49-F238E27FC236}">
                    <a16:creationId xmlns:a16="http://schemas.microsoft.com/office/drawing/2014/main" id="{00DF3A86-FE97-0AF3-1355-C1BB15D1C8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992292"/>
                <a:ext cx="7886700" cy="328952"/>
              </a:xfrm>
              <a:blipFill>
                <a:blip r:embed="rId2"/>
                <a:stretch>
                  <a:fillRect t="-14815" b="-185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DF93F6F-4EE9-9798-7151-356F63F71E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55500783-DF51-72FE-C378-37BA89177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28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18" name="Gruppieren 17">
            <a:extLst>
              <a:ext uri="{FF2B5EF4-FFF2-40B4-BE49-F238E27FC236}">
                <a16:creationId xmlns:a16="http://schemas.microsoft.com/office/drawing/2014/main" id="{4F6C27E2-3AFB-6504-63F7-5814212CA661}"/>
              </a:ext>
            </a:extLst>
          </p:cNvPr>
          <p:cNvGrpSpPr/>
          <p:nvPr/>
        </p:nvGrpSpPr>
        <p:grpSpPr>
          <a:xfrm>
            <a:off x="628650" y="1366245"/>
            <a:ext cx="8301073" cy="937065"/>
            <a:chOff x="628650" y="1366245"/>
            <a:chExt cx="8301073" cy="9370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529D905C-55C1-4EB2-3B9C-3EEFC184E015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628650" y="1974358"/>
                  <a:ext cx="8301073" cy="328952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Autofit/>
                </a:bodyPr>
                <a:lstStyle>
                  <a:lvl1pPr marL="171450" indent="-171450" algn="l" defTabSz="685800" rtl="0" eaLnBrk="1" latinLnBrk="0" hangingPunct="1">
                    <a:lnSpc>
                      <a:spcPct val="90000"/>
                    </a:lnSpc>
                    <a:spcBef>
                      <a:spcPts val="75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1pPr>
                  <a:lvl2pPr marL="5143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5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2pPr>
                  <a:lvl3pPr marL="8572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2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3pPr>
                  <a:lvl4pPr marL="12001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05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4pPr>
                  <a:lvl5pPr marL="15430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900" kern="1200">
                      <a:solidFill>
                        <a:schemeClr val="tx1"/>
                      </a:solidFill>
                      <a:latin typeface="Segoe UI" panose="020F0502020204030204" pitchFamily="34" charset="0"/>
                      <a:ea typeface="+mn-ea"/>
                      <a:cs typeface="Segoe UI" panose="020F0502020204030204" pitchFamily="34" charset="0"/>
                    </a:defRPr>
                  </a:lvl5pPr>
                  <a:lvl6pPr marL="18859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2288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5717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2914650" indent="-171450" algn="l" defTabSz="685800" rtl="0" eaLnBrk="1" latinLnBrk="0" hangingPunct="1">
                    <a:lnSpc>
                      <a:spcPct val="90000"/>
                    </a:lnSpc>
                    <a:spcBef>
                      <a:spcPts val="375"/>
                    </a:spcBef>
                    <a:buFont typeface="Arial" panose="020B0604020202020204" pitchFamily="34" charset="0"/>
                    <a:buChar char="•"/>
                    <a:defRPr sz="135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ClrTx/>
                    <a:buFont typeface="Arial" panose="020B0604020202020204" pitchFamily="34" charset="0"/>
                    <a:buNone/>
                  </a:pPr>
                  <a:r>
                    <a:rPr lang="en-US" sz="1600" dirty="0"/>
                    <a:t>is differentially flat, if one can compute all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a14:m>
                  <a:r>
                    <a:rPr lang="en-US" sz="1600" dirty="0"/>
                    <a:t> and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𝑢</m:t>
                      </m:r>
                    </m:oMath>
                  </a14:m>
                  <a:r>
                    <a:rPr lang="en-US" sz="1600" dirty="0"/>
                    <a:t> as a function of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r>
                    <a:rPr lang="en-US" sz="1600" dirty="0"/>
                    <a:t> and derivatives of </a:t>
                  </a:r>
                  <a14:m>
                    <m:oMath xmlns:m="http://schemas.openxmlformats.org/officeDocument/2006/math">
                      <m:r>
                        <a:rPr lang="en-US" sz="1600" i="1" dirty="0" smtClean="0">
                          <a:latin typeface="Cambria Math" panose="02040503050406030204" pitchFamily="18" charset="0"/>
                        </a:rPr>
                        <m:t>𝑦</m:t>
                      </m:r>
                    </m:oMath>
                  </a14:m>
                  <a:endParaRPr lang="en-US" sz="1600" dirty="0"/>
                </a:p>
              </p:txBody>
            </p:sp>
          </mc:Choice>
          <mc:Fallback xmlns="">
            <p:sp>
              <p:nvSpPr>
                <p:cNvPr id="7" name="Inhaltsplatzhalter 2">
                  <a:extLst>
                    <a:ext uri="{FF2B5EF4-FFF2-40B4-BE49-F238E27FC236}">
                      <a16:creationId xmlns:a16="http://schemas.microsoft.com/office/drawing/2014/main" id="{529D905C-55C1-4EB2-3B9C-3EEFC184E01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8650" y="1974358"/>
                  <a:ext cx="8301073" cy="328952"/>
                </a:xfrm>
                <a:prstGeom prst="rect">
                  <a:avLst/>
                </a:prstGeom>
                <a:blipFill>
                  <a:blip r:embed="rId3"/>
                  <a:stretch>
                    <a:fillRect l="-305" t="-11111" b="-18519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0" name="Gruppieren 9">
              <a:extLst>
                <a:ext uri="{FF2B5EF4-FFF2-40B4-BE49-F238E27FC236}">
                  <a16:creationId xmlns:a16="http://schemas.microsoft.com/office/drawing/2014/main" id="{F63E0577-383F-1274-9970-FE8E1718AC2F}"/>
                </a:ext>
              </a:extLst>
            </p:cNvPr>
            <p:cNvGrpSpPr/>
            <p:nvPr/>
          </p:nvGrpSpPr>
          <p:grpSpPr>
            <a:xfrm>
              <a:off x="628650" y="1366245"/>
              <a:ext cx="5595617" cy="593927"/>
              <a:chOff x="635524" y="1473495"/>
              <a:chExt cx="5595617" cy="593927"/>
            </a:xfrm>
          </p:grpSpPr>
          <p:sp>
            <p:nvSpPr>
              <p:cNvPr id="6" name="Inhaltsplatzhalter 2">
                <a:extLst>
                  <a:ext uri="{FF2B5EF4-FFF2-40B4-BE49-F238E27FC236}">
                    <a16:creationId xmlns:a16="http://schemas.microsoft.com/office/drawing/2014/main" id="{9C95BDE9-E692-EDD6-22A2-331146F6C6F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35524" y="1538406"/>
                <a:ext cx="1372030" cy="269291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 fontScale="92500" lnSpcReduction="20000"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 dirty="0"/>
                  <a:t>Def.: A system</a:t>
                </a:r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EA0E301E-D7CF-48D5-7D55-9FEBC8E703DF}"/>
                      </a:ext>
                    </a:extLst>
                  </p:cNvPr>
                  <p:cNvSpPr txBox="1"/>
                  <p:nvPr/>
                </p:nvSpPr>
                <p:spPr>
                  <a:xfrm>
                    <a:off x="2007554" y="1473495"/>
                    <a:ext cx="1372031" cy="59392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̇"/>
                              <m:ctrlPr>
                                <a:rPr lang="de-CH" sz="1600" i="1" dirty="0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𝑓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oMath>
                      </m:oMathPara>
                    </a14:m>
                    <a:endParaRPr lang="de-CH" sz="1600" i="1" dirty="0">
                      <a:latin typeface="Cambria Math" panose="02040503050406030204" pitchFamily="18" charset="0"/>
                    </a:endParaRPr>
                  </a:p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de-CH" sz="160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de-CH" sz="1600" i="1" dirty="0">
                              <a:latin typeface="Cambria Math" panose="02040503050406030204" pitchFamily="18" charset="0"/>
                            </a:rPr>
                            <m:t>h</m:t>
                          </m:r>
                          <m:d>
                            <m:dPr>
                              <m:ctrlPr>
                                <a:rPr lang="de-CH" sz="16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de-CH" sz="1600" i="1" dirty="0" err="1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</m:oMath>
                      </m:oMathPara>
                    </a14:m>
                    <a:endParaRPr lang="de-CH" sz="1600" i="1" dirty="0">
                      <a:latin typeface="Cambria Math" panose="020405030504060302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8" name="Textfeld 7">
                    <a:extLst>
                      <a:ext uri="{FF2B5EF4-FFF2-40B4-BE49-F238E27FC236}">
                        <a16:creationId xmlns:a16="http://schemas.microsoft.com/office/drawing/2014/main" id="{EA0E301E-D7CF-48D5-7D55-9FEBC8E703D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007554" y="1473495"/>
                    <a:ext cx="1372031" cy="593927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b="-8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Inhaltsplatzhalter 2">
                    <a:extLst>
                      <a:ext uri="{FF2B5EF4-FFF2-40B4-BE49-F238E27FC236}">
                        <a16:creationId xmlns:a16="http://schemas.microsoft.com/office/drawing/2014/main" id="{1B40A68B-DF74-8EF9-0E07-AF68F03FB91E}"/>
                      </a:ext>
                    </a:extLst>
                  </p:cNvPr>
                  <p:cNvSpPr txBox="1">
                    <a:spLocks/>
                  </p:cNvSpPr>
                  <p:nvPr/>
                </p:nvSpPr>
                <p:spPr>
                  <a:xfrm>
                    <a:off x="3272089" y="1729010"/>
                    <a:ext cx="2959052" cy="328952"/>
                  </a:xfrm>
                  <a:prstGeom prst="rect">
                    <a:avLst/>
                  </a:prstGeom>
                </p:spPr>
                <p:txBody>
                  <a:bodyPr vert="horz" lIns="91440" tIns="45720" rIns="91440" bIns="45720" rtlCol="0">
                    <a:normAutofit/>
                  </a:bodyPr>
                  <a:lstStyle>
                    <a:lvl1pPr marL="1714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750"/>
                      </a:spcBef>
                      <a:buFont typeface="Arial" panose="020B0604020202020204" pitchFamily="34" charset="0"/>
                      <a:buChar char="•"/>
                      <a:defRPr sz="18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1pPr>
                    <a:lvl2pPr marL="5143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5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2pPr>
                    <a:lvl3pPr marL="8572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2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3pPr>
                    <a:lvl4pPr marL="12001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05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4pPr>
                    <a:lvl5pPr marL="15430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900" kern="1200">
                        <a:solidFill>
                          <a:schemeClr val="tx1"/>
                        </a:solidFill>
                        <a:latin typeface="Segoe UI" panose="020F0502020204030204" pitchFamily="34" charset="0"/>
                        <a:ea typeface="+mn-ea"/>
                        <a:cs typeface="Segoe UI" panose="020F0502020204030204" pitchFamily="34" charset="0"/>
                      </a:defRPr>
                    </a:lvl5pPr>
                    <a:lvl6pPr marL="18859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2288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25717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2914650" indent="-171450" algn="l" defTabSz="685800" rtl="0" eaLnBrk="1" latinLnBrk="0" hangingPunct="1">
                      <a:lnSpc>
                        <a:spcPct val="90000"/>
                      </a:lnSpc>
                      <a:spcBef>
                        <a:spcPts val="375"/>
                      </a:spcBef>
                      <a:buFont typeface="Arial" panose="020B0604020202020204" pitchFamily="34" charset="0"/>
                      <a:buChar char="•"/>
                      <a:defRPr sz="135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marL="0" indent="0">
                      <a:buClrTx/>
                      <a:buFont typeface="Arial" panose="020B0604020202020204" pitchFamily="34" charset="0"/>
                      <a:buNone/>
                    </a:pPr>
                    <a14:m>
                      <m:oMath xmlns:m="http://schemas.openxmlformats.org/officeDocument/2006/math"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⇒</m:t>
                        </m:r>
                      </m:oMath>
                    </a14:m>
                    <a:r>
                      <a:rPr lang="en-US" sz="1600" dirty="0"/>
                      <a:t> </a:t>
                    </a:r>
                    <a:r>
                      <a:rPr lang="en-US" sz="1600" dirty="0">
                        <a:solidFill>
                          <a:srgbClr val="007650"/>
                        </a:solidFill>
                      </a:rPr>
                      <a:t>"flat output"</a:t>
                    </a:r>
                  </a:p>
                </p:txBody>
              </p:sp>
            </mc:Choice>
            <mc:Fallback xmlns="">
              <p:sp>
                <p:nvSpPr>
                  <p:cNvPr id="9" name="Inhaltsplatzhalter 2">
                    <a:extLst>
                      <a:ext uri="{FF2B5EF4-FFF2-40B4-BE49-F238E27FC236}">
                        <a16:creationId xmlns:a16="http://schemas.microsoft.com/office/drawing/2014/main" id="{1B40A68B-DF74-8EF9-0E07-AF68F03FB91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72089" y="1729010"/>
                    <a:ext cx="2959052" cy="32895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t="-11111" b="-1851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68AFCD74-1800-1701-AA29-10E80DDAE9D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28651" y="2396136"/>
                <a:ext cx="5682772" cy="752700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171450" indent="-171450" algn="l" defTabSz="685800" rtl="0" eaLnBrk="1" latinLnBrk="0" hangingPunct="1">
                  <a:lnSpc>
                    <a:spcPct val="90000"/>
                  </a:lnSpc>
                  <a:spcBef>
                    <a:spcPts val="75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1pPr>
                <a:lvl2pPr marL="5143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5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2pPr>
                <a:lvl3pPr marL="8572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2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3pPr>
                <a:lvl4pPr marL="12001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05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4pPr>
                <a:lvl5pPr marL="15430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900" kern="1200">
                    <a:solidFill>
                      <a:schemeClr val="tx1"/>
                    </a:solidFill>
                    <a:latin typeface="Segoe UI" panose="020F0502020204030204" pitchFamily="34" charset="0"/>
                    <a:ea typeface="+mn-ea"/>
                    <a:cs typeface="Segoe UI" panose="020F0502020204030204" pitchFamily="34" charset="0"/>
                  </a:defRPr>
                </a:lvl5pPr>
                <a:lvl6pPr marL="18859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2288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25717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2914650" indent="-171450" algn="l" defTabSz="685800" rtl="0" eaLnBrk="1" latinLnBrk="0" hangingPunct="1">
                  <a:lnSpc>
                    <a:spcPct val="90000"/>
                  </a:lnSpc>
                  <a:spcBef>
                    <a:spcPts val="375"/>
                  </a:spcBef>
                  <a:buFont typeface="Arial" panose="020B0604020202020204" pitchFamily="34" charset="0"/>
                  <a:buChar char="•"/>
                  <a:defRPr sz="135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ClrTx/>
                  <a:buNone/>
                </a:pPr>
                <a14:m>
                  <m:oMath xmlns:m="http://schemas.openxmlformats.org/officeDocument/2006/math"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en-US" sz="1600" dirty="0"/>
                  <a:t> there is a mapping, </a:t>
                </a:r>
                <a:r>
                  <a:rPr lang="en-US" sz="1600" dirty="0" err="1"/>
                  <a:t>s.t.</a:t>
                </a:r>
                <a:r>
                  <a:rPr lang="en-US" sz="1600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de-CH" sz="160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d>
                    <m:r>
                      <a:rPr lang="de-CH" sz="1600" b="0" i="1" dirty="0" smtClean="0">
                        <a:latin typeface="Cambria Math" panose="02040503050406030204" pitchFamily="18" charset="0"/>
                      </a:rPr>
                      <m:t>≡</m:t>
                    </m:r>
                    <m:d>
                      <m:dPr>
                        <m:ctrlPr>
                          <a:rPr lang="de-CH" sz="16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,</m:t>
                        </m:r>
                        <m:acc>
                          <m:accPr>
                            <m:chr m:val="̇"/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de-CH" sz="1600" i="1" dirty="0">
                            <a:latin typeface="Cambria Math" panose="02040503050406030204" pitchFamily="18" charset="0"/>
                          </a:rPr>
                          <m:t>,…</m:t>
                        </m:r>
                        <m:r>
                          <a:rPr lang="de-CH" sz="1600" i="1" dirty="0" err="1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de-CH" sz="1600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de-CH" sz="1600" i="1" dirty="0" err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d>
                              <m:dPr>
                                <m:ctrlP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de-CH" sz="1600" i="1" dirty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d>
                          </m:sup>
                        </m:sSup>
                      </m:e>
                    </m:d>
                    <m:r>
                      <a:rPr lang="de-CH" sz="16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de-CH" sz="1600" i="1" dirty="0">
                        <a:latin typeface="Cambria Math" panose="02040503050406030204" pitchFamily="18" charset="0"/>
                      </a:rPr>
                      <m:t>𝑚</m:t>
                    </m:r>
                    <m:acc>
                      <m:accPr>
                        <m:chr m:val="̂"/>
                        <m:ctrlPr>
                          <a:rPr lang="de-CH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de-CH">
                            <a:latin typeface="Cambria Math" panose="02040503050406030204" pitchFamily="18" charset="0"/>
                          </a:rPr>
                          <m:t>=</m:t>
                        </m:r>
                      </m:e>
                    </m:acc>
                    <m:r>
                      <a:rPr lang="de-CH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de-CH" sz="1600" i="0" dirty="0">
                        <a:latin typeface="Cambria Math" panose="02040503050406030204" pitchFamily="18" charset="0"/>
                      </a:rPr>
                      <m:t>finit</m:t>
                    </m:r>
                    <m:r>
                      <m:rPr>
                        <m:nor/>
                      </m:rPr>
                      <a:rPr lang="de-CH" sz="1600" b="0" i="0" dirty="0" smtClean="0">
                        <a:latin typeface="Cambria Math" panose="02040503050406030204" pitchFamily="18" charset="0"/>
                      </a:rPr>
                      <m:t>e</m:t>
                    </m:r>
                  </m:oMath>
                </a14:m>
                <a:endParaRPr lang="en-US" sz="1600" dirty="0"/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r>
                  <a:rPr lang="en-US" sz="1600" dirty="0">
                    <a:solidFill>
                      <a:srgbClr val="FF0000"/>
                    </a:solidFill>
                  </a:rPr>
                  <a:t>Note:</a:t>
                </a:r>
                <a:r>
                  <a:rPr lang="en-US" sz="1600" dirty="0"/>
                  <a:t> the flat output y is not necessarily the system output </a:t>
                </a:r>
              </a:p>
              <a:p>
                <a:pPr marL="0" indent="0">
                  <a:buClrTx/>
                  <a:buFont typeface="Arial" panose="020B0604020202020204" pitchFamily="34" charset="0"/>
                  <a:buNone/>
                </a:pPr>
                <a:endParaRPr lang="en-US" sz="1600" dirty="0"/>
              </a:p>
            </p:txBody>
          </p:sp>
        </mc:Choice>
        <mc:Fallback xmlns="">
          <p:sp>
            <p:nvSpPr>
              <p:cNvPr id="11" name="Inhaltsplatzhalter 2">
                <a:extLst>
                  <a:ext uri="{FF2B5EF4-FFF2-40B4-BE49-F238E27FC236}">
                    <a16:creationId xmlns:a16="http://schemas.microsoft.com/office/drawing/2014/main" id="{68AFCD74-1800-1701-AA29-10E80DDAE9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8651" y="2396136"/>
                <a:ext cx="5682772" cy="752700"/>
              </a:xfrm>
              <a:prstGeom prst="rect">
                <a:avLst/>
              </a:prstGeom>
              <a:blipFill>
                <a:blip r:embed="rId6"/>
                <a:stretch>
                  <a:fillRect l="-446" t="-3279" b="-1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9" name="Gruppieren 18">
            <a:extLst>
              <a:ext uri="{FF2B5EF4-FFF2-40B4-BE49-F238E27FC236}">
                <a16:creationId xmlns:a16="http://schemas.microsoft.com/office/drawing/2014/main" id="{22D9F2F0-79E9-74A5-0E92-B7E2B147D414}"/>
              </a:ext>
            </a:extLst>
          </p:cNvPr>
          <p:cNvGrpSpPr/>
          <p:nvPr/>
        </p:nvGrpSpPr>
        <p:grpSpPr>
          <a:xfrm>
            <a:off x="628650" y="3283518"/>
            <a:ext cx="4479685" cy="1475475"/>
            <a:chOff x="628650" y="3283518"/>
            <a:chExt cx="4479685" cy="1475475"/>
          </a:xfrm>
        </p:grpSpPr>
        <p:sp>
          <p:nvSpPr>
            <p:cNvPr id="13" name="Inhaltsplatzhalter 2">
              <a:extLst>
                <a:ext uri="{FF2B5EF4-FFF2-40B4-BE49-F238E27FC236}">
                  <a16:creationId xmlns:a16="http://schemas.microsoft.com/office/drawing/2014/main" id="{AD84DC5B-03B4-3C7F-2138-1E8B57DCFF69}"/>
                </a:ext>
              </a:extLst>
            </p:cNvPr>
            <p:cNvSpPr txBox="1">
              <a:spLocks/>
            </p:cNvSpPr>
            <p:nvPr/>
          </p:nvSpPr>
          <p:spPr>
            <a:xfrm>
              <a:off x="628650" y="3283518"/>
              <a:ext cx="4479685" cy="328952"/>
            </a:xfrm>
            <a:prstGeom prst="rect">
              <a:avLst/>
            </a:prstGeom>
          </p:spPr>
          <p:txBody>
            <a:bodyPr vert="horz" lIns="91440" tIns="45720" rIns="91440" bIns="45720" rtlCol="0">
              <a:noAutofit/>
            </a:bodyPr>
            <a:lstStyle>
              <a:lvl1pPr marL="171450" indent="-171450" algn="l" defTabSz="685800" rtl="0" eaLnBrk="1" latinLnBrk="0" hangingPunct="1">
                <a:lnSpc>
                  <a:spcPct val="90000"/>
                </a:lnSpc>
                <a:spcBef>
                  <a:spcPts val="75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1pPr>
              <a:lvl2pPr marL="5143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5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2pPr>
              <a:lvl3pPr marL="8572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2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3pPr>
              <a:lvl4pPr marL="12001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05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4pPr>
              <a:lvl5pPr marL="15430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900" kern="1200">
                  <a:solidFill>
                    <a:schemeClr val="tx1"/>
                  </a:solidFill>
                  <a:latin typeface="Segoe UI" panose="020F0502020204030204" pitchFamily="34" charset="0"/>
                  <a:ea typeface="+mn-ea"/>
                  <a:cs typeface="Segoe UI" panose="020F0502020204030204" pitchFamily="34" charset="0"/>
                </a:defRPr>
              </a:lvl5pPr>
              <a:lvl6pPr marL="18859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2288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25717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2914650" indent="-171450" algn="l" defTabSz="685800" rtl="0" eaLnBrk="1" latinLnBrk="0" hangingPunct="1">
                <a:lnSpc>
                  <a:spcPct val="90000"/>
                </a:lnSpc>
                <a:spcBef>
                  <a:spcPts val="375"/>
                </a:spcBef>
                <a:buFont typeface="Arial" panose="020B0604020202020204" pitchFamily="34" charset="0"/>
                <a:buChar char="•"/>
                <a:defRPr sz="135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ClrTx/>
                <a:buNone/>
              </a:pPr>
              <a:r>
                <a:rPr lang="en-US" sz="1600" i="1" u="sng" dirty="0"/>
                <a:t>Example:</a:t>
              </a:r>
              <a:r>
                <a:rPr lang="en-US" sz="1600" dirty="0"/>
                <a:t> is the pendulum differentially flat?</a:t>
              </a:r>
            </a:p>
            <a:p>
              <a:pPr marL="0" indent="0">
                <a:buClrTx/>
                <a:buNone/>
              </a:pPr>
              <a:r>
                <a:rPr lang="en-US" sz="1600" dirty="0"/>
                <a:t> </a:t>
              </a:r>
            </a:p>
          </p:txBody>
        </p:sp>
        <p:pic>
          <p:nvPicPr>
            <p:cNvPr id="15" name="Grafik 14">
              <a:extLst>
                <a:ext uri="{FF2B5EF4-FFF2-40B4-BE49-F238E27FC236}">
                  <a16:creationId xmlns:a16="http://schemas.microsoft.com/office/drawing/2014/main" id="{AEFBB4EF-26C1-0051-5518-682F6053AD5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r="42996"/>
            <a:stretch>
              <a:fillRect/>
            </a:stretch>
          </p:blipFill>
          <p:spPr>
            <a:xfrm>
              <a:off x="628650" y="3598962"/>
              <a:ext cx="2045798" cy="1160031"/>
            </a:xfrm>
            <a:prstGeom prst="rect">
              <a:avLst/>
            </a:prstGeom>
          </p:spPr>
        </p:pic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9BE6DEE-623E-F04B-A147-42C207E24D3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r="66758"/>
          <a:stretch>
            <a:fillRect/>
          </a:stretch>
        </p:blipFill>
        <p:spPr>
          <a:xfrm>
            <a:off x="3028949" y="3654503"/>
            <a:ext cx="1803027" cy="1026877"/>
          </a:xfrm>
          <a:prstGeom prst="rect">
            <a:avLst/>
          </a:prstGeom>
        </p:spPr>
      </p:pic>
      <p:pic>
        <p:nvPicPr>
          <p:cNvPr id="20" name="Grafik 19">
            <a:extLst>
              <a:ext uri="{FF2B5EF4-FFF2-40B4-BE49-F238E27FC236}">
                <a16:creationId xmlns:a16="http://schemas.microsoft.com/office/drawing/2014/main" id="{C066A3B0-37D7-245D-D51A-82BBCF50FFC6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38146"/>
          <a:stretch>
            <a:fillRect/>
          </a:stretch>
        </p:blipFill>
        <p:spPr>
          <a:xfrm>
            <a:off x="5186477" y="3665538"/>
            <a:ext cx="3355010" cy="1026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6858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8DD0CBA2-2080-5B1F-CC80-AD7B973C08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96084" y="65286"/>
            <a:ext cx="1851092" cy="1164973"/>
          </a:xfrm>
          <a:prstGeom prst="rect">
            <a:avLst/>
          </a:prstGeom>
        </p:spPr>
      </p:pic>
      <p:pic>
        <p:nvPicPr>
          <p:cNvPr id="40" name="Grafik 39">
            <a:extLst>
              <a:ext uri="{FF2B5EF4-FFF2-40B4-BE49-F238E27FC236}">
                <a16:creationId xmlns:a16="http://schemas.microsoft.com/office/drawing/2014/main" id="{D8ED82B7-A9D6-9904-0F3F-E098BDF2F7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289" y="3055738"/>
            <a:ext cx="5399895" cy="178176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B379FCA8-28FF-8AE4-CCCB-214FAF283C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" y="911211"/>
            <a:ext cx="2569182" cy="1340041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3437B8ED-1188-ABDA-7222-29340D250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0041"/>
            <a:ext cx="7886700" cy="994172"/>
          </a:xfrm>
        </p:spPr>
        <p:txBody>
          <a:bodyPr/>
          <a:lstStyle/>
          <a:p>
            <a:r>
              <a:rPr lang="en-US" dirty="0"/>
              <a:t>Last Example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A36C205-1814-9B5F-98BC-164B0E519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3496DBE-F058-B093-A004-177C9E8C57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29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62EF7A7-A4A9-A59F-74A5-38CC93285445}"/>
                  </a:ext>
                </a:extLst>
              </p:cNvPr>
              <p:cNvSpPr txBox="1"/>
              <p:nvPr/>
            </p:nvSpPr>
            <p:spPr>
              <a:xfrm>
                <a:off x="4221630" y="1319486"/>
                <a:ext cx="4554399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Check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whether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all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states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inputs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be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expressed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through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 flat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output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its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derivatives</a:t>
                </a:r>
              </a:p>
              <a:p>
                <a14:m>
                  <m:oMath xmlns:m="http://schemas.openxmlformats.org/officeDocument/2006/math">
                    <m:r>
                      <a:rPr lang="de-CH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→</m:t>
                    </m:r>
                  </m:oMath>
                </a14:m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  If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yes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,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system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is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latin typeface="Segoe UI" panose="020B0502040204020203" pitchFamily="34" charset="0"/>
                    <a:cs typeface="Segoe UI" panose="020B0502040204020203" pitchFamily="34" charset="0"/>
                  </a:rPr>
                  <a:t>differentially</a:t>
                </a:r>
                <a:r>
                  <a:rPr lang="de-CH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flat</a:t>
                </a:r>
              </a:p>
              <a:p>
                <a:endParaRPr lang="en-US" dirty="0"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662EF7A7-A4A9-A59F-74A5-38CC932854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1630" y="1319486"/>
                <a:ext cx="4554399" cy="954107"/>
              </a:xfrm>
              <a:prstGeom prst="rect">
                <a:avLst/>
              </a:prstGeom>
              <a:blipFill>
                <a:blip r:embed="rId5"/>
                <a:stretch>
                  <a:fillRect l="-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Freihand 21">
                <a:extLst>
                  <a:ext uri="{FF2B5EF4-FFF2-40B4-BE49-F238E27FC236}">
                    <a16:creationId xmlns:a16="http://schemas.microsoft.com/office/drawing/2014/main" id="{3B21854F-1042-DDD2-E96B-029302C4C818}"/>
                  </a:ext>
                </a:extLst>
              </p14:cNvPr>
              <p14:cNvContentPartPr/>
              <p14:nvPr/>
            </p14:nvContentPartPr>
            <p14:xfrm>
              <a:off x="628650" y="2335969"/>
              <a:ext cx="676800" cy="210600"/>
            </p14:xfrm>
          </p:contentPart>
        </mc:Choice>
        <mc:Fallback xmlns="">
          <p:pic>
            <p:nvPicPr>
              <p:cNvPr id="22" name="Freihand 21">
                <a:extLst>
                  <a:ext uri="{FF2B5EF4-FFF2-40B4-BE49-F238E27FC236}">
                    <a16:creationId xmlns:a16="http://schemas.microsoft.com/office/drawing/2014/main" id="{3B21854F-1042-DDD2-E96B-029302C4C8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17850" y="2325169"/>
                <a:ext cx="698040" cy="23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9" name="Freihand 28">
                <a:extLst>
                  <a:ext uri="{FF2B5EF4-FFF2-40B4-BE49-F238E27FC236}">
                    <a16:creationId xmlns:a16="http://schemas.microsoft.com/office/drawing/2014/main" id="{16ECC8C2-E213-209B-9C8E-3AD23856717F}"/>
                  </a:ext>
                </a:extLst>
              </p14:cNvPr>
              <p14:cNvContentPartPr/>
              <p14:nvPr/>
            </p14:nvContentPartPr>
            <p14:xfrm>
              <a:off x="1489770" y="2379889"/>
              <a:ext cx="515160" cy="214560"/>
            </p14:xfrm>
          </p:contentPart>
        </mc:Choice>
        <mc:Fallback xmlns="">
          <p:pic>
            <p:nvPicPr>
              <p:cNvPr id="29" name="Freihand 28">
                <a:extLst>
                  <a:ext uri="{FF2B5EF4-FFF2-40B4-BE49-F238E27FC236}">
                    <a16:creationId xmlns:a16="http://schemas.microsoft.com/office/drawing/2014/main" id="{16ECC8C2-E213-209B-9C8E-3AD2385671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82210" y="2372329"/>
                <a:ext cx="530280" cy="22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30" name="Freihand 29">
                <a:extLst>
                  <a:ext uri="{FF2B5EF4-FFF2-40B4-BE49-F238E27FC236}">
                    <a16:creationId xmlns:a16="http://schemas.microsoft.com/office/drawing/2014/main" id="{447F5E13-C559-1118-EB4F-F91FBED6B586}"/>
                  </a:ext>
                </a:extLst>
              </p14:cNvPr>
              <p14:cNvContentPartPr/>
              <p14:nvPr/>
            </p14:nvContentPartPr>
            <p14:xfrm>
              <a:off x="2073690" y="2393569"/>
              <a:ext cx="120240" cy="152640"/>
            </p14:xfrm>
          </p:contentPart>
        </mc:Choice>
        <mc:Fallback xmlns="">
          <p:pic>
            <p:nvPicPr>
              <p:cNvPr id="30" name="Freihand 29">
                <a:extLst>
                  <a:ext uri="{FF2B5EF4-FFF2-40B4-BE49-F238E27FC236}">
                    <a16:creationId xmlns:a16="http://schemas.microsoft.com/office/drawing/2014/main" id="{447F5E13-C559-1118-EB4F-F91FBED6B586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066130" y="2385991"/>
                <a:ext cx="135360" cy="1677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33" name="Freihand 32">
                <a:extLst>
                  <a:ext uri="{FF2B5EF4-FFF2-40B4-BE49-F238E27FC236}">
                    <a16:creationId xmlns:a16="http://schemas.microsoft.com/office/drawing/2014/main" id="{2C50946A-9CD8-60D4-2BB6-0211AF18115E}"/>
                  </a:ext>
                </a:extLst>
              </p14:cNvPr>
              <p14:cNvContentPartPr/>
              <p14:nvPr/>
            </p14:nvContentPartPr>
            <p14:xfrm>
              <a:off x="2076210" y="2469838"/>
              <a:ext cx="102240" cy="30240"/>
            </p14:xfrm>
          </p:contentPart>
        </mc:Choice>
        <mc:Fallback xmlns="">
          <p:pic>
            <p:nvPicPr>
              <p:cNvPr id="33" name="Freihand 32">
                <a:extLst>
                  <a:ext uri="{FF2B5EF4-FFF2-40B4-BE49-F238E27FC236}">
                    <a16:creationId xmlns:a16="http://schemas.microsoft.com/office/drawing/2014/main" id="{2C50946A-9CD8-60D4-2BB6-0211AF18115E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068650" y="2462278"/>
                <a:ext cx="1173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44" name="Freihand 43">
                <a:extLst>
                  <a:ext uri="{FF2B5EF4-FFF2-40B4-BE49-F238E27FC236}">
                    <a16:creationId xmlns:a16="http://schemas.microsoft.com/office/drawing/2014/main" id="{09E3D770-C5D7-7925-5F64-DCAF90CD7D76}"/>
                  </a:ext>
                </a:extLst>
              </p14:cNvPr>
              <p14:cNvContentPartPr/>
              <p14:nvPr/>
            </p14:nvContentPartPr>
            <p14:xfrm>
              <a:off x="2658182" y="2337872"/>
              <a:ext cx="690840" cy="301320"/>
            </p14:xfrm>
          </p:contentPart>
        </mc:Choice>
        <mc:Fallback xmlns="">
          <p:pic>
            <p:nvPicPr>
              <p:cNvPr id="44" name="Freihand 43">
                <a:extLst>
                  <a:ext uri="{FF2B5EF4-FFF2-40B4-BE49-F238E27FC236}">
                    <a16:creationId xmlns:a16="http://schemas.microsoft.com/office/drawing/2014/main" id="{09E3D770-C5D7-7925-5F64-DCAF90CD7D76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647388" y="2327059"/>
                <a:ext cx="712069" cy="32258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48" name="Freihand 47">
                <a:extLst>
                  <a:ext uri="{FF2B5EF4-FFF2-40B4-BE49-F238E27FC236}">
                    <a16:creationId xmlns:a16="http://schemas.microsoft.com/office/drawing/2014/main" id="{1B3FA9A5-2CE8-D8B6-E65D-D976876C1C50}"/>
                  </a:ext>
                </a:extLst>
              </p14:cNvPr>
              <p14:cNvContentPartPr/>
              <p14:nvPr/>
            </p14:nvContentPartPr>
            <p14:xfrm>
              <a:off x="3509942" y="2343272"/>
              <a:ext cx="253800" cy="235440"/>
            </p14:xfrm>
          </p:contentPart>
        </mc:Choice>
        <mc:Fallback xmlns="">
          <p:pic>
            <p:nvPicPr>
              <p:cNvPr id="48" name="Freihand 47">
                <a:extLst>
                  <a:ext uri="{FF2B5EF4-FFF2-40B4-BE49-F238E27FC236}">
                    <a16:creationId xmlns:a16="http://schemas.microsoft.com/office/drawing/2014/main" id="{1B3FA9A5-2CE8-D8B6-E65D-D976876C1C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502382" y="2335724"/>
                <a:ext cx="268920" cy="2505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50" name="Freihand 49">
                <a:extLst>
                  <a:ext uri="{FF2B5EF4-FFF2-40B4-BE49-F238E27FC236}">
                    <a16:creationId xmlns:a16="http://schemas.microsoft.com/office/drawing/2014/main" id="{7BCBE8A5-436E-4189-F764-6FDAB9425212}"/>
                  </a:ext>
                </a:extLst>
              </p14:cNvPr>
              <p14:cNvContentPartPr/>
              <p14:nvPr/>
            </p14:nvContentPartPr>
            <p14:xfrm>
              <a:off x="3849705" y="2362821"/>
              <a:ext cx="164520" cy="141120"/>
            </p14:xfrm>
          </p:contentPart>
        </mc:Choice>
        <mc:Fallback xmlns="">
          <p:pic>
            <p:nvPicPr>
              <p:cNvPr id="50" name="Freihand 49">
                <a:extLst>
                  <a:ext uri="{FF2B5EF4-FFF2-40B4-BE49-F238E27FC236}">
                    <a16:creationId xmlns:a16="http://schemas.microsoft.com/office/drawing/2014/main" id="{7BCBE8A5-436E-4189-F764-6FDAB9425212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842145" y="2355261"/>
                <a:ext cx="179640" cy="15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330B5EF8-46D8-4FBA-5A71-98C9DE653394}"/>
                  </a:ext>
                </a:extLst>
              </p:cNvPr>
              <p:cNvSpPr txBox="1"/>
              <p:nvPr/>
            </p:nvSpPr>
            <p:spPr>
              <a:xfrm>
                <a:off x="341865" y="2729987"/>
                <a:ext cx="775953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cs typeface="Segoe UI" panose="020B0502040204020203" pitchFamily="34" charset="0"/>
                      </a:rPr>
                      <m:t>⇒</m:t>
                    </m:r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 it turns out the system is flat with the flat output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 dirty="0" smtClean="0">
                            <a:latin typeface="Cambria Math" panose="02040503050406030204" pitchFamily="18" charset="0"/>
                            <a:cs typeface="Segoe UI" panose="020B0502040204020203" pitchFamily="34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</m:ctrlPr>
                          </m:sSub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i="1" dirty="0" smtClean="0">
                                <a:latin typeface="Cambria Math" panose="02040503050406030204" pitchFamily="18" charset="0"/>
                                <a:cs typeface="Segoe UI" panose="020B0502040204020203" pitchFamily="34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>
                    <a:latin typeface="Segoe UI" panose="020B0502040204020203" pitchFamily="34" charset="0"/>
                    <a:cs typeface="Segoe UI" panose="020B0502040204020203" pitchFamily="34" charset="0"/>
                  </a:rPr>
                  <a:t>:</a:t>
                </a:r>
              </a:p>
            </p:txBody>
          </p:sp>
        </mc:Choice>
        <mc:Fallback xmlns=""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330B5EF8-46D8-4FBA-5A71-98C9DE6533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865" y="2729987"/>
                <a:ext cx="7759531" cy="307777"/>
              </a:xfrm>
              <a:prstGeom prst="rect">
                <a:avLst/>
              </a:prstGeom>
              <a:blipFill>
                <a:blip r:embed="rId2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3B00AAEC-653B-6D13-3F57-81032B0F2E98}"/>
                  </a:ext>
                </a:extLst>
              </p:cNvPr>
              <p:cNvSpPr txBox="1"/>
              <p:nvPr/>
            </p:nvSpPr>
            <p:spPr>
              <a:xfrm>
                <a:off x="5943600" y="4022681"/>
                <a:ext cx="3086100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de-CH" i="1" dirty="0" smtClean="0">
                        <a:solidFill>
                          <a:schemeClr val="accent1"/>
                        </a:solidFill>
                        <a:latin typeface="Cambria Math" panose="02040503050406030204" pitchFamily="18" charset="0"/>
                      </a:rPr>
                      <m:t>⇒</m:t>
                    </m:r>
                  </m:oMath>
                </a14:m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By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knowing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only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the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car’s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position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over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time,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we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can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reconstruct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all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states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and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inputs</a:t>
                </a:r>
                <a:r>
                  <a:rPr lang="de-CH" dirty="0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 at all </a:t>
                </a:r>
                <a:r>
                  <a:rPr lang="de-CH" dirty="0" err="1">
                    <a:solidFill>
                      <a:schemeClr val="accent1"/>
                    </a:solidFill>
                    <a:latin typeface="Segoe UI" panose="020B0502040204020203" pitchFamily="34" charset="0"/>
                    <a:cs typeface="Segoe UI" panose="020B0502040204020203" pitchFamily="34" charset="0"/>
                  </a:rPr>
                  <a:t>times</a:t>
                </a:r>
                <a:endParaRPr lang="de-CH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  <a:p>
                <a:endParaRPr lang="en-US" dirty="0">
                  <a:solidFill>
                    <a:schemeClr val="accent1"/>
                  </a:solidFill>
                  <a:latin typeface="Segoe UI" panose="020B0502040204020203" pitchFamily="34" charset="0"/>
                  <a:cs typeface="Segoe UI" panose="020B0502040204020203" pitchFamily="34" charset="0"/>
                </a:endParaRPr>
              </a:p>
            </p:txBody>
          </p:sp>
        </mc:Choice>
        <mc:Fallback xmlns="">
          <p:sp>
            <p:nvSpPr>
              <p:cNvPr id="41" name="Textfeld 40">
                <a:extLst>
                  <a:ext uri="{FF2B5EF4-FFF2-40B4-BE49-F238E27FC236}">
                    <a16:creationId xmlns:a16="http://schemas.microsoft.com/office/drawing/2014/main" id="{3B00AAEC-653B-6D13-3F57-81032B0F2E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43600" y="4022681"/>
                <a:ext cx="3086100" cy="954107"/>
              </a:xfrm>
              <a:prstGeom prst="rect">
                <a:avLst/>
              </a:prstGeom>
              <a:blipFill>
                <a:blip r:embed="rId21"/>
                <a:stretch>
                  <a:fillRect l="-823" t="-13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1" name="Freihand 10">
                <a:extLst>
                  <a:ext uri="{FF2B5EF4-FFF2-40B4-BE49-F238E27FC236}">
                    <a16:creationId xmlns:a16="http://schemas.microsoft.com/office/drawing/2014/main" id="{E3669348-5B93-F910-173C-6D52F00F3120}"/>
                  </a:ext>
                </a:extLst>
              </p14:cNvPr>
              <p14:cNvContentPartPr/>
              <p14:nvPr/>
            </p14:nvContentPartPr>
            <p14:xfrm>
              <a:off x="3541800" y="2117360"/>
              <a:ext cx="60480" cy="171360"/>
            </p14:xfrm>
          </p:contentPart>
        </mc:Choice>
        <mc:Fallback xmlns="">
          <p:pic>
            <p:nvPicPr>
              <p:cNvPr id="11" name="Freihand 10">
                <a:extLst>
                  <a:ext uri="{FF2B5EF4-FFF2-40B4-BE49-F238E27FC236}">
                    <a16:creationId xmlns:a16="http://schemas.microsoft.com/office/drawing/2014/main" id="{E3669348-5B93-F910-173C-6D52F00F3120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3531000" y="2106560"/>
                <a:ext cx="81720" cy="19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0" name="Freihand 19">
                <a:extLst>
                  <a:ext uri="{FF2B5EF4-FFF2-40B4-BE49-F238E27FC236}">
                    <a16:creationId xmlns:a16="http://schemas.microsoft.com/office/drawing/2014/main" id="{6BA288B9-9746-0A2D-D51D-7800BD1345FB}"/>
                  </a:ext>
                </a:extLst>
              </p14:cNvPr>
              <p14:cNvContentPartPr/>
              <p14:nvPr/>
            </p14:nvContentPartPr>
            <p14:xfrm>
              <a:off x="3417600" y="1780040"/>
              <a:ext cx="547560" cy="219600"/>
            </p14:xfrm>
          </p:contentPart>
        </mc:Choice>
        <mc:Fallback xmlns="">
          <p:pic>
            <p:nvPicPr>
              <p:cNvPr id="20" name="Freihand 19">
                <a:extLst>
                  <a:ext uri="{FF2B5EF4-FFF2-40B4-BE49-F238E27FC236}">
                    <a16:creationId xmlns:a16="http://schemas.microsoft.com/office/drawing/2014/main" id="{6BA288B9-9746-0A2D-D51D-7800BD1345FB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3406800" y="1769222"/>
                <a:ext cx="568800" cy="2408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37" name="Freihand 36">
                <a:extLst>
                  <a:ext uri="{FF2B5EF4-FFF2-40B4-BE49-F238E27FC236}">
                    <a16:creationId xmlns:a16="http://schemas.microsoft.com/office/drawing/2014/main" id="{441345CD-03F8-CFE7-E8C7-1356C5524342}"/>
                  </a:ext>
                </a:extLst>
              </p14:cNvPr>
              <p14:cNvContentPartPr/>
              <p14:nvPr/>
            </p14:nvContentPartPr>
            <p14:xfrm>
              <a:off x="3971280" y="2524520"/>
              <a:ext cx="162000" cy="103680"/>
            </p14:xfrm>
          </p:contentPart>
        </mc:Choice>
        <mc:Fallback xmlns="">
          <p:pic>
            <p:nvPicPr>
              <p:cNvPr id="37" name="Freihand 36">
                <a:extLst>
                  <a:ext uri="{FF2B5EF4-FFF2-40B4-BE49-F238E27FC236}">
                    <a16:creationId xmlns:a16="http://schemas.microsoft.com/office/drawing/2014/main" id="{441345CD-03F8-CFE7-E8C7-1356C5524342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60480" y="2513682"/>
                <a:ext cx="183240" cy="1249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8" name="Freihand 37">
                <a:extLst>
                  <a:ext uri="{FF2B5EF4-FFF2-40B4-BE49-F238E27FC236}">
                    <a16:creationId xmlns:a16="http://schemas.microsoft.com/office/drawing/2014/main" id="{53800C78-D096-DF2B-1D76-1991819894F3}"/>
                  </a:ext>
                </a:extLst>
              </p14:cNvPr>
              <p14:cNvContentPartPr/>
              <p14:nvPr/>
            </p14:nvContentPartPr>
            <p14:xfrm>
              <a:off x="3435600" y="1971920"/>
              <a:ext cx="557280" cy="124560"/>
            </p14:xfrm>
          </p:contentPart>
        </mc:Choice>
        <mc:Fallback xmlns="">
          <p:pic>
            <p:nvPicPr>
              <p:cNvPr id="38" name="Freihand 37">
                <a:extLst>
                  <a:ext uri="{FF2B5EF4-FFF2-40B4-BE49-F238E27FC236}">
                    <a16:creationId xmlns:a16="http://schemas.microsoft.com/office/drawing/2014/main" id="{53800C78-D096-DF2B-1D76-1991819894F3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3424793" y="1961151"/>
                <a:ext cx="578534" cy="1457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54" name="Freihand 53">
                <a:extLst>
                  <a:ext uri="{FF2B5EF4-FFF2-40B4-BE49-F238E27FC236}">
                    <a16:creationId xmlns:a16="http://schemas.microsoft.com/office/drawing/2014/main" id="{013969D7-3BD9-C01E-2686-010482802E70}"/>
                  </a:ext>
                </a:extLst>
              </p14:cNvPr>
              <p14:cNvContentPartPr/>
              <p14:nvPr/>
            </p14:nvContentPartPr>
            <p14:xfrm>
              <a:off x="4187280" y="2514440"/>
              <a:ext cx="562680" cy="247320"/>
            </p14:xfrm>
          </p:contentPart>
        </mc:Choice>
        <mc:Fallback xmlns="">
          <p:pic>
            <p:nvPicPr>
              <p:cNvPr id="54" name="Freihand 53">
                <a:extLst>
                  <a:ext uri="{FF2B5EF4-FFF2-40B4-BE49-F238E27FC236}">
                    <a16:creationId xmlns:a16="http://schemas.microsoft.com/office/drawing/2014/main" id="{013969D7-3BD9-C01E-2686-010482802E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4176487" y="2503656"/>
                <a:ext cx="583906" cy="26852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60" name="Freihand 59">
                <a:extLst>
                  <a:ext uri="{FF2B5EF4-FFF2-40B4-BE49-F238E27FC236}">
                    <a16:creationId xmlns:a16="http://schemas.microsoft.com/office/drawing/2014/main" id="{CBCB0D18-7091-826D-6EC1-E93EEB071555}"/>
                  </a:ext>
                </a:extLst>
              </p14:cNvPr>
              <p14:cNvContentPartPr/>
              <p14:nvPr/>
            </p14:nvContentPartPr>
            <p14:xfrm>
              <a:off x="4915942" y="2505345"/>
              <a:ext cx="372240" cy="194400"/>
            </p14:xfrm>
          </p:contentPart>
        </mc:Choice>
        <mc:Fallback xmlns="">
          <p:pic>
            <p:nvPicPr>
              <p:cNvPr id="60" name="Freihand 59">
                <a:extLst>
                  <a:ext uri="{FF2B5EF4-FFF2-40B4-BE49-F238E27FC236}">
                    <a16:creationId xmlns:a16="http://schemas.microsoft.com/office/drawing/2014/main" id="{CBCB0D18-7091-826D-6EC1-E93EEB071555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905142" y="2494545"/>
                <a:ext cx="393480" cy="21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75" name="Freihand 74">
                <a:extLst>
                  <a:ext uri="{FF2B5EF4-FFF2-40B4-BE49-F238E27FC236}">
                    <a16:creationId xmlns:a16="http://schemas.microsoft.com/office/drawing/2014/main" id="{0EACE943-2141-723F-4EC2-CCAB113FD11F}"/>
                  </a:ext>
                </a:extLst>
              </p14:cNvPr>
              <p14:cNvContentPartPr/>
              <p14:nvPr/>
            </p14:nvContentPartPr>
            <p14:xfrm>
              <a:off x="1281404" y="2613625"/>
              <a:ext cx="783000" cy="196560"/>
            </p14:xfrm>
          </p:contentPart>
        </mc:Choice>
        <mc:Fallback xmlns="">
          <p:pic>
            <p:nvPicPr>
              <p:cNvPr id="75" name="Freihand 74">
                <a:extLst>
                  <a:ext uri="{FF2B5EF4-FFF2-40B4-BE49-F238E27FC236}">
                    <a16:creationId xmlns:a16="http://schemas.microsoft.com/office/drawing/2014/main" id="{0EACE943-2141-723F-4EC2-CCAB113FD11F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1270609" y="2602805"/>
                <a:ext cx="804230" cy="2178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78" name="Freihand 77">
                <a:extLst>
                  <a:ext uri="{FF2B5EF4-FFF2-40B4-BE49-F238E27FC236}">
                    <a16:creationId xmlns:a16="http://schemas.microsoft.com/office/drawing/2014/main" id="{12506C09-A83F-3CDB-890F-D1C258A3952F}"/>
                  </a:ext>
                </a:extLst>
              </p14:cNvPr>
              <p14:cNvContentPartPr/>
              <p14:nvPr/>
            </p14:nvContentPartPr>
            <p14:xfrm>
              <a:off x="2103258" y="2274229"/>
              <a:ext cx="41040" cy="93960"/>
            </p14:xfrm>
          </p:contentPart>
        </mc:Choice>
        <mc:Fallback xmlns="">
          <p:pic>
            <p:nvPicPr>
              <p:cNvPr id="78" name="Freihand 77">
                <a:extLst>
                  <a:ext uri="{FF2B5EF4-FFF2-40B4-BE49-F238E27FC236}">
                    <a16:creationId xmlns:a16="http://schemas.microsoft.com/office/drawing/2014/main" id="{12506C09-A83F-3CDB-890F-D1C258A3952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092458" y="2263429"/>
                <a:ext cx="6228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94" name="Freihand 93">
                <a:extLst>
                  <a:ext uri="{FF2B5EF4-FFF2-40B4-BE49-F238E27FC236}">
                    <a16:creationId xmlns:a16="http://schemas.microsoft.com/office/drawing/2014/main" id="{DC5E0427-9936-8A0B-5118-99FA8E051FEF}"/>
                  </a:ext>
                </a:extLst>
              </p14:cNvPr>
              <p14:cNvContentPartPr/>
              <p14:nvPr/>
            </p14:nvContentPartPr>
            <p14:xfrm>
              <a:off x="1586298" y="2158669"/>
              <a:ext cx="711360" cy="115920"/>
            </p14:xfrm>
          </p:contentPart>
        </mc:Choice>
        <mc:Fallback xmlns="">
          <p:pic>
            <p:nvPicPr>
              <p:cNvPr id="94" name="Freihand 93">
                <a:extLst>
                  <a:ext uri="{FF2B5EF4-FFF2-40B4-BE49-F238E27FC236}">
                    <a16:creationId xmlns:a16="http://schemas.microsoft.com/office/drawing/2014/main" id="{DC5E0427-9936-8A0B-5118-99FA8E051FEF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575503" y="2147869"/>
                <a:ext cx="732589" cy="137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33226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41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962236-C78D-1583-548D-CDC22CC0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599514"/>
            <a:ext cx="6858000" cy="1790700"/>
          </a:xfrm>
        </p:spPr>
        <p:txBody>
          <a:bodyPr/>
          <a:lstStyle/>
          <a:p>
            <a:r>
              <a:rPr lang="de-DE"/>
              <a:t>Feedback?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CB38DF9A-4CB3-2931-74A1-D2FC05310A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0589" y="2494113"/>
            <a:ext cx="8342822" cy="1241822"/>
          </a:xfrm>
        </p:spPr>
        <p:txBody>
          <a:bodyPr>
            <a:normAutofit/>
          </a:bodyPr>
          <a:lstStyle/>
          <a:p>
            <a:r>
              <a:rPr lang="de-DE" err="1"/>
              <a:t>Too</a:t>
            </a:r>
            <a:r>
              <a:rPr lang="de-DE"/>
              <a:t> fast? </a:t>
            </a:r>
            <a:r>
              <a:rPr lang="de-DE" err="1"/>
              <a:t>Too</a:t>
            </a:r>
            <a:r>
              <a:rPr lang="de-DE"/>
              <a:t> slow? </a:t>
            </a:r>
            <a:r>
              <a:rPr lang="de-DE" err="1"/>
              <a:t>Less</a:t>
            </a:r>
            <a:r>
              <a:rPr lang="de-DE"/>
              <a:t> </a:t>
            </a:r>
            <a:r>
              <a:rPr lang="de-DE" err="1"/>
              <a:t>theory</a:t>
            </a:r>
            <a:r>
              <a:rPr lang="de-DE"/>
              <a:t>, </a:t>
            </a:r>
            <a:r>
              <a:rPr lang="de-DE" err="1"/>
              <a:t>more</a:t>
            </a:r>
            <a:r>
              <a:rPr lang="de-DE"/>
              <a:t> </a:t>
            </a:r>
            <a:r>
              <a:rPr lang="de-DE" err="1"/>
              <a:t>exercises</a:t>
            </a:r>
            <a:r>
              <a:rPr lang="de-DE"/>
              <a:t>?</a:t>
            </a:r>
          </a:p>
          <a:p>
            <a:r>
              <a:rPr lang="de-DE"/>
              <a:t>I </a:t>
            </a:r>
            <a:r>
              <a:rPr lang="de-DE" err="1"/>
              <a:t>would</a:t>
            </a:r>
            <a:r>
              <a:rPr lang="de-DE"/>
              <a:t> </a:t>
            </a:r>
            <a:r>
              <a:rPr lang="de-DE" err="1"/>
              <a:t>appreciate</a:t>
            </a:r>
            <a:r>
              <a:rPr lang="de-DE"/>
              <a:t> </a:t>
            </a:r>
            <a:r>
              <a:rPr lang="de-DE" err="1"/>
              <a:t>your</a:t>
            </a:r>
            <a:r>
              <a:rPr lang="de-DE"/>
              <a:t> </a:t>
            </a:r>
            <a:r>
              <a:rPr lang="de-DE" err="1"/>
              <a:t>feedback</a:t>
            </a:r>
            <a:r>
              <a:rPr lang="de-DE"/>
              <a:t>. </a:t>
            </a:r>
            <a:r>
              <a:rPr lang="de-DE" err="1"/>
              <a:t>Please</a:t>
            </a:r>
            <a:r>
              <a:rPr lang="de-DE"/>
              <a:t> </a:t>
            </a:r>
            <a:r>
              <a:rPr lang="de-DE" err="1"/>
              <a:t>let</a:t>
            </a:r>
            <a:r>
              <a:rPr lang="de-DE"/>
              <a:t> </a:t>
            </a:r>
            <a:r>
              <a:rPr lang="de-DE" err="1"/>
              <a:t>me</a:t>
            </a:r>
            <a:r>
              <a:rPr lang="de-DE"/>
              <a:t> </a:t>
            </a:r>
            <a:r>
              <a:rPr lang="de-DE" err="1"/>
              <a:t>know</a:t>
            </a:r>
            <a:r>
              <a:rPr lang="de-DE"/>
              <a:t>.</a:t>
            </a:r>
          </a:p>
          <a:p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0382365-2B79-A2DC-45B8-AA3C069F0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>
              <a:buClrTx/>
            </a:pPr>
            <a:r>
              <a:rPr lang="de-CH" kern="120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t>Kissan Varatharajan - kissanv.github.io</a:t>
            </a:r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74564F6-4B5F-BBD9-45BC-F1FCCD4F6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>
              <a:buClrTx/>
            </a:pPr>
            <a:fld id="{36EAFFE7-40E2-CA47-82C0-73D0FC591208}" type="slidenum">
              <a:rPr lang="en-CH" kern="1200" smtClean="0">
                <a:solidFill>
                  <a:srgbClr val="101623">
                    <a:tint val="75000"/>
                  </a:srgbClr>
                </a:solidFill>
                <a:latin typeface="Calibri" panose="020F0502020204030204"/>
                <a:ea typeface="+mn-ea"/>
                <a:cs typeface="+mn-cs"/>
              </a:rPr>
              <a:pPr defTabSz="342900">
                <a:buClrTx/>
              </a:pPr>
              <a:t>30</a:t>
            </a:fld>
            <a:endParaRPr lang="en-CH" kern="1200">
              <a:solidFill>
                <a:srgbClr val="101623">
                  <a:tint val="75000"/>
                </a:srgbClr>
              </a:solidFill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825981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">
      <a:dk1>
        <a:srgbClr val="101623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EA"/>
      </a:accent2>
      <a:accent3>
        <a:srgbClr val="47DE13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1991</Words>
  <Application>Microsoft Macintosh PowerPoint</Application>
  <PresentationFormat>Bildschirmpräsentation (16:9)</PresentationFormat>
  <Paragraphs>249</Paragraphs>
  <Slides>30</Slides>
  <Notes>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7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30</vt:i4>
      </vt:variant>
    </vt:vector>
  </HeadingPairs>
  <TitlesOfParts>
    <vt:vector size="38" baseType="lpstr">
      <vt:lpstr>Quattrocento Sans</vt:lpstr>
      <vt:lpstr>Arial</vt:lpstr>
      <vt:lpstr>Calibri</vt:lpstr>
      <vt:lpstr>Cambria Math</vt:lpstr>
      <vt:lpstr>Segoe UI Light</vt:lpstr>
      <vt:lpstr>Segoe UI</vt:lpstr>
      <vt:lpstr>Segoe UI Semibold</vt:lpstr>
      <vt:lpstr>Office Theme</vt:lpstr>
      <vt:lpstr>CS2 Week 7 Annotated</vt:lpstr>
      <vt:lpstr>Exercise Classes</vt:lpstr>
      <vt:lpstr>Course Schedule</vt:lpstr>
      <vt:lpstr>Today</vt:lpstr>
      <vt:lpstr>1. Nonlinear Systems</vt:lpstr>
      <vt:lpstr>Nonlinear Systems</vt:lpstr>
      <vt:lpstr>Nonlinear Systems</vt:lpstr>
      <vt:lpstr>Nonlinear Systems</vt:lpstr>
      <vt:lpstr>Notions of Stability</vt:lpstr>
      <vt:lpstr>2. Lyapunov Stability</vt:lpstr>
      <vt:lpstr>Lyapunov's Indirect Method</vt:lpstr>
      <vt:lpstr>Lyapunov's Direct Method</vt:lpstr>
      <vt:lpstr>Lyapunov Equation</vt:lpstr>
      <vt:lpstr>Exam Question</vt:lpstr>
      <vt:lpstr>PowerPoint-Präsentation</vt:lpstr>
      <vt:lpstr>LaSalles Invariance Principle</vt:lpstr>
      <vt:lpstr>Example</vt:lpstr>
      <vt:lpstr>Global Stability</vt:lpstr>
      <vt:lpstr>Control Lyapunov Functions</vt:lpstr>
      <vt:lpstr>Exam Question </vt:lpstr>
      <vt:lpstr>Exam Question</vt:lpstr>
      <vt:lpstr>PowerPoint-Präsentation</vt:lpstr>
      <vt:lpstr>Exam Question</vt:lpstr>
      <vt:lpstr>3. Feedback Linearization</vt:lpstr>
      <vt:lpstr>Intuition</vt:lpstr>
      <vt:lpstr>Example</vt:lpstr>
      <vt:lpstr>Example</vt:lpstr>
      <vt:lpstr>Differential Flatness</vt:lpstr>
      <vt:lpstr>Last Example</vt:lpstr>
      <vt:lpstr>Feedback?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Tutorial 12</dc:title>
  <dc:creator>Julian 2</dc:creator>
  <cp:lastModifiedBy>Varatharajan  Kissan</cp:lastModifiedBy>
  <cp:revision>3</cp:revision>
  <dcterms:modified xsi:type="dcterms:W3CDTF">2026-04-03T06:31:52Z</dcterms:modified>
</cp:coreProperties>
</file>